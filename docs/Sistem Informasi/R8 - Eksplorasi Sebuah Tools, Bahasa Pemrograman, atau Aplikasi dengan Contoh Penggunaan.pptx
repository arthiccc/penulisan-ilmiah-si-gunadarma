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5"/>
  </p:notesMasterIdLst>
  <p:sldIdLst>
    <p:sldId id="256" r:id="rId2"/>
    <p:sldId id="257" r:id="rId3"/>
    <p:sldId id="258" r:id="rId4"/>
    <p:sldId id="259" r:id="rId5"/>
    <p:sldId id="262" r:id="rId6"/>
    <p:sldId id="263" r:id="rId7"/>
    <p:sldId id="264" r:id="rId8"/>
    <p:sldId id="266" r:id="rId9"/>
    <p:sldId id="310" r:id="rId10"/>
    <p:sldId id="309" r:id="rId11"/>
    <p:sldId id="311" r:id="rId12"/>
    <p:sldId id="312" r:id="rId13"/>
    <p:sldId id="313" r:id="rId14"/>
    <p:sldId id="314" r:id="rId15"/>
    <p:sldId id="315" r:id="rId16"/>
    <p:sldId id="316" r:id="rId17"/>
    <p:sldId id="318" r:id="rId18"/>
    <p:sldId id="320" r:id="rId19"/>
    <p:sldId id="319" r:id="rId20"/>
    <p:sldId id="321" r:id="rId21"/>
    <p:sldId id="323" r:id="rId22"/>
    <p:sldId id="324" r:id="rId23"/>
    <p:sldId id="325" r:id="rId24"/>
    <p:sldId id="326" r:id="rId25"/>
    <p:sldId id="327" r:id="rId26"/>
    <p:sldId id="329" r:id="rId27"/>
    <p:sldId id="330" r:id="rId28"/>
    <p:sldId id="328" r:id="rId29"/>
    <p:sldId id="331" r:id="rId30"/>
    <p:sldId id="332" r:id="rId31"/>
    <p:sldId id="333" r:id="rId32"/>
    <p:sldId id="334" r:id="rId33"/>
    <p:sldId id="335" r:id="rId34"/>
    <p:sldId id="336" r:id="rId35"/>
    <p:sldId id="337" r:id="rId36"/>
    <p:sldId id="338" r:id="rId37"/>
    <p:sldId id="339" r:id="rId38"/>
    <p:sldId id="340" r:id="rId39"/>
    <p:sldId id="341" r:id="rId40"/>
    <p:sldId id="342" r:id="rId41"/>
    <p:sldId id="343" r:id="rId42"/>
    <p:sldId id="344" r:id="rId43"/>
    <p:sldId id="269" r:id="rId44"/>
    <p:sldId id="260" r:id="rId45"/>
    <p:sldId id="261" r:id="rId46"/>
    <p:sldId id="280" r:id="rId47"/>
    <p:sldId id="298" r:id="rId48"/>
    <p:sldId id="299" r:id="rId49"/>
    <p:sldId id="300" r:id="rId50"/>
    <p:sldId id="297" r:id="rId51"/>
    <p:sldId id="294" r:id="rId52"/>
    <p:sldId id="295" r:id="rId53"/>
    <p:sldId id="301" r:id="rId54"/>
    <p:sldId id="296" r:id="rId55"/>
    <p:sldId id="282" r:id="rId56"/>
    <p:sldId id="303" r:id="rId57"/>
    <p:sldId id="304" r:id="rId58"/>
    <p:sldId id="306" r:id="rId59"/>
    <p:sldId id="307" r:id="rId60"/>
    <p:sldId id="302" r:id="rId61"/>
    <p:sldId id="308" r:id="rId62"/>
    <p:sldId id="292" r:id="rId63"/>
    <p:sldId id="322" r:id="rId6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628" y="5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A94FDEF9-2253-4C87-9C45-D3DC5AB4D731}" type="datetimeFigureOut">
              <a:rPr lang="en-ID" smtClean="0"/>
              <a:t>21/03/2025</a:t>
            </a:fld>
            <a:endParaRPr lang="en-ID"/>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A49B25A6-A69C-400F-8097-3592076270B3}" type="slidenum">
              <a:rPr lang="en-ID" smtClean="0"/>
              <a:t>‹#›</a:t>
            </a:fld>
            <a:endParaRPr lang="en-ID"/>
          </a:p>
        </p:txBody>
      </p:sp>
    </p:spTree>
    <p:extLst>
      <p:ext uri="{BB962C8B-B14F-4D97-AF65-F5344CB8AC3E}">
        <p14:creationId xmlns:p14="http://schemas.microsoft.com/office/powerpoint/2010/main" val="3639740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br>
              <a:rPr lang="en-ID" dirty="0"/>
            </a:br>
            <a:endParaRPr lang="en-ID" dirty="0"/>
          </a:p>
        </p:txBody>
      </p:sp>
      <p:sp>
        <p:nvSpPr>
          <p:cNvPr id="4" name="Slide Number Placeholder 3"/>
          <p:cNvSpPr>
            <a:spLocks noGrp="1"/>
          </p:cNvSpPr>
          <p:nvPr>
            <p:ph type="sldNum" sz="quarter" idx="5"/>
          </p:nvPr>
        </p:nvSpPr>
        <p:spPr/>
        <p:txBody>
          <a:bodyPr/>
          <a:lstStyle/>
          <a:p>
            <a:fld id="{A49B25A6-A69C-400F-8097-3592076270B3}" type="slidenum">
              <a:rPr lang="en-ID" smtClean="0"/>
              <a:t>17</a:t>
            </a:fld>
            <a:endParaRPr lang="en-ID"/>
          </a:p>
        </p:txBody>
      </p:sp>
    </p:spTree>
    <p:extLst>
      <p:ext uri="{BB962C8B-B14F-4D97-AF65-F5344CB8AC3E}">
        <p14:creationId xmlns:p14="http://schemas.microsoft.com/office/powerpoint/2010/main" val="18393877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FB2DF-6A42-110D-C86B-C0FA3D20B5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1F808A-7107-7B7D-5626-0ACC605176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1878EF-A4FD-D65A-F6CD-79E38212F573}"/>
              </a:ext>
            </a:extLst>
          </p:cNvPr>
          <p:cNvSpPr>
            <a:spLocks noGrp="1"/>
          </p:cNvSpPr>
          <p:nvPr>
            <p:ph type="body" idx="1"/>
          </p:nvPr>
        </p:nvSpPr>
        <p:spPr/>
        <p:txBody>
          <a:bodyPr/>
          <a:lstStyle/>
          <a:p>
            <a:pPr>
              <a:buNone/>
            </a:pPr>
            <a:br>
              <a:rPr lang="en-ID" dirty="0"/>
            </a:br>
            <a:endParaRPr lang="en-ID" dirty="0"/>
          </a:p>
        </p:txBody>
      </p:sp>
      <p:sp>
        <p:nvSpPr>
          <p:cNvPr id="4" name="Slide Number Placeholder 3">
            <a:extLst>
              <a:ext uri="{FF2B5EF4-FFF2-40B4-BE49-F238E27FC236}">
                <a16:creationId xmlns:a16="http://schemas.microsoft.com/office/drawing/2014/main" id="{FBCDA728-6706-C70C-4021-5113A2508280}"/>
              </a:ext>
            </a:extLst>
          </p:cNvPr>
          <p:cNvSpPr>
            <a:spLocks noGrp="1"/>
          </p:cNvSpPr>
          <p:nvPr>
            <p:ph type="sldNum" sz="quarter" idx="5"/>
          </p:nvPr>
        </p:nvSpPr>
        <p:spPr/>
        <p:txBody>
          <a:bodyPr/>
          <a:lstStyle/>
          <a:p>
            <a:fld id="{A49B25A6-A69C-400F-8097-3592076270B3}" type="slidenum">
              <a:rPr lang="en-ID" smtClean="0"/>
              <a:t>18</a:t>
            </a:fld>
            <a:endParaRPr lang="en-ID"/>
          </a:p>
        </p:txBody>
      </p:sp>
    </p:spTree>
    <p:extLst>
      <p:ext uri="{BB962C8B-B14F-4D97-AF65-F5344CB8AC3E}">
        <p14:creationId xmlns:p14="http://schemas.microsoft.com/office/powerpoint/2010/main" val="1296331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FC294-1440-E66E-A7F2-0A3B3E11D6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F9EED3-D7A7-F819-2959-DF1868E3C6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3E1C85-9546-1559-41EF-E9A2B0B96E15}"/>
              </a:ext>
            </a:extLst>
          </p:cNvPr>
          <p:cNvSpPr>
            <a:spLocks noGrp="1"/>
          </p:cNvSpPr>
          <p:nvPr>
            <p:ph type="body" idx="1"/>
          </p:nvPr>
        </p:nvSpPr>
        <p:spPr/>
        <p:txBody>
          <a:bodyPr/>
          <a:lstStyle/>
          <a:p>
            <a:pPr>
              <a:buNone/>
            </a:pPr>
            <a:br>
              <a:rPr lang="en-ID" dirty="0"/>
            </a:br>
            <a:endParaRPr lang="en-ID" dirty="0"/>
          </a:p>
        </p:txBody>
      </p:sp>
      <p:sp>
        <p:nvSpPr>
          <p:cNvPr id="4" name="Slide Number Placeholder 3">
            <a:extLst>
              <a:ext uri="{FF2B5EF4-FFF2-40B4-BE49-F238E27FC236}">
                <a16:creationId xmlns:a16="http://schemas.microsoft.com/office/drawing/2014/main" id="{060C46FC-69A4-4846-4E39-25762BCC21B4}"/>
              </a:ext>
            </a:extLst>
          </p:cNvPr>
          <p:cNvSpPr>
            <a:spLocks noGrp="1"/>
          </p:cNvSpPr>
          <p:nvPr>
            <p:ph type="sldNum" sz="quarter" idx="5"/>
          </p:nvPr>
        </p:nvSpPr>
        <p:spPr/>
        <p:txBody>
          <a:bodyPr/>
          <a:lstStyle/>
          <a:p>
            <a:fld id="{A49B25A6-A69C-400F-8097-3592076270B3}" type="slidenum">
              <a:rPr lang="en-ID" smtClean="0"/>
              <a:t>19</a:t>
            </a:fld>
            <a:endParaRPr lang="en-ID"/>
          </a:p>
        </p:txBody>
      </p:sp>
    </p:spTree>
    <p:extLst>
      <p:ext uri="{BB962C8B-B14F-4D97-AF65-F5344CB8AC3E}">
        <p14:creationId xmlns:p14="http://schemas.microsoft.com/office/powerpoint/2010/main" val="29000754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BC962-5DC1-0917-8F65-A06681A3FB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C57CFA-ABA2-3B2A-7910-5ABE4968E4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4D2B52-69FA-F66C-DC3F-134F02A37759}"/>
              </a:ext>
            </a:extLst>
          </p:cNvPr>
          <p:cNvSpPr>
            <a:spLocks noGrp="1"/>
          </p:cNvSpPr>
          <p:nvPr>
            <p:ph type="body" idx="1"/>
          </p:nvPr>
        </p:nvSpPr>
        <p:spPr/>
        <p:txBody>
          <a:bodyPr/>
          <a:lstStyle/>
          <a:p>
            <a:pPr>
              <a:buNone/>
            </a:pPr>
            <a:br>
              <a:rPr lang="en-ID" dirty="0"/>
            </a:br>
            <a:endParaRPr lang="en-ID" dirty="0"/>
          </a:p>
        </p:txBody>
      </p:sp>
      <p:sp>
        <p:nvSpPr>
          <p:cNvPr id="4" name="Slide Number Placeholder 3">
            <a:extLst>
              <a:ext uri="{FF2B5EF4-FFF2-40B4-BE49-F238E27FC236}">
                <a16:creationId xmlns:a16="http://schemas.microsoft.com/office/drawing/2014/main" id="{1B1F6D0B-5546-E66C-D2AC-16ADB10B119D}"/>
              </a:ext>
            </a:extLst>
          </p:cNvPr>
          <p:cNvSpPr>
            <a:spLocks noGrp="1"/>
          </p:cNvSpPr>
          <p:nvPr>
            <p:ph type="sldNum" sz="quarter" idx="5"/>
          </p:nvPr>
        </p:nvSpPr>
        <p:spPr/>
        <p:txBody>
          <a:bodyPr/>
          <a:lstStyle/>
          <a:p>
            <a:fld id="{A49B25A6-A69C-400F-8097-3592076270B3}" type="slidenum">
              <a:rPr lang="en-ID" smtClean="0"/>
              <a:t>20</a:t>
            </a:fld>
            <a:endParaRPr lang="en-ID"/>
          </a:p>
        </p:txBody>
      </p:sp>
    </p:spTree>
    <p:extLst>
      <p:ext uri="{BB962C8B-B14F-4D97-AF65-F5344CB8AC3E}">
        <p14:creationId xmlns:p14="http://schemas.microsoft.com/office/powerpoint/2010/main" val="21848393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BC282-1C22-862E-69ED-2A8F353535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CD177F-808F-61EF-083E-D91B9049DD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A6D38B-D351-128E-DFA1-87BCD6A161B4}"/>
              </a:ext>
            </a:extLst>
          </p:cNvPr>
          <p:cNvSpPr>
            <a:spLocks noGrp="1"/>
          </p:cNvSpPr>
          <p:nvPr>
            <p:ph type="body" idx="1"/>
          </p:nvPr>
        </p:nvSpPr>
        <p:spPr/>
        <p:txBody>
          <a:bodyPr/>
          <a:lstStyle/>
          <a:p>
            <a:pPr>
              <a:buNone/>
            </a:pPr>
            <a:br>
              <a:rPr lang="en-ID" dirty="0"/>
            </a:br>
            <a:endParaRPr lang="en-ID" dirty="0"/>
          </a:p>
        </p:txBody>
      </p:sp>
      <p:sp>
        <p:nvSpPr>
          <p:cNvPr id="4" name="Slide Number Placeholder 3">
            <a:extLst>
              <a:ext uri="{FF2B5EF4-FFF2-40B4-BE49-F238E27FC236}">
                <a16:creationId xmlns:a16="http://schemas.microsoft.com/office/drawing/2014/main" id="{C750CEE1-97CC-957E-538C-1D626DEBA764}"/>
              </a:ext>
            </a:extLst>
          </p:cNvPr>
          <p:cNvSpPr>
            <a:spLocks noGrp="1"/>
          </p:cNvSpPr>
          <p:nvPr>
            <p:ph type="sldNum" sz="quarter" idx="5"/>
          </p:nvPr>
        </p:nvSpPr>
        <p:spPr/>
        <p:txBody>
          <a:bodyPr/>
          <a:lstStyle/>
          <a:p>
            <a:fld id="{A49B25A6-A69C-400F-8097-3592076270B3}" type="slidenum">
              <a:rPr lang="en-ID" smtClean="0"/>
              <a:t>21</a:t>
            </a:fld>
            <a:endParaRPr lang="en-ID"/>
          </a:p>
        </p:txBody>
      </p:sp>
    </p:spTree>
    <p:extLst>
      <p:ext uri="{BB962C8B-B14F-4D97-AF65-F5344CB8AC3E}">
        <p14:creationId xmlns:p14="http://schemas.microsoft.com/office/powerpoint/2010/main" val="28265649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F2FDA-7F4C-794F-448C-D865A21462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9B19C6-15B9-BDC3-D0D8-2C4A169272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6FCCB3-E57E-C580-C7B2-E9DCCD0D4268}"/>
              </a:ext>
            </a:extLst>
          </p:cNvPr>
          <p:cNvSpPr>
            <a:spLocks noGrp="1"/>
          </p:cNvSpPr>
          <p:nvPr>
            <p:ph type="body" idx="1"/>
          </p:nvPr>
        </p:nvSpPr>
        <p:spPr/>
        <p:txBody>
          <a:bodyPr/>
          <a:lstStyle/>
          <a:p>
            <a:pPr>
              <a:buNone/>
            </a:pPr>
            <a:endParaRPr lang="en-ID" dirty="0"/>
          </a:p>
        </p:txBody>
      </p:sp>
      <p:sp>
        <p:nvSpPr>
          <p:cNvPr id="4" name="Slide Number Placeholder 3">
            <a:extLst>
              <a:ext uri="{FF2B5EF4-FFF2-40B4-BE49-F238E27FC236}">
                <a16:creationId xmlns:a16="http://schemas.microsoft.com/office/drawing/2014/main" id="{789B7FF4-2FDD-CABE-0697-1C10211B190A}"/>
              </a:ext>
            </a:extLst>
          </p:cNvPr>
          <p:cNvSpPr>
            <a:spLocks noGrp="1"/>
          </p:cNvSpPr>
          <p:nvPr>
            <p:ph type="sldNum" sz="quarter" idx="5"/>
          </p:nvPr>
        </p:nvSpPr>
        <p:spPr/>
        <p:txBody>
          <a:bodyPr/>
          <a:lstStyle/>
          <a:p>
            <a:fld id="{A49B25A6-A69C-400F-8097-3592076270B3}" type="slidenum">
              <a:rPr lang="en-ID" smtClean="0"/>
              <a:t>22</a:t>
            </a:fld>
            <a:endParaRPr lang="en-ID"/>
          </a:p>
        </p:txBody>
      </p:sp>
    </p:spTree>
    <p:extLst>
      <p:ext uri="{BB962C8B-B14F-4D97-AF65-F5344CB8AC3E}">
        <p14:creationId xmlns:p14="http://schemas.microsoft.com/office/powerpoint/2010/main" val="12728006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A7CE6-0906-6269-1749-CEA68B967B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BA4462-F4E1-42F4-E609-6FBDE1AA50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F6A42F-19C0-00DC-5BDA-AC027213F596}"/>
              </a:ext>
            </a:extLst>
          </p:cNvPr>
          <p:cNvSpPr>
            <a:spLocks noGrp="1"/>
          </p:cNvSpPr>
          <p:nvPr>
            <p:ph type="body" idx="1"/>
          </p:nvPr>
        </p:nvSpPr>
        <p:spPr/>
        <p:txBody>
          <a:bodyPr/>
          <a:lstStyle/>
          <a:p>
            <a:pPr>
              <a:buNone/>
            </a:pPr>
            <a:endParaRPr lang="en-ID" dirty="0"/>
          </a:p>
        </p:txBody>
      </p:sp>
      <p:sp>
        <p:nvSpPr>
          <p:cNvPr id="4" name="Slide Number Placeholder 3">
            <a:extLst>
              <a:ext uri="{FF2B5EF4-FFF2-40B4-BE49-F238E27FC236}">
                <a16:creationId xmlns:a16="http://schemas.microsoft.com/office/drawing/2014/main" id="{AB8DFA20-9D28-5F40-BA68-0AE111C73253}"/>
              </a:ext>
            </a:extLst>
          </p:cNvPr>
          <p:cNvSpPr>
            <a:spLocks noGrp="1"/>
          </p:cNvSpPr>
          <p:nvPr>
            <p:ph type="sldNum" sz="quarter" idx="5"/>
          </p:nvPr>
        </p:nvSpPr>
        <p:spPr/>
        <p:txBody>
          <a:bodyPr/>
          <a:lstStyle/>
          <a:p>
            <a:fld id="{A49B25A6-A69C-400F-8097-3592076270B3}" type="slidenum">
              <a:rPr lang="en-ID" smtClean="0"/>
              <a:t>23</a:t>
            </a:fld>
            <a:endParaRPr lang="en-ID"/>
          </a:p>
        </p:txBody>
      </p:sp>
    </p:spTree>
    <p:extLst>
      <p:ext uri="{BB962C8B-B14F-4D97-AF65-F5344CB8AC3E}">
        <p14:creationId xmlns:p14="http://schemas.microsoft.com/office/powerpoint/2010/main" val="35870281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21D27-D83F-8066-C471-F2B32621B2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023A16-5417-DFAE-47DC-7D1357AE81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CF0D60-8EF9-A963-53D0-DEE7D61F983C}"/>
              </a:ext>
            </a:extLst>
          </p:cNvPr>
          <p:cNvSpPr>
            <a:spLocks noGrp="1"/>
          </p:cNvSpPr>
          <p:nvPr>
            <p:ph type="body" idx="1"/>
          </p:nvPr>
        </p:nvSpPr>
        <p:spPr/>
        <p:txBody>
          <a:bodyPr/>
          <a:lstStyle/>
          <a:p>
            <a:pPr>
              <a:buNone/>
            </a:pPr>
            <a:endParaRPr lang="en-ID" dirty="0"/>
          </a:p>
        </p:txBody>
      </p:sp>
      <p:sp>
        <p:nvSpPr>
          <p:cNvPr id="4" name="Slide Number Placeholder 3">
            <a:extLst>
              <a:ext uri="{FF2B5EF4-FFF2-40B4-BE49-F238E27FC236}">
                <a16:creationId xmlns:a16="http://schemas.microsoft.com/office/drawing/2014/main" id="{E8902AF9-15A5-BAB3-3A3B-9F2BE7D26A8A}"/>
              </a:ext>
            </a:extLst>
          </p:cNvPr>
          <p:cNvSpPr>
            <a:spLocks noGrp="1"/>
          </p:cNvSpPr>
          <p:nvPr>
            <p:ph type="sldNum" sz="quarter" idx="5"/>
          </p:nvPr>
        </p:nvSpPr>
        <p:spPr/>
        <p:txBody>
          <a:bodyPr/>
          <a:lstStyle/>
          <a:p>
            <a:fld id="{A49B25A6-A69C-400F-8097-3592076270B3}" type="slidenum">
              <a:rPr lang="en-ID" smtClean="0"/>
              <a:t>24</a:t>
            </a:fld>
            <a:endParaRPr lang="en-ID"/>
          </a:p>
        </p:txBody>
      </p:sp>
    </p:spTree>
    <p:extLst>
      <p:ext uri="{BB962C8B-B14F-4D97-AF65-F5344CB8AC3E}">
        <p14:creationId xmlns:p14="http://schemas.microsoft.com/office/powerpoint/2010/main" val="1194575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A49AC-D2A4-01CD-E13F-372ADC86D0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F7E54D-5002-A19F-4CF8-82BEF321DF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9D8BC6-EBE2-4028-DCB0-9829CA36F56E}"/>
              </a:ext>
            </a:extLst>
          </p:cNvPr>
          <p:cNvSpPr>
            <a:spLocks noGrp="1"/>
          </p:cNvSpPr>
          <p:nvPr>
            <p:ph type="body" idx="1"/>
          </p:nvPr>
        </p:nvSpPr>
        <p:spPr/>
        <p:txBody>
          <a:bodyPr/>
          <a:lstStyle/>
          <a:p>
            <a:pPr>
              <a:buNone/>
            </a:pPr>
            <a:endParaRPr lang="en-ID" dirty="0"/>
          </a:p>
        </p:txBody>
      </p:sp>
      <p:sp>
        <p:nvSpPr>
          <p:cNvPr id="4" name="Slide Number Placeholder 3">
            <a:extLst>
              <a:ext uri="{FF2B5EF4-FFF2-40B4-BE49-F238E27FC236}">
                <a16:creationId xmlns:a16="http://schemas.microsoft.com/office/drawing/2014/main" id="{F26A1387-3109-2C7C-EF60-A8F16145DFD3}"/>
              </a:ext>
            </a:extLst>
          </p:cNvPr>
          <p:cNvSpPr>
            <a:spLocks noGrp="1"/>
          </p:cNvSpPr>
          <p:nvPr>
            <p:ph type="sldNum" sz="quarter" idx="5"/>
          </p:nvPr>
        </p:nvSpPr>
        <p:spPr/>
        <p:txBody>
          <a:bodyPr/>
          <a:lstStyle/>
          <a:p>
            <a:fld id="{A49B25A6-A69C-400F-8097-3592076270B3}" type="slidenum">
              <a:rPr lang="en-ID" smtClean="0"/>
              <a:t>25</a:t>
            </a:fld>
            <a:endParaRPr lang="en-ID"/>
          </a:p>
        </p:txBody>
      </p:sp>
    </p:spTree>
    <p:extLst>
      <p:ext uri="{BB962C8B-B14F-4D97-AF65-F5344CB8AC3E}">
        <p14:creationId xmlns:p14="http://schemas.microsoft.com/office/powerpoint/2010/main" val="38509249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E7321-BB13-D904-CA78-9D2ACAB121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07EDB5-D4E2-0066-AF8F-570201B1B0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625F63-64A6-3ACB-C7BB-4570610919AA}"/>
              </a:ext>
            </a:extLst>
          </p:cNvPr>
          <p:cNvSpPr>
            <a:spLocks noGrp="1"/>
          </p:cNvSpPr>
          <p:nvPr>
            <p:ph type="body" idx="1"/>
          </p:nvPr>
        </p:nvSpPr>
        <p:spPr/>
        <p:txBody>
          <a:bodyPr/>
          <a:lstStyle/>
          <a:p>
            <a:pPr>
              <a:buNone/>
            </a:pPr>
            <a:endParaRPr lang="en-ID" dirty="0"/>
          </a:p>
        </p:txBody>
      </p:sp>
      <p:sp>
        <p:nvSpPr>
          <p:cNvPr id="4" name="Slide Number Placeholder 3">
            <a:extLst>
              <a:ext uri="{FF2B5EF4-FFF2-40B4-BE49-F238E27FC236}">
                <a16:creationId xmlns:a16="http://schemas.microsoft.com/office/drawing/2014/main" id="{2EECDA1F-5BE6-5065-5E4C-8C2302F191C5}"/>
              </a:ext>
            </a:extLst>
          </p:cNvPr>
          <p:cNvSpPr>
            <a:spLocks noGrp="1"/>
          </p:cNvSpPr>
          <p:nvPr>
            <p:ph type="sldNum" sz="quarter" idx="5"/>
          </p:nvPr>
        </p:nvSpPr>
        <p:spPr/>
        <p:txBody>
          <a:bodyPr/>
          <a:lstStyle/>
          <a:p>
            <a:fld id="{A49B25A6-A69C-400F-8097-3592076270B3}" type="slidenum">
              <a:rPr lang="en-ID" smtClean="0"/>
              <a:t>26</a:t>
            </a:fld>
            <a:endParaRPr lang="en-ID"/>
          </a:p>
        </p:txBody>
      </p:sp>
    </p:spTree>
    <p:extLst>
      <p:ext uri="{BB962C8B-B14F-4D97-AF65-F5344CB8AC3E}">
        <p14:creationId xmlns:p14="http://schemas.microsoft.com/office/powerpoint/2010/main" val="5200209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6179C-4109-4FCF-E289-B282362616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776711-1F7F-2688-206B-9C2CC4143A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4A5EF7-B561-765A-7815-87DEC74E5A7F}"/>
              </a:ext>
            </a:extLst>
          </p:cNvPr>
          <p:cNvSpPr>
            <a:spLocks noGrp="1"/>
          </p:cNvSpPr>
          <p:nvPr>
            <p:ph type="body" idx="1"/>
          </p:nvPr>
        </p:nvSpPr>
        <p:spPr/>
        <p:txBody>
          <a:bodyPr/>
          <a:lstStyle/>
          <a:p>
            <a:pPr>
              <a:buNone/>
            </a:pPr>
            <a:endParaRPr lang="en-ID" dirty="0"/>
          </a:p>
        </p:txBody>
      </p:sp>
      <p:sp>
        <p:nvSpPr>
          <p:cNvPr id="4" name="Slide Number Placeholder 3">
            <a:extLst>
              <a:ext uri="{FF2B5EF4-FFF2-40B4-BE49-F238E27FC236}">
                <a16:creationId xmlns:a16="http://schemas.microsoft.com/office/drawing/2014/main" id="{B3FA7B8F-9BA6-D318-535E-300E5C0B2303}"/>
              </a:ext>
            </a:extLst>
          </p:cNvPr>
          <p:cNvSpPr>
            <a:spLocks noGrp="1"/>
          </p:cNvSpPr>
          <p:nvPr>
            <p:ph type="sldNum" sz="quarter" idx="5"/>
          </p:nvPr>
        </p:nvSpPr>
        <p:spPr/>
        <p:txBody>
          <a:bodyPr/>
          <a:lstStyle/>
          <a:p>
            <a:fld id="{A49B25A6-A69C-400F-8097-3592076270B3}" type="slidenum">
              <a:rPr lang="en-ID" smtClean="0"/>
              <a:t>27</a:t>
            </a:fld>
            <a:endParaRPr lang="en-ID"/>
          </a:p>
        </p:txBody>
      </p:sp>
    </p:spTree>
    <p:extLst>
      <p:ext uri="{BB962C8B-B14F-4D97-AF65-F5344CB8AC3E}">
        <p14:creationId xmlns:p14="http://schemas.microsoft.com/office/powerpoint/2010/main" val="37076616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02C12-2BB2-70C0-BB5C-0C129E6FC0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719C07-7378-FD17-A1D8-3739E27680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51EB18-5BD0-564A-14E1-36CDC1FF0655}"/>
              </a:ext>
            </a:extLst>
          </p:cNvPr>
          <p:cNvSpPr>
            <a:spLocks noGrp="1"/>
          </p:cNvSpPr>
          <p:nvPr>
            <p:ph type="body" idx="1"/>
          </p:nvPr>
        </p:nvSpPr>
        <p:spPr/>
        <p:txBody>
          <a:bodyPr/>
          <a:lstStyle/>
          <a:p>
            <a:pPr>
              <a:buNone/>
            </a:pPr>
            <a:endParaRPr lang="en-ID" dirty="0"/>
          </a:p>
        </p:txBody>
      </p:sp>
      <p:sp>
        <p:nvSpPr>
          <p:cNvPr id="4" name="Slide Number Placeholder 3">
            <a:extLst>
              <a:ext uri="{FF2B5EF4-FFF2-40B4-BE49-F238E27FC236}">
                <a16:creationId xmlns:a16="http://schemas.microsoft.com/office/drawing/2014/main" id="{01EA533A-CD43-4B05-95D9-ECA416B09348}"/>
              </a:ext>
            </a:extLst>
          </p:cNvPr>
          <p:cNvSpPr>
            <a:spLocks noGrp="1"/>
          </p:cNvSpPr>
          <p:nvPr>
            <p:ph type="sldNum" sz="quarter" idx="5"/>
          </p:nvPr>
        </p:nvSpPr>
        <p:spPr/>
        <p:txBody>
          <a:bodyPr/>
          <a:lstStyle/>
          <a:p>
            <a:fld id="{A49B25A6-A69C-400F-8097-3592076270B3}" type="slidenum">
              <a:rPr lang="en-ID" smtClean="0"/>
              <a:t>28</a:t>
            </a:fld>
            <a:endParaRPr lang="en-ID"/>
          </a:p>
        </p:txBody>
      </p:sp>
    </p:spTree>
    <p:extLst>
      <p:ext uri="{BB962C8B-B14F-4D97-AF65-F5344CB8AC3E}">
        <p14:creationId xmlns:p14="http://schemas.microsoft.com/office/powerpoint/2010/main" val="7889654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8D38D-2F59-CD9E-EF99-D5E276EE61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3A63FF-C874-1BB2-C656-FBF5FF89EE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E35F9C-FE1C-3AB4-9319-A64DB7237C95}"/>
              </a:ext>
            </a:extLst>
          </p:cNvPr>
          <p:cNvSpPr>
            <a:spLocks noGrp="1"/>
          </p:cNvSpPr>
          <p:nvPr>
            <p:ph type="body" idx="1"/>
          </p:nvPr>
        </p:nvSpPr>
        <p:spPr/>
        <p:txBody>
          <a:bodyPr/>
          <a:lstStyle/>
          <a:p>
            <a:pPr>
              <a:buNone/>
            </a:pPr>
            <a:endParaRPr lang="en-ID" dirty="0"/>
          </a:p>
        </p:txBody>
      </p:sp>
      <p:sp>
        <p:nvSpPr>
          <p:cNvPr id="4" name="Slide Number Placeholder 3">
            <a:extLst>
              <a:ext uri="{FF2B5EF4-FFF2-40B4-BE49-F238E27FC236}">
                <a16:creationId xmlns:a16="http://schemas.microsoft.com/office/drawing/2014/main" id="{0B66DE32-0A97-E4BC-77CC-6F78C144AAF5}"/>
              </a:ext>
            </a:extLst>
          </p:cNvPr>
          <p:cNvSpPr>
            <a:spLocks noGrp="1"/>
          </p:cNvSpPr>
          <p:nvPr>
            <p:ph type="sldNum" sz="quarter" idx="5"/>
          </p:nvPr>
        </p:nvSpPr>
        <p:spPr/>
        <p:txBody>
          <a:bodyPr/>
          <a:lstStyle/>
          <a:p>
            <a:fld id="{A49B25A6-A69C-400F-8097-3592076270B3}" type="slidenum">
              <a:rPr lang="en-ID" smtClean="0"/>
              <a:t>29</a:t>
            </a:fld>
            <a:endParaRPr lang="en-ID"/>
          </a:p>
        </p:txBody>
      </p:sp>
    </p:spTree>
    <p:extLst>
      <p:ext uri="{BB962C8B-B14F-4D97-AF65-F5344CB8AC3E}">
        <p14:creationId xmlns:p14="http://schemas.microsoft.com/office/powerpoint/2010/main" val="6777391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E76EE-AA4B-2375-8986-9186C68B70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043535-CCAF-FBB0-B722-61535B5391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880992-FA51-EB54-C3B1-6EEAA815B5F7}"/>
              </a:ext>
            </a:extLst>
          </p:cNvPr>
          <p:cNvSpPr>
            <a:spLocks noGrp="1"/>
          </p:cNvSpPr>
          <p:nvPr>
            <p:ph type="body" idx="1"/>
          </p:nvPr>
        </p:nvSpPr>
        <p:spPr/>
        <p:txBody>
          <a:bodyPr/>
          <a:lstStyle/>
          <a:p>
            <a:pPr>
              <a:buNone/>
            </a:pPr>
            <a:endParaRPr lang="en-ID" dirty="0"/>
          </a:p>
        </p:txBody>
      </p:sp>
      <p:sp>
        <p:nvSpPr>
          <p:cNvPr id="4" name="Slide Number Placeholder 3">
            <a:extLst>
              <a:ext uri="{FF2B5EF4-FFF2-40B4-BE49-F238E27FC236}">
                <a16:creationId xmlns:a16="http://schemas.microsoft.com/office/drawing/2014/main" id="{D68C65D6-65E4-0BE5-A451-98BF809EEA3F}"/>
              </a:ext>
            </a:extLst>
          </p:cNvPr>
          <p:cNvSpPr>
            <a:spLocks noGrp="1"/>
          </p:cNvSpPr>
          <p:nvPr>
            <p:ph type="sldNum" sz="quarter" idx="5"/>
          </p:nvPr>
        </p:nvSpPr>
        <p:spPr/>
        <p:txBody>
          <a:bodyPr/>
          <a:lstStyle/>
          <a:p>
            <a:fld id="{A49B25A6-A69C-400F-8097-3592076270B3}" type="slidenum">
              <a:rPr lang="en-ID" smtClean="0"/>
              <a:t>30</a:t>
            </a:fld>
            <a:endParaRPr lang="en-ID"/>
          </a:p>
        </p:txBody>
      </p:sp>
    </p:spTree>
    <p:extLst>
      <p:ext uri="{BB962C8B-B14F-4D97-AF65-F5344CB8AC3E}">
        <p14:creationId xmlns:p14="http://schemas.microsoft.com/office/powerpoint/2010/main" val="23846780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00484-6CCB-FE12-064A-3EDD122D24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72A4DA-2049-39DF-96AD-79BE9A8FF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B37150-BC69-DB5C-7501-B0691B7F5083}"/>
              </a:ext>
            </a:extLst>
          </p:cNvPr>
          <p:cNvSpPr>
            <a:spLocks noGrp="1"/>
          </p:cNvSpPr>
          <p:nvPr>
            <p:ph type="body" idx="1"/>
          </p:nvPr>
        </p:nvSpPr>
        <p:spPr/>
        <p:txBody>
          <a:bodyPr/>
          <a:lstStyle/>
          <a:p>
            <a:pPr>
              <a:buNone/>
            </a:pPr>
            <a:endParaRPr lang="en-ID" dirty="0"/>
          </a:p>
        </p:txBody>
      </p:sp>
      <p:sp>
        <p:nvSpPr>
          <p:cNvPr id="4" name="Slide Number Placeholder 3">
            <a:extLst>
              <a:ext uri="{FF2B5EF4-FFF2-40B4-BE49-F238E27FC236}">
                <a16:creationId xmlns:a16="http://schemas.microsoft.com/office/drawing/2014/main" id="{79522DC8-3956-3535-0B2E-C56D309727A4}"/>
              </a:ext>
            </a:extLst>
          </p:cNvPr>
          <p:cNvSpPr>
            <a:spLocks noGrp="1"/>
          </p:cNvSpPr>
          <p:nvPr>
            <p:ph type="sldNum" sz="quarter" idx="5"/>
          </p:nvPr>
        </p:nvSpPr>
        <p:spPr/>
        <p:txBody>
          <a:bodyPr/>
          <a:lstStyle/>
          <a:p>
            <a:fld id="{A49B25A6-A69C-400F-8097-3592076270B3}" type="slidenum">
              <a:rPr lang="en-ID" smtClean="0"/>
              <a:t>31</a:t>
            </a:fld>
            <a:endParaRPr lang="en-ID"/>
          </a:p>
        </p:txBody>
      </p:sp>
    </p:spTree>
    <p:extLst>
      <p:ext uri="{BB962C8B-B14F-4D97-AF65-F5344CB8AC3E}">
        <p14:creationId xmlns:p14="http://schemas.microsoft.com/office/powerpoint/2010/main" val="2190891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69A87-A880-E6F1-F8CA-265F09C911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BB6E18-A2A9-C9E4-039A-2A9457ADA8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18590C-CCA8-5EAC-9400-280B857AE5E5}"/>
              </a:ext>
            </a:extLst>
          </p:cNvPr>
          <p:cNvSpPr>
            <a:spLocks noGrp="1"/>
          </p:cNvSpPr>
          <p:nvPr>
            <p:ph type="body" idx="1"/>
          </p:nvPr>
        </p:nvSpPr>
        <p:spPr/>
        <p:txBody>
          <a:bodyPr/>
          <a:lstStyle/>
          <a:p>
            <a:pPr>
              <a:buNone/>
            </a:pPr>
            <a:endParaRPr lang="en-ID" dirty="0"/>
          </a:p>
        </p:txBody>
      </p:sp>
      <p:sp>
        <p:nvSpPr>
          <p:cNvPr id="4" name="Slide Number Placeholder 3">
            <a:extLst>
              <a:ext uri="{FF2B5EF4-FFF2-40B4-BE49-F238E27FC236}">
                <a16:creationId xmlns:a16="http://schemas.microsoft.com/office/drawing/2014/main" id="{09D3AA75-2F73-4DA1-B507-9A5CFBBFCBAD}"/>
              </a:ext>
            </a:extLst>
          </p:cNvPr>
          <p:cNvSpPr>
            <a:spLocks noGrp="1"/>
          </p:cNvSpPr>
          <p:nvPr>
            <p:ph type="sldNum" sz="quarter" idx="5"/>
          </p:nvPr>
        </p:nvSpPr>
        <p:spPr/>
        <p:txBody>
          <a:bodyPr/>
          <a:lstStyle/>
          <a:p>
            <a:fld id="{A49B25A6-A69C-400F-8097-3592076270B3}" type="slidenum">
              <a:rPr lang="en-ID" smtClean="0"/>
              <a:t>32</a:t>
            </a:fld>
            <a:endParaRPr lang="en-ID"/>
          </a:p>
        </p:txBody>
      </p:sp>
    </p:spTree>
    <p:extLst>
      <p:ext uri="{BB962C8B-B14F-4D97-AF65-F5344CB8AC3E}">
        <p14:creationId xmlns:p14="http://schemas.microsoft.com/office/powerpoint/2010/main" val="1602348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351C7-C6D2-B851-0AAA-2161F8FA3A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1EF9A9-7F39-69C6-21FF-B4517BB3E6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52F368-094E-918C-BEEF-DE5B67D8A749}"/>
              </a:ext>
            </a:extLst>
          </p:cNvPr>
          <p:cNvSpPr>
            <a:spLocks noGrp="1"/>
          </p:cNvSpPr>
          <p:nvPr>
            <p:ph type="body" idx="1"/>
          </p:nvPr>
        </p:nvSpPr>
        <p:spPr/>
        <p:txBody>
          <a:bodyPr/>
          <a:lstStyle/>
          <a:p>
            <a:pPr>
              <a:buNone/>
            </a:pPr>
            <a:endParaRPr lang="en-ID" dirty="0"/>
          </a:p>
        </p:txBody>
      </p:sp>
      <p:sp>
        <p:nvSpPr>
          <p:cNvPr id="4" name="Slide Number Placeholder 3">
            <a:extLst>
              <a:ext uri="{FF2B5EF4-FFF2-40B4-BE49-F238E27FC236}">
                <a16:creationId xmlns:a16="http://schemas.microsoft.com/office/drawing/2014/main" id="{11061A7F-27F9-74A9-BC05-30464A059383}"/>
              </a:ext>
            </a:extLst>
          </p:cNvPr>
          <p:cNvSpPr>
            <a:spLocks noGrp="1"/>
          </p:cNvSpPr>
          <p:nvPr>
            <p:ph type="sldNum" sz="quarter" idx="5"/>
          </p:nvPr>
        </p:nvSpPr>
        <p:spPr/>
        <p:txBody>
          <a:bodyPr/>
          <a:lstStyle/>
          <a:p>
            <a:fld id="{A49B25A6-A69C-400F-8097-3592076270B3}" type="slidenum">
              <a:rPr lang="en-ID" smtClean="0"/>
              <a:t>33</a:t>
            </a:fld>
            <a:endParaRPr lang="en-ID"/>
          </a:p>
        </p:txBody>
      </p:sp>
    </p:spTree>
    <p:extLst>
      <p:ext uri="{BB962C8B-B14F-4D97-AF65-F5344CB8AC3E}">
        <p14:creationId xmlns:p14="http://schemas.microsoft.com/office/powerpoint/2010/main" val="3543710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C0EA0-AB74-AB31-F960-338B980431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4F60F3-32BB-C15F-9BE5-9D9F51D857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7CBF77-577F-9151-262A-B826E1169168}"/>
              </a:ext>
            </a:extLst>
          </p:cNvPr>
          <p:cNvSpPr>
            <a:spLocks noGrp="1"/>
          </p:cNvSpPr>
          <p:nvPr>
            <p:ph type="body" idx="1"/>
          </p:nvPr>
        </p:nvSpPr>
        <p:spPr/>
        <p:txBody>
          <a:bodyPr/>
          <a:lstStyle/>
          <a:p>
            <a:pPr>
              <a:buNone/>
            </a:pPr>
            <a:endParaRPr lang="en-ID" dirty="0"/>
          </a:p>
        </p:txBody>
      </p:sp>
      <p:sp>
        <p:nvSpPr>
          <p:cNvPr id="4" name="Slide Number Placeholder 3">
            <a:extLst>
              <a:ext uri="{FF2B5EF4-FFF2-40B4-BE49-F238E27FC236}">
                <a16:creationId xmlns:a16="http://schemas.microsoft.com/office/drawing/2014/main" id="{804A1FF9-C1F6-B016-0061-1E24E12A4BBD}"/>
              </a:ext>
            </a:extLst>
          </p:cNvPr>
          <p:cNvSpPr>
            <a:spLocks noGrp="1"/>
          </p:cNvSpPr>
          <p:nvPr>
            <p:ph type="sldNum" sz="quarter" idx="5"/>
          </p:nvPr>
        </p:nvSpPr>
        <p:spPr/>
        <p:txBody>
          <a:bodyPr/>
          <a:lstStyle/>
          <a:p>
            <a:fld id="{A49B25A6-A69C-400F-8097-3592076270B3}" type="slidenum">
              <a:rPr lang="en-ID" smtClean="0"/>
              <a:t>34</a:t>
            </a:fld>
            <a:endParaRPr lang="en-ID"/>
          </a:p>
        </p:txBody>
      </p:sp>
    </p:spTree>
    <p:extLst>
      <p:ext uri="{BB962C8B-B14F-4D97-AF65-F5344CB8AC3E}">
        <p14:creationId xmlns:p14="http://schemas.microsoft.com/office/powerpoint/2010/main" val="29600144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C0142-5C5D-C861-0101-A8B1239E7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C47E7B-746C-F008-BC12-97DC6D4795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733422-F711-EBC0-691D-A6E35A75A486}"/>
              </a:ext>
            </a:extLst>
          </p:cNvPr>
          <p:cNvSpPr>
            <a:spLocks noGrp="1"/>
          </p:cNvSpPr>
          <p:nvPr>
            <p:ph type="body" idx="1"/>
          </p:nvPr>
        </p:nvSpPr>
        <p:spPr/>
        <p:txBody>
          <a:bodyPr/>
          <a:lstStyle/>
          <a:p>
            <a:pPr>
              <a:buNone/>
            </a:pPr>
            <a:endParaRPr lang="en-ID" dirty="0"/>
          </a:p>
        </p:txBody>
      </p:sp>
      <p:sp>
        <p:nvSpPr>
          <p:cNvPr id="4" name="Slide Number Placeholder 3">
            <a:extLst>
              <a:ext uri="{FF2B5EF4-FFF2-40B4-BE49-F238E27FC236}">
                <a16:creationId xmlns:a16="http://schemas.microsoft.com/office/drawing/2014/main" id="{1C82C7C4-91BA-2769-7C84-77320C304279}"/>
              </a:ext>
            </a:extLst>
          </p:cNvPr>
          <p:cNvSpPr>
            <a:spLocks noGrp="1"/>
          </p:cNvSpPr>
          <p:nvPr>
            <p:ph type="sldNum" sz="quarter" idx="5"/>
          </p:nvPr>
        </p:nvSpPr>
        <p:spPr/>
        <p:txBody>
          <a:bodyPr/>
          <a:lstStyle/>
          <a:p>
            <a:fld id="{A49B25A6-A69C-400F-8097-3592076270B3}" type="slidenum">
              <a:rPr lang="en-ID" smtClean="0"/>
              <a:t>35</a:t>
            </a:fld>
            <a:endParaRPr lang="en-ID"/>
          </a:p>
        </p:txBody>
      </p:sp>
    </p:spTree>
    <p:extLst>
      <p:ext uri="{BB962C8B-B14F-4D97-AF65-F5344CB8AC3E}">
        <p14:creationId xmlns:p14="http://schemas.microsoft.com/office/powerpoint/2010/main" val="7789510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40FB0-6F43-02FA-A12E-935B479EFC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A1B996-2B50-04F5-8076-11F9E48A0D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30B046-7AE8-BA9E-99C0-1C8EFB066526}"/>
              </a:ext>
            </a:extLst>
          </p:cNvPr>
          <p:cNvSpPr>
            <a:spLocks noGrp="1"/>
          </p:cNvSpPr>
          <p:nvPr>
            <p:ph type="body" idx="1"/>
          </p:nvPr>
        </p:nvSpPr>
        <p:spPr/>
        <p:txBody>
          <a:bodyPr/>
          <a:lstStyle/>
          <a:p>
            <a:pPr>
              <a:buNone/>
            </a:pPr>
            <a:endParaRPr lang="en-ID" dirty="0"/>
          </a:p>
        </p:txBody>
      </p:sp>
      <p:sp>
        <p:nvSpPr>
          <p:cNvPr id="4" name="Slide Number Placeholder 3">
            <a:extLst>
              <a:ext uri="{FF2B5EF4-FFF2-40B4-BE49-F238E27FC236}">
                <a16:creationId xmlns:a16="http://schemas.microsoft.com/office/drawing/2014/main" id="{EF789DFC-7020-E37C-1FEB-F65C4733516D}"/>
              </a:ext>
            </a:extLst>
          </p:cNvPr>
          <p:cNvSpPr>
            <a:spLocks noGrp="1"/>
          </p:cNvSpPr>
          <p:nvPr>
            <p:ph type="sldNum" sz="quarter" idx="5"/>
          </p:nvPr>
        </p:nvSpPr>
        <p:spPr/>
        <p:txBody>
          <a:bodyPr/>
          <a:lstStyle/>
          <a:p>
            <a:fld id="{A49B25A6-A69C-400F-8097-3592076270B3}" type="slidenum">
              <a:rPr lang="en-ID" smtClean="0"/>
              <a:t>36</a:t>
            </a:fld>
            <a:endParaRPr lang="en-ID"/>
          </a:p>
        </p:txBody>
      </p:sp>
    </p:spTree>
    <p:extLst>
      <p:ext uri="{BB962C8B-B14F-4D97-AF65-F5344CB8AC3E}">
        <p14:creationId xmlns:p14="http://schemas.microsoft.com/office/powerpoint/2010/main" val="28020592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808A3-ED25-32E4-A2B8-468044C668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CDD625-2447-B377-D964-D78B98A6F6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29F796-3509-65E9-A52A-4D3C2E40B45C}"/>
              </a:ext>
            </a:extLst>
          </p:cNvPr>
          <p:cNvSpPr>
            <a:spLocks noGrp="1"/>
          </p:cNvSpPr>
          <p:nvPr>
            <p:ph type="body" idx="1"/>
          </p:nvPr>
        </p:nvSpPr>
        <p:spPr/>
        <p:txBody>
          <a:bodyPr/>
          <a:lstStyle/>
          <a:p>
            <a:pPr>
              <a:buNone/>
            </a:pPr>
            <a:endParaRPr lang="en-ID" dirty="0"/>
          </a:p>
        </p:txBody>
      </p:sp>
      <p:sp>
        <p:nvSpPr>
          <p:cNvPr id="4" name="Slide Number Placeholder 3">
            <a:extLst>
              <a:ext uri="{FF2B5EF4-FFF2-40B4-BE49-F238E27FC236}">
                <a16:creationId xmlns:a16="http://schemas.microsoft.com/office/drawing/2014/main" id="{F742361A-4CB9-EAF3-DA4A-94F7B7117320}"/>
              </a:ext>
            </a:extLst>
          </p:cNvPr>
          <p:cNvSpPr>
            <a:spLocks noGrp="1"/>
          </p:cNvSpPr>
          <p:nvPr>
            <p:ph type="sldNum" sz="quarter" idx="5"/>
          </p:nvPr>
        </p:nvSpPr>
        <p:spPr/>
        <p:txBody>
          <a:bodyPr/>
          <a:lstStyle/>
          <a:p>
            <a:fld id="{A49B25A6-A69C-400F-8097-3592076270B3}" type="slidenum">
              <a:rPr lang="en-ID" smtClean="0"/>
              <a:t>37</a:t>
            </a:fld>
            <a:endParaRPr lang="en-ID"/>
          </a:p>
        </p:txBody>
      </p:sp>
    </p:spTree>
    <p:extLst>
      <p:ext uri="{BB962C8B-B14F-4D97-AF65-F5344CB8AC3E}">
        <p14:creationId xmlns:p14="http://schemas.microsoft.com/office/powerpoint/2010/main" val="35233321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2030F-8379-562D-B6CF-75D53A94CA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A15F69-BF4B-4731-9775-4FA428C315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32D863-81EA-9F12-EC04-DFF366A55CBA}"/>
              </a:ext>
            </a:extLst>
          </p:cNvPr>
          <p:cNvSpPr>
            <a:spLocks noGrp="1"/>
          </p:cNvSpPr>
          <p:nvPr>
            <p:ph type="body" idx="1"/>
          </p:nvPr>
        </p:nvSpPr>
        <p:spPr/>
        <p:txBody>
          <a:bodyPr/>
          <a:lstStyle/>
          <a:p>
            <a:pPr>
              <a:buNone/>
            </a:pPr>
            <a:endParaRPr lang="en-ID" dirty="0"/>
          </a:p>
        </p:txBody>
      </p:sp>
      <p:sp>
        <p:nvSpPr>
          <p:cNvPr id="4" name="Slide Number Placeholder 3">
            <a:extLst>
              <a:ext uri="{FF2B5EF4-FFF2-40B4-BE49-F238E27FC236}">
                <a16:creationId xmlns:a16="http://schemas.microsoft.com/office/drawing/2014/main" id="{AC6FF6E9-3FCA-C9E4-F92B-9D73676CC92A}"/>
              </a:ext>
            </a:extLst>
          </p:cNvPr>
          <p:cNvSpPr>
            <a:spLocks noGrp="1"/>
          </p:cNvSpPr>
          <p:nvPr>
            <p:ph type="sldNum" sz="quarter" idx="5"/>
          </p:nvPr>
        </p:nvSpPr>
        <p:spPr/>
        <p:txBody>
          <a:bodyPr/>
          <a:lstStyle/>
          <a:p>
            <a:fld id="{A49B25A6-A69C-400F-8097-3592076270B3}" type="slidenum">
              <a:rPr lang="en-ID" smtClean="0"/>
              <a:t>38</a:t>
            </a:fld>
            <a:endParaRPr lang="en-ID"/>
          </a:p>
        </p:txBody>
      </p:sp>
    </p:spTree>
    <p:extLst>
      <p:ext uri="{BB962C8B-B14F-4D97-AF65-F5344CB8AC3E}">
        <p14:creationId xmlns:p14="http://schemas.microsoft.com/office/powerpoint/2010/main" val="20790430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C9C88-CB70-0AD7-8139-ED7F4BF0C1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BFD11E-FA3A-24AF-FA0E-3B571F506E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E339A9-5E07-FCC6-1FF4-7CF54E5242C8}"/>
              </a:ext>
            </a:extLst>
          </p:cNvPr>
          <p:cNvSpPr>
            <a:spLocks noGrp="1"/>
          </p:cNvSpPr>
          <p:nvPr>
            <p:ph type="body" idx="1"/>
          </p:nvPr>
        </p:nvSpPr>
        <p:spPr/>
        <p:txBody>
          <a:bodyPr/>
          <a:lstStyle/>
          <a:p>
            <a:pPr>
              <a:buNone/>
            </a:pPr>
            <a:endParaRPr lang="en-ID" dirty="0"/>
          </a:p>
        </p:txBody>
      </p:sp>
      <p:sp>
        <p:nvSpPr>
          <p:cNvPr id="4" name="Slide Number Placeholder 3">
            <a:extLst>
              <a:ext uri="{FF2B5EF4-FFF2-40B4-BE49-F238E27FC236}">
                <a16:creationId xmlns:a16="http://schemas.microsoft.com/office/drawing/2014/main" id="{63B8EE5C-ECC0-BEB2-06C9-20A21D85B6DE}"/>
              </a:ext>
            </a:extLst>
          </p:cNvPr>
          <p:cNvSpPr>
            <a:spLocks noGrp="1"/>
          </p:cNvSpPr>
          <p:nvPr>
            <p:ph type="sldNum" sz="quarter" idx="5"/>
          </p:nvPr>
        </p:nvSpPr>
        <p:spPr/>
        <p:txBody>
          <a:bodyPr/>
          <a:lstStyle/>
          <a:p>
            <a:fld id="{A49B25A6-A69C-400F-8097-3592076270B3}" type="slidenum">
              <a:rPr lang="en-ID" smtClean="0"/>
              <a:t>39</a:t>
            </a:fld>
            <a:endParaRPr lang="en-ID"/>
          </a:p>
        </p:txBody>
      </p:sp>
    </p:spTree>
    <p:extLst>
      <p:ext uri="{BB962C8B-B14F-4D97-AF65-F5344CB8AC3E}">
        <p14:creationId xmlns:p14="http://schemas.microsoft.com/office/powerpoint/2010/main" val="19299879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8DC19-3D51-FF98-0735-C35D85BA05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589DDC-93E9-089C-82EE-27B18DB7E5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87D590-BDA9-D302-4AF3-5DACA8EF7F8E}"/>
              </a:ext>
            </a:extLst>
          </p:cNvPr>
          <p:cNvSpPr>
            <a:spLocks noGrp="1"/>
          </p:cNvSpPr>
          <p:nvPr>
            <p:ph type="body" idx="1"/>
          </p:nvPr>
        </p:nvSpPr>
        <p:spPr/>
        <p:txBody>
          <a:bodyPr/>
          <a:lstStyle/>
          <a:p>
            <a:pPr>
              <a:buNone/>
            </a:pPr>
            <a:endParaRPr lang="en-ID" dirty="0"/>
          </a:p>
        </p:txBody>
      </p:sp>
      <p:sp>
        <p:nvSpPr>
          <p:cNvPr id="4" name="Slide Number Placeholder 3">
            <a:extLst>
              <a:ext uri="{FF2B5EF4-FFF2-40B4-BE49-F238E27FC236}">
                <a16:creationId xmlns:a16="http://schemas.microsoft.com/office/drawing/2014/main" id="{50ACC55D-524D-FCF2-57F1-6D6973ADABAF}"/>
              </a:ext>
            </a:extLst>
          </p:cNvPr>
          <p:cNvSpPr>
            <a:spLocks noGrp="1"/>
          </p:cNvSpPr>
          <p:nvPr>
            <p:ph type="sldNum" sz="quarter" idx="5"/>
          </p:nvPr>
        </p:nvSpPr>
        <p:spPr/>
        <p:txBody>
          <a:bodyPr/>
          <a:lstStyle/>
          <a:p>
            <a:fld id="{A49B25A6-A69C-400F-8097-3592076270B3}" type="slidenum">
              <a:rPr lang="en-ID" smtClean="0"/>
              <a:t>40</a:t>
            </a:fld>
            <a:endParaRPr lang="en-ID"/>
          </a:p>
        </p:txBody>
      </p:sp>
    </p:spTree>
    <p:extLst>
      <p:ext uri="{BB962C8B-B14F-4D97-AF65-F5344CB8AC3E}">
        <p14:creationId xmlns:p14="http://schemas.microsoft.com/office/powerpoint/2010/main" val="19898739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55354-815E-163F-7768-A7FD017D0C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7E1AFD-C66C-5E25-78FC-DC549D78B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4D1A94-5C2E-AF08-6D72-E720E7B49F2C}"/>
              </a:ext>
            </a:extLst>
          </p:cNvPr>
          <p:cNvSpPr>
            <a:spLocks noGrp="1"/>
          </p:cNvSpPr>
          <p:nvPr>
            <p:ph type="body" idx="1"/>
          </p:nvPr>
        </p:nvSpPr>
        <p:spPr/>
        <p:txBody>
          <a:bodyPr/>
          <a:lstStyle/>
          <a:p>
            <a:pPr>
              <a:buNone/>
            </a:pPr>
            <a:endParaRPr lang="en-ID" dirty="0"/>
          </a:p>
        </p:txBody>
      </p:sp>
      <p:sp>
        <p:nvSpPr>
          <p:cNvPr id="4" name="Slide Number Placeholder 3">
            <a:extLst>
              <a:ext uri="{FF2B5EF4-FFF2-40B4-BE49-F238E27FC236}">
                <a16:creationId xmlns:a16="http://schemas.microsoft.com/office/drawing/2014/main" id="{98279FBE-6D4E-0194-3489-F32D40B0B797}"/>
              </a:ext>
            </a:extLst>
          </p:cNvPr>
          <p:cNvSpPr>
            <a:spLocks noGrp="1"/>
          </p:cNvSpPr>
          <p:nvPr>
            <p:ph type="sldNum" sz="quarter" idx="5"/>
          </p:nvPr>
        </p:nvSpPr>
        <p:spPr/>
        <p:txBody>
          <a:bodyPr/>
          <a:lstStyle/>
          <a:p>
            <a:fld id="{A49B25A6-A69C-400F-8097-3592076270B3}" type="slidenum">
              <a:rPr lang="en-ID" smtClean="0"/>
              <a:t>41</a:t>
            </a:fld>
            <a:endParaRPr lang="en-ID"/>
          </a:p>
        </p:txBody>
      </p:sp>
    </p:spTree>
    <p:extLst>
      <p:ext uri="{BB962C8B-B14F-4D97-AF65-F5344CB8AC3E}">
        <p14:creationId xmlns:p14="http://schemas.microsoft.com/office/powerpoint/2010/main" val="11904521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89830-E52E-E42C-E1D0-7357BC4983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9AB7DD-0642-89E6-4AE1-124EEB0CC6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8A3695-8B57-EC11-6177-BCBEC58FF402}"/>
              </a:ext>
            </a:extLst>
          </p:cNvPr>
          <p:cNvSpPr>
            <a:spLocks noGrp="1"/>
          </p:cNvSpPr>
          <p:nvPr>
            <p:ph type="body" idx="1"/>
          </p:nvPr>
        </p:nvSpPr>
        <p:spPr/>
        <p:txBody>
          <a:bodyPr/>
          <a:lstStyle/>
          <a:p>
            <a:pPr>
              <a:buNone/>
            </a:pPr>
            <a:endParaRPr lang="en-ID" dirty="0"/>
          </a:p>
        </p:txBody>
      </p:sp>
      <p:sp>
        <p:nvSpPr>
          <p:cNvPr id="4" name="Slide Number Placeholder 3">
            <a:extLst>
              <a:ext uri="{FF2B5EF4-FFF2-40B4-BE49-F238E27FC236}">
                <a16:creationId xmlns:a16="http://schemas.microsoft.com/office/drawing/2014/main" id="{57BBA6A9-B159-104C-3BE5-276F13111F27}"/>
              </a:ext>
            </a:extLst>
          </p:cNvPr>
          <p:cNvSpPr>
            <a:spLocks noGrp="1"/>
          </p:cNvSpPr>
          <p:nvPr>
            <p:ph type="sldNum" sz="quarter" idx="5"/>
          </p:nvPr>
        </p:nvSpPr>
        <p:spPr/>
        <p:txBody>
          <a:bodyPr/>
          <a:lstStyle/>
          <a:p>
            <a:fld id="{A49B25A6-A69C-400F-8097-3592076270B3}" type="slidenum">
              <a:rPr lang="en-ID" smtClean="0"/>
              <a:t>42</a:t>
            </a:fld>
            <a:endParaRPr lang="en-ID"/>
          </a:p>
        </p:txBody>
      </p:sp>
    </p:spTree>
    <p:extLst>
      <p:ext uri="{BB962C8B-B14F-4D97-AF65-F5344CB8AC3E}">
        <p14:creationId xmlns:p14="http://schemas.microsoft.com/office/powerpoint/2010/main" val="33067786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ID" b="1" dirty="0" err="1"/>
              <a:t>Memahami</a:t>
            </a:r>
            <a:r>
              <a:rPr lang="en-ID" b="1" dirty="0"/>
              <a:t> </a:t>
            </a:r>
            <a:r>
              <a:rPr lang="en-ID" b="1" dirty="0" err="1"/>
              <a:t>fungsionalitas</a:t>
            </a:r>
            <a:r>
              <a:rPr lang="en-ID" b="1" dirty="0"/>
              <a:t> </a:t>
            </a:r>
            <a:r>
              <a:rPr lang="en-ID" b="1" dirty="0" err="1"/>
              <a:t>berbagai</a:t>
            </a:r>
            <a:r>
              <a:rPr lang="en-ID" b="1" dirty="0"/>
              <a:t> tools dan software</a:t>
            </a:r>
            <a:br>
              <a:rPr lang="en-ID" dirty="0"/>
            </a:br>
            <a:r>
              <a:rPr lang="en-ID" dirty="0"/>
              <a:t>→ </a:t>
            </a:r>
            <a:r>
              <a:rPr lang="en-ID" dirty="0" err="1"/>
              <a:t>Peserta</a:t>
            </a:r>
            <a:r>
              <a:rPr lang="en-ID" dirty="0"/>
              <a:t> </a:t>
            </a:r>
            <a:r>
              <a:rPr lang="en-ID" dirty="0" err="1"/>
              <a:t>akan</a:t>
            </a:r>
            <a:r>
              <a:rPr lang="en-ID" dirty="0"/>
              <a:t> </a:t>
            </a:r>
            <a:r>
              <a:rPr lang="en-ID" dirty="0" err="1"/>
              <a:t>mempelajari</a:t>
            </a:r>
            <a:r>
              <a:rPr lang="en-ID" dirty="0"/>
              <a:t> </a:t>
            </a:r>
            <a:r>
              <a:rPr lang="en-ID" dirty="0" err="1"/>
              <a:t>bagaimana</a:t>
            </a:r>
            <a:r>
              <a:rPr lang="en-ID" dirty="0"/>
              <a:t> </a:t>
            </a:r>
            <a:r>
              <a:rPr lang="en-ID" dirty="0" err="1"/>
              <a:t>alat</a:t>
            </a:r>
            <a:r>
              <a:rPr lang="en-ID" dirty="0"/>
              <a:t> </a:t>
            </a:r>
            <a:r>
              <a:rPr lang="en-ID" dirty="0" err="1"/>
              <a:t>atau</a:t>
            </a:r>
            <a:r>
              <a:rPr lang="en-ID" dirty="0"/>
              <a:t> software </a:t>
            </a:r>
            <a:r>
              <a:rPr lang="en-ID" dirty="0" err="1"/>
              <a:t>tertentu</a:t>
            </a:r>
            <a:r>
              <a:rPr lang="en-ID" dirty="0"/>
              <a:t> </a:t>
            </a:r>
            <a:r>
              <a:rPr lang="en-ID" dirty="0" err="1"/>
              <a:t>bekerja</a:t>
            </a:r>
            <a:r>
              <a:rPr lang="en-ID" dirty="0"/>
              <a:t>, </a:t>
            </a:r>
            <a:r>
              <a:rPr lang="en-ID" dirty="0" err="1"/>
              <a:t>fitur-fiturnya</a:t>
            </a:r>
            <a:r>
              <a:rPr lang="en-ID" dirty="0"/>
              <a:t>, </a:t>
            </a:r>
            <a:r>
              <a:rPr lang="en-ID" dirty="0" err="1"/>
              <a:t>serta</a:t>
            </a:r>
            <a:r>
              <a:rPr lang="en-ID" dirty="0"/>
              <a:t> </a:t>
            </a:r>
            <a:r>
              <a:rPr lang="en-ID" dirty="0" err="1"/>
              <a:t>bagaimana</a:t>
            </a:r>
            <a:r>
              <a:rPr lang="en-ID" dirty="0"/>
              <a:t> </a:t>
            </a:r>
            <a:r>
              <a:rPr lang="en-ID" dirty="0" err="1"/>
              <a:t>mereka</a:t>
            </a:r>
            <a:r>
              <a:rPr lang="en-ID" dirty="0"/>
              <a:t> </a:t>
            </a:r>
            <a:r>
              <a:rPr lang="en-ID" dirty="0" err="1"/>
              <a:t>dapat</a:t>
            </a:r>
            <a:r>
              <a:rPr lang="en-ID" dirty="0"/>
              <a:t> </a:t>
            </a:r>
            <a:r>
              <a:rPr lang="en-ID" dirty="0" err="1"/>
              <a:t>digunakan</a:t>
            </a:r>
            <a:r>
              <a:rPr lang="en-ID" dirty="0"/>
              <a:t> </a:t>
            </a:r>
            <a:r>
              <a:rPr lang="en-ID" dirty="0" err="1"/>
              <a:t>dalam</a:t>
            </a:r>
            <a:r>
              <a:rPr lang="en-ID" dirty="0"/>
              <a:t> </a:t>
            </a:r>
            <a:r>
              <a:rPr lang="en-ID" dirty="0" err="1"/>
              <a:t>berbagai</a:t>
            </a:r>
            <a:r>
              <a:rPr lang="en-ID" dirty="0"/>
              <a:t> </a:t>
            </a:r>
            <a:r>
              <a:rPr lang="en-ID" dirty="0" err="1"/>
              <a:t>konteks</a:t>
            </a:r>
            <a:r>
              <a:rPr lang="en-ID" dirty="0"/>
              <a:t>.</a:t>
            </a:r>
          </a:p>
          <a:p>
            <a:pPr>
              <a:buNone/>
            </a:pPr>
            <a:r>
              <a:rPr lang="en-ID" b="1" dirty="0" err="1"/>
              <a:t>Mengidentifikasi</a:t>
            </a:r>
            <a:r>
              <a:rPr lang="en-ID" b="1" dirty="0"/>
              <a:t> </a:t>
            </a:r>
            <a:r>
              <a:rPr lang="en-ID" b="1" dirty="0" err="1"/>
              <a:t>kelebihan</a:t>
            </a:r>
            <a:r>
              <a:rPr lang="en-ID" b="1" dirty="0"/>
              <a:t> dan </a:t>
            </a:r>
            <a:r>
              <a:rPr lang="en-ID" b="1" dirty="0" err="1"/>
              <a:t>kekurangan</a:t>
            </a:r>
            <a:r>
              <a:rPr lang="en-ID" b="1" dirty="0"/>
              <a:t> </a:t>
            </a:r>
            <a:r>
              <a:rPr lang="en-ID" b="1" dirty="0" err="1"/>
              <a:t>dari</a:t>
            </a:r>
            <a:r>
              <a:rPr lang="en-ID" b="1" dirty="0"/>
              <a:t> </a:t>
            </a:r>
            <a:r>
              <a:rPr lang="en-ID" b="1" dirty="0" err="1"/>
              <a:t>setiap</a:t>
            </a:r>
            <a:r>
              <a:rPr lang="en-ID" b="1" dirty="0"/>
              <a:t> </a:t>
            </a:r>
            <a:r>
              <a:rPr lang="en-ID" b="1" dirty="0" err="1"/>
              <a:t>teknologi</a:t>
            </a:r>
            <a:br>
              <a:rPr lang="en-ID" dirty="0"/>
            </a:br>
            <a:r>
              <a:rPr lang="en-ID" dirty="0"/>
              <a:t>→ </a:t>
            </a:r>
            <a:r>
              <a:rPr lang="en-ID" dirty="0" err="1"/>
              <a:t>Peserta</a:t>
            </a:r>
            <a:r>
              <a:rPr lang="en-ID" dirty="0"/>
              <a:t> </a:t>
            </a:r>
            <a:r>
              <a:rPr lang="en-ID" dirty="0" err="1"/>
              <a:t>akan</a:t>
            </a:r>
            <a:r>
              <a:rPr lang="en-ID" dirty="0"/>
              <a:t> </a:t>
            </a:r>
            <a:r>
              <a:rPr lang="en-ID" dirty="0" err="1"/>
              <a:t>membandingkan</a:t>
            </a:r>
            <a:r>
              <a:rPr lang="en-ID" dirty="0"/>
              <a:t> </a:t>
            </a:r>
            <a:r>
              <a:rPr lang="en-ID" dirty="0" err="1"/>
              <a:t>berbagai</a:t>
            </a:r>
            <a:r>
              <a:rPr lang="en-ID" dirty="0"/>
              <a:t> </a:t>
            </a:r>
            <a:r>
              <a:rPr lang="en-ID" dirty="0" err="1"/>
              <a:t>teknologi</a:t>
            </a:r>
            <a:r>
              <a:rPr lang="en-ID" dirty="0"/>
              <a:t>/software </a:t>
            </a:r>
            <a:r>
              <a:rPr lang="en-ID" dirty="0" err="1"/>
              <a:t>berdasarkan</a:t>
            </a:r>
            <a:r>
              <a:rPr lang="en-ID" dirty="0"/>
              <a:t> </a:t>
            </a:r>
            <a:r>
              <a:rPr lang="en-ID" dirty="0" err="1"/>
              <a:t>aspek-aspek</a:t>
            </a:r>
            <a:r>
              <a:rPr lang="en-ID" dirty="0"/>
              <a:t> </a:t>
            </a:r>
            <a:r>
              <a:rPr lang="en-ID" dirty="0" err="1"/>
              <a:t>seperti</a:t>
            </a:r>
            <a:r>
              <a:rPr lang="en-ID" dirty="0"/>
              <a:t> </a:t>
            </a:r>
            <a:r>
              <a:rPr lang="en-ID" dirty="0" err="1"/>
              <a:t>performa</a:t>
            </a:r>
            <a:r>
              <a:rPr lang="en-ID" dirty="0"/>
              <a:t>, </a:t>
            </a:r>
            <a:r>
              <a:rPr lang="en-ID" dirty="0" err="1"/>
              <a:t>kemudahan</a:t>
            </a:r>
            <a:r>
              <a:rPr lang="en-ID" dirty="0"/>
              <a:t> </a:t>
            </a:r>
            <a:r>
              <a:rPr lang="en-ID" dirty="0" err="1"/>
              <a:t>penggunaan</a:t>
            </a:r>
            <a:r>
              <a:rPr lang="en-ID" dirty="0"/>
              <a:t>, </a:t>
            </a:r>
            <a:r>
              <a:rPr lang="en-ID" dirty="0" err="1"/>
              <a:t>skalabilitas</a:t>
            </a:r>
            <a:r>
              <a:rPr lang="en-ID" dirty="0"/>
              <a:t>, dan </a:t>
            </a:r>
            <a:r>
              <a:rPr lang="en-ID" dirty="0" err="1"/>
              <a:t>biaya</a:t>
            </a:r>
            <a:r>
              <a:rPr lang="en-ID" dirty="0"/>
              <a:t>.</a:t>
            </a:r>
          </a:p>
          <a:p>
            <a:pPr>
              <a:buNone/>
            </a:pPr>
            <a:r>
              <a:rPr lang="en-ID" b="1" dirty="0" err="1"/>
              <a:t>Menganalisis</a:t>
            </a:r>
            <a:r>
              <a:rPr lang="en-ID" b="1" dirty="0"/>
              <a:t> </a:t>
            </a:r>
            <a:r>
              <a:rPr lang="en-ID" b="1" dirty="0" err="1"/>
              <a:t>performa</a:t>
            </a:r>
            <a:r>
              <a:rPr lang="en-ID" b="1" dirty="0"/>
              <a:t> </a:t>
            </a:r>
            <a:r>
              <a:rPr lang="en-ID" b="1" dirty="0" err="1"/>
              <a:t>dalam</a:t>
            </a:r>
            <a:r>
              <a:rPr lang="en-ID" b="1" dirty="0"/>
              <a:t> </a:t>
            </a:r>
            <a:r>
              <a:rPr lang="en-ID" b="1" dirty="0" err="1"/>
              <a:t>berbagai</a:t>
            </a:r>
            <a:r>
              <a:rPr lang="en-ID" b="1" dirty="0"/>
              <a:t> </a:t>
            </a:r>
            <a:r>
              <a:rPr lang="en-ID" b="1" dirty="0" err="1"/>
              <a:t>kasus</a:t>
            </a:r>
            <a:r>
              <a:rPr lang="en-ID" b="1" dirty="0"/>
              <a:t> </a:t>
            </a:r>
            <a:r>
              <a:rPr lang="en-ID" b="1" dirty="0" err="1"/>
              <a:t>penggunaan</a:t>
            </a:r>
            <a:br>
              <a:rPr lang="en-ID" dirty="0"/>
            </a:br>
            <a:r>
              <a:rPr lang="en-ID" dirty="0"/>
              <a:t>→ </a:t>
            </a:r>
            <a:r>
              <a:rPr lang="en-ID" dirty="0" err="1"/>
              <a:t>Peserta</a:t>
            </a:r>
            <a:r>
              <a:rPr lang="en-ID" dirty="0"/>
              <a:t> </a:t>
            </a:r>
            <a:r>
              <a:rPr lang="en-ID" dirty="0" err="1"/>
              <a:t>akan</a:t>
            </a:r>
            <a:r>
              <a:rPr lang="en-ID" dirty="0"/>
              <a:t> </a:t>
            </a:r>
            <a:r>
              <a:rPr lang="en-ID" dirty="0" err="1"/>
              <a:t>melakukan</a:t>
            </a:r>
            <a:r>
              <a:rPr lang="en-ID" dirty="0"/>
              <a:t> uji </a:t>
            </a:r>
            <a:r>
              <a:rPr lang="en-ID" dirty="0" err="1"/>
              <a:t>coba</a:t>
            </a:r>
            <a:r>
              <a:rPr lang="en-ID" dirty="0"/>
              <a:t> dan </a:t>
            </a:r>
            <a:r>
              <a:rPr lang="en-ID" dirty="0" err="1"/>
              <a:t>evaluasi</a:t>
            </a:r>
            <a:r>
              <a:rPr lang="en-ID" dirty="0"/>
              <a:t> </a:t>
            </a:r>
            <a:r>
              <a:rPr lang="en-ID" dirty="0" err="1"/>
              <a:t>bagaimana</a:t>
            </a:r>
            <a:r>
              <a:rPr lang="en-ID" dirty="0"/>
              <a:t> software </a:t>
            </a:r>
            <a:r>
              <a:rPr lang="en-ID" dirty="0" err="1"/>
              <a:t>atau</a:t>
            </a:r>
            <a:r>
              <a:rPr lang="en-ID" dirty="0"/>
              <a:t> tools </a:t>
            </a:r>
            <a:r>
              <a:rPr lang="en-ID" dirty="0" err="1"/>
              <a:t>tertentu</a:t>
            </a:r>
            <a:r>
              <a:rPr lang="en-ID" dirty="0"/>
              <a:t> </a:t>
            </a:r>
            <a:r>
              <a:rPr lang="en-ID" dirty="0" err="1"/>
              <a:t>bekerja</a:t>
            </a:r>
            <a:r>
              <a:rPr lang="en-ID" dirty="0"/>
              <a:t> </a:t>
            </a:r>
            <a:r>
              <a:rPr lang="en-ID" dirty="0" err="1"/>
              <a:t>dalam</a:t>
            </a:r>
            <a:r>
              <a:rPr lang="en-ID" dirty="0"/>
              <a:t> </a:t>
            </a:r>
            <a:r>
              <a:rPr lang="en-ID" dirty="0" err="1"/>
              <a:t>berbagai</a:t>
            </a:r>
            <a:r>
              <a:rPr lang="en-ID" dirty="0"/>
              <a:t> </a:t>
            </a:r>
            <a:r>
              <a:rPr lang="en-ID" dirty="0" err="1"/>
              <a:t>skenario</a:t>
            </a:r>
            <a:r>
              <a:rPr lang="en-ID" dirty="0"/>
              <a:t>, </a:t>
            </a:r>
            <a:r>
              <a:rPr lang="en-ID" dirty="0" err="1"/>
              <a:t>misalnya</a:t>
            </a:r>
            <a:r>
              <a:rPr lang="en-ID" dirty="0"/>
              <a:t> </a:t>
            </a:r>
            <a:r>
              <a:rPr lang="en-ID" dirty="0" err="1"/>
              <a:t>dalam</a:t>
            </a:r>
            <a:r>
              <a:rPr lang="en-ID" dirty="0"/>
              <a:t> </a:t>
            </a:r>
            <a:r>
              <a:rPr lang="en-ID" dirty="0" err="1"/>
              <a:t>pengolahan</a:t>
            </a:r>
            <a:r>
              <a:rPr lang="en-ID" dirty="0"/>
              <a:t> data </a:t>
            </a:r>
            <a:r>
              <a:rPr lang="en-ID" dirty="0" err="1"/>
              <a:t>besar</a:t>
            </a:r>
            <a:r>
              <a:rPr lang="en-ID" dirty="0"/>
              <a:t> </a:t>
            </a:r>
            <a:r>
              <a:rPr lang="en-ID" dirty="0" err="1"/>
              <a:t>atau</a:t>
            </a:r>
            <a:r>
              <a:rPr lang="en-ID" dirty="0"/>
              <a:t> </a:t>
            </a:r>
            <a:r>
              <a:rPr lang="en-ID" dirty="0" err="1"/>
              <a:t>pengembangan</a:t>
            </a:r>
            <a:r>
              <a:rPr lang="en-ID" dirty="0"/>
              <a:t> AI.</a:t>
            </a:r>
          </a:p>
          <a:p>
            <a:r>
              <a:rPr lang="en-ID" b="1" dirty="0"/>
              <a:t>Menyusun </a:t>
            </a:r>
            <a:r>
              <a:rPr lang="en-ID" b="1" dirty="0" err="1"/>
              <a:t>dokumentasi</a:t>
            </a:r>
            <a:r>
              <a:rPr lang="en-ID" b="1" dirty="0"/>
              <a:t> </a:t>
            </a:r>
            <a:r>
              <a:rPr lang="en-ID" b="1" dirty="0" err="1"/>
              <a:t>teknis</a:t>
            </a:r>
            <a:r>
              <a:rPr lang="en-ID" b="1" dirty="0"/>
              <a:t> dan </a:t>
            </a:r>
            <a:r>
              <a:rPr lang="en-ID" b="1" dirty="0" err="1"/>
              <a:t>laporan</a:t>
            </a:r>
            <a:r>
              <a:rPr lang="en-ID" b="1" dirty="0"/>
              <a:t> </a:t>
            </a:r>
            <a:r>
              <a:rPr lang="en-ID" b="1" dirty="0" err="1"/>
              <a:t>kompatibilitas</a:t>
            </a:r>
            <a:br>
              <a:rPr lang="en-ID" dirty="0"/>
            </a:br>
            <a:r>
              <a:rPr lang="en-ID" dirty="0"/>
              <a:t>→ </a:t>
            </a:r>
            <a:r>
              <a:rPr lang="en-ID" dirty="0" err="1"/>
              <a:t>Peserta</a:t>
            </a:r>
            <a:r>
              <a:rPr lang="en-ID" dirty="0"/>
              <a:t> </a:t>
            </a:r>
            <a:r>
              <a:rPr lang="en-ID" dirty="0" err="1"/>
              <a:t>akan</a:t>
            </a:r>
            <a:r>
              <a:rPr lang="en-ID" dirty="0"/>
              <a:t> </a:t>
            </a:r>
            <a:r>
              <a:rPr lang="en-ID" dirty="0" err="1"/>
              <a:t>belajar</a:t>
            </a:r>
            <a:r>
              <a:rPr lang="en-ID" dirty="0"/>
              <a:t> </a:t>
            </a:r>
            <a:r>
              <a:rPr lang="en-ID" dirty="0" err="1"/>
              <a:t>cara</a:t>
            </a:r>
            <a:r>
              <a:rPr lang="en-ID" dirty="0"/>
              <a:t> </a:t>
            </a:r>
            <a:r>
              <a:rPr lang="en-ID" dirty="0" err="1"/>
              <a:t>membuat</a:t>
            </a:r>
            <a:r>
              <a:rPr lang="en-ID" dirty="0"/>
              <a:t> </a:t>
            </a:r>
            <a:r>
              <a:rPr lang="en-ID" dirty="0" err="1"/>
              <a:t>dokumentasi</a:t>
            </a:r>
            <a:r>
              <a:rPr lang="en-ID" dirty="0"/>
              <a:t> yang </a:t>
            </a:r>
            <a:r>
              <a:rPr lang="en-ID" dirty="0" err="1"/>
              <a:t>baik</a:t>
            </a:r>
            <a:r>
              <a:rPr lang="en-ID" dirty="0"/>
              <a:t> </a:t>
            </a:r>
            <a:r>
              <a:rPr lang="en-ID" dirty="0" err="1"/>
              <a:t>untuk</a:t>
            </a:r>
            <a:r>
              <a:rPr lang="en-ID" dirty="0"/>
              <a:t> </a:t>
            </a:r>
            <a:r>
              <a:rPr lang="en-ID" dirty="0" err="1"/>
              <a:t>penggunaan</a:t>
            </a:r>
            <a:r>
              <a:rPr lang="en-ID" dirty="0"/>
              <a:t> dan </a:t>
            </a:r>
            <a:r>
              <a:rPr lang="en-ID" dirty="0" err="1"/>
              <a:t>integrasi</a:t>
            </a:r>
            <a:r>
              <a:rPr lang="en-ID" dirty="0"/>
              <a:t> tools/software, </a:t>
            </a:r>
            <a:r>
              <a:rPr lang="en-ID" dirty="0" err="1"/>
              <a:t>termasuk</a:t>
            </a:r>
            <a:r>
              <a:rPr lang="en-ID" dirty="0"/>
              <a:t> </a:t>
            </a:r>
            <a:r>
              <a:rPr lang="en-ID" dirty="0" err="1"/>
              <a:t>catatan</a:t>
            </a:r>
            <a:r>
              <a:rPr lang="en-ID" dirty="0"/>
              <a:t> </a:t>
            </a:r>
            <a:r>
              <a:rPr lang="en-ID" dirty="0" err="1"/>
              <a:t>tentang</a:t>
            </a:r>
            <a:r>
              <a:rPr lang="en-ID" dirty="0"/>
              <a:t> </a:t>
            </a:r>
            <a:r>
              <a:rPr lang="en-ID" dirty="0" err="1"/>
              <a:t>kompatibilitas</a:t>
            </a:r>
            <a:r>
              <a:rPr lang="en-ID" dirty="0"/>
              <a:t> </a:t>
            </a:r>
            <a:r>
              <a:rPr lang="en-ID" dirty="0" err="1"/>
              <a:t>dengan</a:t>
            </a:r>
            <a:r>
              <a:rPr lang="en-ID" dirty="0"/>
              <a:t> </a:t>
            </a:r>
            <a:r>
              <a:rPr lang="en-ID" dirty="0" err="1"/>
              <a:t>sistem</a:t>
            </a:r>
            <a:r>
              <a:rPr lang="en-ID" dirty="0"/>
              <a:t> lain.</a:t>
            </a:r>
          </a:p>
          <a:p>
            <a:endParaRPr lang="en-ID" dirty="0"/>
          </a:p>
        </p:txBody>
      </p:sp>
      <p:sp>
        <p:nvSpPr>
          <p:cNvPr id="4" name="Slide Number Placeholder 3"/>
          <p:cNvSpPr>
            <a:spLocks noGrp="1"/>
          </p:cNvSpPr>
          <p:nvPr>
            <p:ph type="sldNum" sz="quarter" idx="5"/>
          </p:nvPr>
        </p:nvSpPr>
        <p:spPr/>
        <p:txBody>
          <a:bodyPr/>
          <a:lstStyle/>
          <a:p>
            <a:fld id="{A49B25A6-A69C-400F-8097-3592076270B3}" type="slidenum">
              <a:rPr lang="en-ID" smtClean="0"/>
              <a:t>47</a:t>
            </a:fld>
            <a:endParaRPr lang="en-ID"/>
          </a:p>
        </p:txBody>
      </p:sp>
    </p:spTree>
    <p:extLst>
      <p:ext uri="{BB962C8B-B14F-4D97-AF65-F5344CB8AC3E}">
        <p14:creationId xmlns:p14="http://schemas.microsoft.com/office/powerpoint/2010/main" val="25570843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a:pPr>
            <a:r>
              <a:rPr lang="en-ID" b="1" dirty="0" err="1"/>
              <a:t>Fungsionalitas</a:t>
            </a:r>
            <a:r>
              <a:rPr lang="en-ID" b="1" dirty="0"/>
              <a:t>: Apa yang </a:t>
            </a:r>
            <a:r>
              <a:rPr lang="en-ID" b="1" dirty="0" err="1"/>
              <a:t>dapat</a:t>
            </a:r>
            <a:r>
              <a:rPr lang="en-ID" b="1" dirty="0"/>
              <a:t> </a:t>
            </a:r>
            <a:r>
              <a:rPr lang="en-ID" b="1" dirty="0" err="1"/>
              <a:t>dilakukan</a:t>
            </a:r>
            <a:r>
              <a:rPr lang="en-ID" b="1" dirty="0"/>
              <a:t>?</a:t>
            </a:r>
            <a:br>
              <a:rPr lang="en-ID" dirty="0"/>
            </a:br>
            <a:r>
              <a:rPr lang="en-ID" dirty="0"/>
              <a:t>→ </a:t>
            </a:r>
            <a:r>
              <a:rPr lang="en-ID" dirty="0" err="1"/>
              <a:t>Menjelaskan</a:t>
            </a:r>
            <a:r>
              <a:rPr lang="en-ID" dirty="0"/>
              <a:t> </a:t>
            </a:r>
            <a:r>
              <a:rPr lang="en-ID" dirty="0" err="1"/>
              <a:t>kegunaan</a:t>
            </a:r>
            <a:r>
              <a:rPr lang="en-ID" dirty="0"/>
              <a:t> </a:t>
            </a:r>
            <a:r>
              <a:rPr lang="en-ID" dirty="0" err="1"/>
              <a:t>utama</a:t>
            </a:r>
            <a:r>
              <a:rPr lang="en-ID" dirty="0"/>
              <a:t> </a:t>
            </a:r>
            <a:r>
              <a:rPr lang="en-ID" dirty="0" err="1"/>
              <a:t>dari</a:t>
            </a:r>
            <a:r>
              <a:rPr lang="en-ID" dirty="0"/>
              <a:t> </a:t>
            </a:r>
            <a:r>
              <a:rPr lang="en-ID" dirty="0" err="1"/>
              <a:t>suatu</a:t>
            </a:r>
            <a:r>
              <a:rPr lang="en-ID" dirty="0"/>
              <a:t> tools/software, </a:t>
            </a:r>
            <a:r>
              <a:rPr lang="en-ID" dirty="0" err="1"/>
              <a:t>fitur-fiturnya</a:t>
            </a:r>
            <a:r>
              <a:rPr lang="en-ID" dirty="0"/>
              <a:t>, </a:t>
            </a:r>
            <a:r>
              <a:rPr lang="en-ID" dirty="0" err="1"/>
              <a:t>serta</a:t>
            </a:r>
            <a:r>
              <a:rPr lang="en-ID" dirty="0"/>
              <a:t> </a:t>
            </a:r>
            <a:r>
              <a:rPr lang="en-ID" dirty="0" err="1"/>
              <a:t>bagaimana</a:t>
            </a:r>
            <a:r>
              <a:rPr lang="en-ID" dirty="0"/>
              <a:t> </a:t>
            </a:r>
            <a:r>
              <a:rPr lang="en-ID" dirty="0" err="1"/>
              <a:t>alat</a:t>
            </a:r>
            <a:r>
              <a:rPr lang="en-ID" dirty="0"/>
              <a:t> </a:t>
            </a:r>
            <a:r>
              <a:rPr lang="en-ID" dirty="0" err="1"/>
              <a:t>tersebut</a:t>
            </a:r>
            <a:r>
              <a:rPr lang="en-ID" dirty="0"/>
              <a:t> </a:t>
            </a:r>
            <a:r>
              <a:rPr lang="en-ID" dirty="0" err="1"/>
              <a:t>dapat</a:t>
            </a:r>
            <a:r>
              <a:rPr lang="en-ID" dirty="0"/>
              <a:t> </a:t>
            </a:r>
            <a:r>
              <a:rPr lang="en-ID" dirty="0" err="1"/>
              <a:t>membantu</a:t>
            </a:r>
            <a:r>
              <a:rPr lang="en-ID" dirty="0"/>
              <a:t> </a:t>
            </a:r>
            <a:r>
              <a:rPr lang="en-ID" dirty="0" err="1"/>
              <a:t>dalam</a:t>
            </a:r>
            <a:r>
              <a:rPr lang="en-ID" dirty="0"/>
              <a:t> </a:t>
            </a:r>
            <a:r>
              <a:rPr lang="en-ID" dirty="0" err="1"/>
              <a:t>tugas</a:t>
            </a:r>
            <a:r>
              <a:rPr lang="en-ID" dirty="0"/>
              <a:t> </a:t>
            </a:r>
            <a:r>
              <a:rPr lang="en-ID" dirty="0" err="1"/>
              <a:t>tertentu</a:t>
            </a:r>
            <a:r>
              <a:rPr lang="en-ID" dirty="0"/>
              <a:t>. </a:t>
            </a:r>
            <a:r>
              <a:rPr lang="en-ID" dirty="0" err="1"/>
              <a:t>Contohnya</a:t>
            </a:r>
            <a:r>
              <a:rPr lang="en-ID" dirty="0"/>
              <a:t>, TensorFlow </a:t>
            </a:r>
            <a:r>
              <a:rPr lang="en-ID" dirty="0" err="1"/>
              <a:t>digunakan</a:t>
            </a:r>
            <a:r>
              <a:rPr lang="en-ID" dirty="0"/>
              <a:t> </a:t>
            </a:r>
            <a:r>
              <a:rPr lang="en-ID" dirty="0" err="1"/>
              <a:t>untuk</a:t>
            </a:r>
            <a:r>
              <a:rPr lang="en-ID" dirty="0"/>
              <a:t> </a:t>
            </a:r>
            <a:r>
              <a:rPr lang="en-ID" dirty="0" err="1"/>
              <a:t>membangun</a:t>
            </a:r>
            <a:r>
              <a:rPr lang="en-ID" dirty="0"/>
              <a:t> dan </a:t>
            </a:r>
            <a:r>
              <a:rPr lang="en-ID" dirty="0" err="1"/>
              <a:t>melatih</a:t>
            </a:r>
            <a:r>
              <a:rPr lang="en-ID" dirty="0"/>
              <a:t> model machine learning.</a:t>
            </a:r>
          </a:p>
          <a:p>
            <a:pPr>
              <a:buFont typeface="+mj-lt"/>
              <a:buAutoNum type="arabicPeriod"/>
            </a:pPr>
            <a:r>
              <a:rPr lang="en-ID" b="1" dirty="0" err="1"/>
              <a:t>Keunggulan</a:t>
            </a:r>
            <a:r>
              <a:rPr lang="en-ID" b="1" dirty="0"/>
              <a:t> &amp; </a:t>
            </a:r>
            <a:r>
              <a:rPr lang="en-ID" b="1" dirty="0" err="1"/>
              <a:t>Kekurangan</a:t>
            </a:r>
            <a:r>
              <a:rPr lang="en-ID" b="1" dirty="0"/>
              <a:t>: Apa </a:t>
            </a:r>
            <a:r>
              <a:rPr lang="en-ID" b="1" dirty="0" err="1"/>
              <a:t>kelebihan</a:t>
            </a:r>
            <a:r>
              <a:rPr lang="en-ID" b="1" dirty="0"/>
              <a:t> dan </a:t>
            </a:r>
            <a:r>
              <a:rPr lang="en-ID" b="1" dirty="0" err="1"/>
              <a:t>batasannya</a:t>
            </a:r>
            <a:r>
              <a:rPr lang="en-ID" b="1" dirty="0"/>
              <a:t>?</a:t>
            </a:r>
            <a:br>
              <a:rPr lang="en-ID" dirty="0"/>
            </a:br>
            <a:r>
              <a:rPr lang="en-ID" dirty="0"/>
              <a:t>→ </a:t>
            </a:r>
            <a:r>
              <a:rPr lang="en-ID" dirty="0" err="1"/>
              <a:t>Mengevaluasi</a:t>
            </a:r>
            <a:r>
              <a:rPr lang="en-ID" dirty="0"/>
              <a:t> </a:t>
            </a:r>
            <a:r>
              <a:rPr lang="en-ID" dirty="0" err="1"/>
              <a:t>aspek</a:t>
            </a:r>
            <a:r>
              <a:rPr lang="en-ID" dirty="0"/>
              <a:t> </a:t>
            </a:r>
            <a:r>
              <a:rPr lang="en-ID" dirty="0" err="1"/>
              <a:t>positif</a:t>
            </a:r>
            <a:r>
              <a:rPr lang="en-ID" dirty="0"/>
              <a:t> dan </a:t>
            </a:r>
            <a:r>
              <a:rPr lang="en-ID" dirty="0" err="1"/>
              <a:t>negatif</a:t>
            </a:r>
            <a:r>
              <a:rPr lang="en-ID" dirty="0"/>
              <a:t> </a:t>
            </a:r>
            <a:r>
              <a:rPr lang="en-ID" dirty="0" err="1"/>
              <a:t>dari</a:t>
            </a:r>
            <a:r>
              <a:rPr lang="en-ID" dirty="0"/>
              <a:t> </a:t>
            </a:r>
            <a:r>
              <a:rPr lang="en-ID" dirty="0" err="1"/>
              <a:t>teknologi</a:t>
            </a:r>
            <a:r>
              <a:rPr lang="en-ID" dirty="0"/>
              <a:t> </a:t>
            </a:r>
            <a:r>
              <a:rPr lang="en-ID" dirty="0" err="1"/>
              <a:t>tersebut</a:t>
            </a:r>
            <a:r>
              <a:rPr lang="en-ID" dirty="0"/>
              <a:t>. </a:t>
            </a:r>
            <a:r>
              <a:rPr lang="en-ID" dirty="0" err="1"/>
              <a:t>Misalnya</a:t>
            </a:r>
            <a:r>
              <a:rPr lang="en-ID" dirty="0"/>
              <a:t>, Python </a:t>
            </a:r>
            <a:r>
              <a:rPr lang="en-ID" dirty="0" err="1"/>
              <a:t>mudah</a:t>
            </a:r>
            <a:r>
              <a:rPr lang="en-ID" dirty="0"/>
              <a:t> </a:t>
            </a:r>
            <a:r>
              <a:rPr lang="en-ID" dirty="0" err="1"/>
              <a:t>digunakan</a:t>
            </a:r>
            <a:r>
              <a:rPr lang="en-ID" dirty="0"/>
              <a:t> </a:t>
            </a:r>
            <a:r>
              <a:rPr lang="en-ID" dirty="0" err="1"/>
              <a:t>tetapi</a:t>
            </a:r>
            <a:r>
              <a:rPr lang="en-ID" dirty="0"/>
              <a:t> </a:t>
            </a:r>
            <a:r>
              <a:rPr lang="en-ID" dirty="0" err="1"/>
              <a:t>bisa</a:t>
            </a:r>
            <a:r>
              <a:rPr lang="en-ID" dirty="0"/>
              <a:t> </a:t>
            </a:r>
            <a:r>
              <a:rPr lang="en-ID" dirty="0" err="1"/>
              <a:t>lebih</a:t>
            </a:r>
            <a:r>
              <a:rPr lang="en-ID" dirty="0"/>
              <a:t> </a:t>
            </a:r>
            <a:r>
              <a:rPr lang="en-ID" dirty="0" err="1"/>
              <a:t>lambat</a:t>
            </a:r>
            <a:r>
              <a:rPr lang="en-ID" dirty="0"/>
              <a:t> </a:t>
            </a:r>
            <a:r>
              <a:rPr lang="en-ID" dirty="0" err="1"/>
              <a:t>dibandingkan</a:t>
            </a:r>
            <a:r>
              <a:rPr lang="en-ID" dirty="0"/>
              <a:t> </a:t>
            </a:r>
            <a:r>
              <a:rPr lang="en-ID" dirty="0" err="1"/>
              <a:t>bahasa</a:t>
            </a:r>
            <a:r>
              <a:rPr lang="en-ID" dirty="0"/>
              <a:t> </a:t>
            </a:r>
            <a:r>
              <a:rPr lang="en-ID" dirty="0" err="1"/>
              <a:t>seperti</a:t>
            </a:r>
            <a:r>
              <a:rPr lang="en-ID" dirty="0"/>
              <a:t> C++ </a:t>
            </a:r>
            <a:r>
              <a:rPr lang="en-ID" dirty="0" err="1"/>
              <a:t>untuk</a:t>
            </a:r>
            <a:r>
              <a:rPr lang="en-ID" dirty="0"/>
              <a:t> </a:t>
            </a:r>
            <a:r>
              <a:rPr lang="en-ID" dirty="0" err="1"/>
              <a:t>komputasi</a:t>
            </a:r>
            <a:r>
              <a:rPr lang="en-ID" dirty="0"/>
              <a:t> </a:t>
            </a:r>
            <a:r>
              <a:rPr lang="en-ID" dirty="0" err="1"/>
              <a:t>berat</a:t>
            </a:r>
            <a:r>
              <a:rPr lang="en-ID" dirty="0"/>
              <a:t>.</a:t>
            </a:r>
          </a:p>
          <a:p>
            <a:pPr>
              <a:buFont typeface="+mj-lt"/>
              <a:buAutoNum type="arabicPeriod"/>
            </a:pPr>
            <a:r>
              <a:rPr lang="en-ID" b="1" dirty="0" err="1"/>
              <a:t>Analisis</a:t>
            </a:r>
            <a:r>
              <a:rPr lang="en-ID" b="1" dirty="0"/>
              <a:t> Performa: </a:t>
            </a:r>
            <a:r>
              <a:rPr lang="en-ID" b="1" dirty="0" err="1"/>
              <a:t>Seberapa</a:t>
            </a:r>
            <a:r>
              <a:rPr lang="en-ID" b="1" dirty="0"/>
              <a:t> </a:t>
            </a:r>
            <a:r>
              <a:rPr lang="en-ID" b="1" dirty="0" err="1"/>
              <a:t>cepat</a:t>
            </a:r>
            <a:r>
              <a:rPr lang="en-ID" b="1" dirty="0"/>
              <a:t> dan </a:t>
            </a:r>
            <a:r>
              <a:rPr lang="en-ID" b="1" dirty="0" err="1"/>
              <a:t>efisien</a:t>
            </a:r>
            <a:r>
              <a:rPr lang="en-ID" b="1" dirty="0"/>
              <a:t>?</a:t>
            </a:r>
            <a:br>
              <a:rPr lang="en-ID" dirty="0"/>
            </a:br>
            <a:r>
              <a:rPr lang="en-ID" dirty="0"/>
              <a:t>→ </a:t>
            </a:r>
            <a:r>
              <a:rPr lang="en-ID" dirty="0" err="1"/>
              <a:t>Mengukur</a:t>
            </a:r>
            <a:r>
              <a:rPr lang="en-ID" dirty="0"/>
              <a:t> </a:t>
            </a:r>
            <a:r>
              <a:rPr lang="en-ID" dirty="0" err="1"/>
              <a:t>kecepatan</a:t>
            </a:r>
            <a:r>
              <a:rPr lang="en-ID" dirty="0"/>
              <a:t> </a:t>
            </a:r>
            <a:r>
              <a:rPr lang="en-ID" dirty="0" err="1"/>
              <a:t>eksekusi</a:t>
            </a:r>
            <a:r>
              <a:rPr lang="en-ID" dirty="0"/>
              <a:t>, </a:t>
            </a:r>
            <a:r>
              <a:rPr lang="en-ID" dirty="0" err="1"/>
              <a:t>penggunaan</a:t>
            </a:r>
            <a:r>
              <a:rPr lang="en-ID" dirty="0"/>
              <a:t> </a:t>
            </a:r>
            <a:r>
              <a:rPr lang="en-ID" dirty="0" err="1"/>
              <a:t>sumber</a:t>
            </a:r>
            <a:r>
              <a:rPr lang="en-ID" dirty="0"/>
              <a:t> </a:t>
            </a:r>
            <a:r>
              <a:rPr lang="en-ID" dirty="0" err="1"/>
              <a:t>daya</a:t>
            </a:r>
            <a:r>
              <a:rPr lang="en-ID" dirty="0"/>
              <a:t> (RAM, CPU, GPU), </a:t>
            </a:r>
            <a:r>
              <a:rPr lang="en-ID" dirty="0" err="1"/>
              <a:t>serta</a:t>
            </a:r>
            <a:r>
              <a:rPr lang="en-ID" dirty="0"/>
              <a:t> </a:t>
            </a:r>
            <a:r>
              <a:rPr lang="en-ID" dirty="0" err="1"/>
              <a:t>efisiensi</a:t>
            </a:r>
            <a:r>
              <a:rPr lang="en-ID" dirty="0"/>
              <a:t> tools/software </a:t>
            </a:r>
            <a:r>
              <a:rPr lang="en-ID" dirty="0" err="1"/>
              <a:t>saat</a:t>
            </a:r>
            <a:r>
              <a:rPr lang="en-ID" dirty="0"/>
              <a:t> </a:t>
            </a:r>
            <a:r>
              <a:rPr lang="en-ID" dirty="0" err="1"/>
              <a:t>menangani</a:t>
            </a:r>
            <a:r>
              <a:rPr lang="en-ID" dirty="0"/>
              <a:t> </a:t>
            </a:r>
            <a:r>
              <a:rPr lang="en-ID" dirty="0" err="1"/>
              <a:t>berbagai</a:t>
            </a:r>
            <a:r>
              <a:rPr lang="en-ID" dirty="0"/>
              <a:t> </a:t>
            </a:r>
            <a:r>
              <a:rPr lang="en-ID" dirty="0" err="1"/>
              <a:t>tugas</a:t>
            </a:r>
            <a:r>
              <a:rPr lang="en-ID" dirty="0"/>
              <a:t>. </a:t>
            </a:r>
            <a:r>
              <a:rPr lang="en-ID" dirty="0" err="1"/>
              <a:t>Contohnya</a:t>
            </a:r>
            <a:r>
              <a:rPr lang="en-ID" dirty="0"/>
              <a:t>, </a:t>
            </a:r>
            <a:r>
              <a:rPr lang="en-ID" dirty="0" err="1"/>
              <a:t>membandingkan</a:t>
            </a:r>
            <a:r>
              <a:rPr lang="en-ID" dirty="0"/>
              <a:t> </a:t>
            </a:r>
            <a:r>
              <a:rPr lang="en-ID" dirty="0" err="1"/>
              <a:t>performa</a:t>
            </a:r>
            <a:r>
              <a:rPr lang="en-ID" dirty="0"/>
              <a:t> OpenAI ChatGPT dan Google Bard </a:t>
            </a:r>
            <a:r>
              <a:rPr lang="en-ID" dirty="0" err="1"/>
              <a:t>dalam</a:t>
            </a:r>
            <a:r>
              <a:rPr lang="en-ID" dirty="0"/>
              <a:t> </a:t>
            </a:r>
            <a:r>
              <a:rPr lang="en-ID" dirty="0" err="1"/>
              <a:t>merespons</a:t>
            </a:r>
            <a:r>
              <a:rPr lang="en-ID" dirty="0"/>
              <a:t> </a:t>
            </a:r>
            <a:r>
              <a:rPr lang="en-ID" dirty="0" err="1"/>
              <a:t>pertanyaan</a:t>
            </a:r>
            <a:r>
              <a:rPr lang="en-ID" dirty="0"/>
              <a:t> </a:t>
            </a:r>
            <a:r>
              <a:rPr lang="en-ID" dirty="0" err="1"/>
              <a:t>teknis</a:t>
            </a:r>
            <a:r>
              <a:rPr lang="en-ID" dirty="0"/>
              <a:t>.</a:t>
            </a:r>
          </a:p>
          <a:p>
            <a:pPr>
              <a:buFont typeface="+mj-lt"/>
              <a:buAutoNum type="arabicPeriod"/>
            </a:pPr>
            <a:r>
              <a:rPr lang="en-ID" b="1" dirty="0" err="1"/>
              <a:t>Dokumentasi</a:t>
            </a:r>
            <a:r>
              <a:rPr lang="en-ID" b="1" dirty="0"/>
              <a:t> Teknis: </a:t>
            </a:r>
            <a:r>
              <a:rPr lang="en-ID" b="1" dirty="0" err="1"/>
              <a:t>Bagaimana</a:t>
            </a:r>
            <a:r>
              <a:rPr lang="en-ID" b="1" dirty="0"/>
              <a:t> </a:t>
            </a:r>
            <a:r>
              <a:rPr lang="en-ID" b="1" dirty="0" err="1"/>
              <a:t>cara</a:t>
            </a:r>
            <a:r>
              <a:rPr lang="en-ID" b="1" dirty="0"/>
              <a:t> </a:t>
            </a:r>
            <a:r>
              <a:rPr lang="en-ID" b="1" dirty="0" err="1"/>
              <a:t>menggunakannya</a:t>
            </a:r>
            <a:r>
              <a:rPr lang="en-ID" b="1" dirty="0"/>
              <a:t>?</a:t>
            </a:r>
            <a:br>
              <a:rPr lang="en-ID" dirty="0"/>
            </a:br>
            <a:r>
              <a:rPr lang="en-ID" dirty="0"/>
              <a:t>→ </a:t>
            </a:r>
            <a:r>
              <a:rPr lang="en-ID" dirty="0" err="1"/>
              <a:t>Meninjau</a:t>
            </a:r>
            <a:r>
              <a:rPr lang="en-ID" dirty="0"/>
              <a:t> </a:t>
            </a:r>
            <a:r>
              <a:rPr lang="en-ID" dirty="0" err="1"/>
              <a:t>seberapa</a:t>
            </a:r>
            <a:r>
              <a:rPr lang="en-ID" dirty="0"/>
              <a:t> </a:t>
            </a:r>
            <a:r>
              <a:rPr lang="en-ID" dirty="0" err="1"/>
              <a:t>lengkap</a:t>
            </a:r>
            <a:r>
              <a:rPr lang="en-ID" dirty="0"/>
              <a:t> dan </a:t>
            </a:r>
            <a:r>
              <a:rPr lang="en-ID" dirty="0" err="1"/>
              <a:t>mudah</a:t>
            </a:r>
            <a:r>
              <a:rPr lang="en-ID" dirty="0"/>
              <a:t> </a:t>
            </a:r>
            <a:r>
              <a:rPr lang="en-ID" dirty="0" err="1"/>
              <a:t>dipahami</a:t>
            </a:r>
            <a:r>
              <a:rPr lang="en-ID" dirty="0"/>
              <a:t> </a:t>
            </a:r>
            <a:r>
              <a:rPr lang="en-ID" dirty="0" err="1"/>
              <a:t>dokumentasi</a:t>
            </a:r>
            <a:r>
              <a:rPr lang="en-ID" dirty="0"/>
              <a:t> tools </a:t>
            </a:r>
            <a:r>
              <a:rPr lang="en-ID" dirty="0" err="1"/>
              <a:t>tersebut</a:t>
            </a:r>
            <a:r>
              <a:rPr lang="en-ID" dirty="0"/>
              <a:t>. </a:t>
            </a:r>
            <a:r>
              <a:rPr lang="en-ID" dirty="0" err="1"/>
              <a:t>Dokumentasi</a:t>
            </a:r>
            <a:r>
              <a:rPr lang="en-ID" dirty="0"/>
              <a:t> yang </a:t>
            </a:r>
            <a:r>
              <a:rPr lang="en-ID" dirty="0" err="1"/>
              <a:t>baik</a:t>
            </a:r>
            <a:r>
              <a:rPr lang="en-ID" dirty="0"/>
              <a:t> </a:t>
            </a:r>
            <a:r>
              <a:rPr lang="en-ID" dirty="0" err="1"/>
              <a:t>membantu</a:t>
            </a:r>
            <a:r>
              <a:rPr lang="en-ID" dirty="0"/>
              <a:t> </a:t>
            </a:r>
            <a:r>
              <a:rPr lang="en-ID" dirty="0" err="1"/>
              <a:t>pengguna</a:t>
            </a:r>
            <a:r>
              <a:rPr lang="en-ID" dirty="0"/>
              <a:t> </a:t>
            </a:r>
            <a:r>
              <a:rPr lang="en-ID" dirty="0" err="1"/>
              <a:t>memahami</a:t>
            </a:r>
            <a:r>
              <a:rPr lang="en-ID" dirty="0"/>
              <a:t> </a:t>
            </a:r>
            <a:r>
              <a:rPr lang="en-ID" dirty="0" err="1"/>
              <a:t>instalasi</a:t>
            </a:r>
            <a:r>
              <a:rPr lang="en-ID" dirty="0"/>
              <a:t>, </a:t>
            </a:r>
            <a:r>
              <a:rPr lang="en-ID" dirty="0" err="1"/>
              <a:t>konfigurasi</a:t>
            </a:r>
            <a:r>
              <a:rPr lang="en-ID" dirty="0"/>
              <a:t>, </a:t>
            </a:r>
            <a:r>
              <a:rPr lang="en-ID" dirty="0" err="1"/>
              <a:t>serta</a:t>
            </a:r>
            <a:r>
              <a:rPr lang="en-ID" dirty="0"/>
              <a:t> </a:t>
            </a:r>
            <a:r>
              <a:rPr lang="en-ID" dirty="0" err="1"/>
              <a:t>pemecahan</a:t>
            </a:r>
            <a:r>
              <a:rPr lang="en-ID" dirty="0"/>
              <a:t> </a:t>
            </a:r>
            <a:r>
              <a:rPr lang="en-ID" dirty="0" err="1"/>
              <a:t>masalah</a:t>
            </a:r>
            <a:r>
              <a:rPr lang="en-ID" dirty="0"/>
              <a:t>.</a:t>
            </a:r>
          </a:p>
          <a:p>
            <a:pPr>
              <a:buFont typeface="+mj-lt"/>
              <a:buAutoNum type="arabicPeriod"/>
            </a:pPr>
            <a:r>
              <a:rPr lang="en-ID" b="1" dirty="0" err="1"/>
              <a:t>Kompatibilitas</a:t>
            </a:r>
            <a:r>
              <a:rPr lang="en-ID" b="1" dirty="0"/>
              <a:t>: </a:t>
            </a:r>
            <a:r>
              <a:rPr lang="en-ID" b="1" dirty="0" err="1"/>
              <a:t>Dapatkah</a:t>
            </a:r>
            <a:r>
              <a:rPr lang="en-ID" b="1" dirty="0"/>
              <a:t> </a:t>
            </a:r>
            <a:r>
              <a:rPr lang="en-ID" b="1" dirty="0" err="1"/>
              <a:t>berintegrasi</a:t>
            </a:r>
            <a:r>
              <a:rPr lang="en-ID" b="1" dirty="0"/>
              <a:t> </a:t>
            </a:r>
            <a:r>
              <a:rPr lang="en-ID" b="1" dirty="0" err="1"/>
              <a:t>dengan</a:t>
            </a:r>
            <a:r>
              <a:rPr lang="en-ID" b="1" dirty="0"/>
              <a:t> </a:t>
            </a:r>
            <a:r>
              <a:rPr lang="en-ID" b="1" dirty="0" err="1"/>
              <a:t>sistem</a:t>
            </a:r>
            <a:r>
              <a:rPr lang="en-ID" b="1" dirty="0"/>
              <a:t> lain?</a:t>
            </a:r>
            <a:br>
              <a:rPr lang="en-ID" dirty="0"/>
            </a:br>
            <a:r>
              <a:rPr lang="en-ID" dirty="0"/>
              <a:t>→ </a:t>
            </a:r>
            <a:r>
              <a:rPr lang="en-ID" dirty="0" err="1"/>
              <a:t>Mengevaluasi</a:t>
            </a:r>
            <a:r>
              <a:rPr lang="en-ID" dirty="0"/>
              <a:t> </a:t>
            </a:r>
            <a:r>
              <a:rPr lang="en-ID" dirty="0" err="1"/>
              <a:t>apakah</a:t>
            </a:r>
            <a:r>
              <a:rPr lang="en-ID" dirty="0"/>
              <a:t> tools/software </a:t>
            </a:r>
            <a:r>
              <a:rPr lang="en-ID" dirty="0" err="1"/>
              <a:t>dapat</a:t>
            </a:r>
            <a:r>
              <a:rPr lang="en-ID" dirty="0"/>
              <a:t> </a:t>
            </a:r>
            <a:r>
              <a:rPr lang="en-ID" dirty="0" err="1"/>
              <a:t>digunakan</a:t>
            </a:r>
            <a:r>
              <a:rPr lang="en-ID" dirty="0"/>
              <a:t> </a:t>
            </a:r>
            <a:r>
              <a:rPr lang="en-ID" dirty="0" err="1"/>
              <a:t>bersama</a:t>
            </a:r>
            <a:r>
              <a:rPr lang="en-ID" dirty="0"/>
              <a:t> </a:t>
            </a:r>
            <a:r>
              <a:rPr lang="en-ID" dirty="0" err="1"/>
              <a:t>dengan</a:t>
            </a:r>
            <a:r>
              <a:rPr lang="en-ID" dirty="0"/>
              <a:t> </a:t>
            </a:r>
            <a:r>
              <a:rPr lang="en-ID" dirty="0" err="1"/>
              <a:t>teknologi</a:t>
            </a:r>
            <a:r>
              <a:rPr lang="en-ID" dirty="0"/>
              <a:t> lain. </a:t>
            </a:r>
            <a:r>
              <a:rPr lang="en-ID" dirty="0" err="1"/>
              <a:t>Misalnya</a:t>
            </a:r>
            <a:r>
              <a:rPr lang="en-ID" dirty="0"/>
              <a:t>, </a:t>
            </a:r>
            <a:r>
              <a:rPr lang="en-ID" dirty="0" err="1"/>
              <a:t>apakah</a:t>
            </a:r>
            <a:r>
              <a:rPr lang="en-ID" dirty="0"/>
              <a:t> framework AI </a:t>
            </a:r>
            <a:r>
              <a:rPr lang="en-ID" dirty="0" err="1"/>
              <a:t>tertentu</a:t>
            </a:r>
            <a:r>
              <a:rPr lang="en-ID" dirty="0"/>
              <a:t> </a:t>
            </a:r>
            <a:r>
              <a:rPr lang="en-ID" dirty="0" err="1"/>
              <a:t>dapat</a:t>
            </a:r>
            <a:r>
              <a:rPr lang="en-ID" dirty="0"/>
              <a:t> </a:t>
            </a:r>
            <a:r>
              <a:rPr lang="en-ID" dirty="0" err="1"/>
              <a:t>berjalan</a:t>
            </a:r>
            <a:r>
              <a:rPr lang="en-ID" dirty="0"/>
              <a:t> di </a:t>
            </a:r>
            <a:r>
              <a:rPr lang="en-ID" dirty="0" err="1"/>
              <a:t>berbagai</a:t>
            </a:r>
            <a:r>
              <a:rPr lang="en-ID" dirty="0"/>
              <a:t> platform cloud </a:t>
            </a:r>
            <a:r>
              <a:rPr lang="en-ID" dirty="0" err="1"/>
              <a:t>seperti</a:t>
            </a:r>
            <a:r>
              <a:rPr lang="en-ID" dirty="0"/>
              <a:t> AWS </a:t>
            </a:r>
            <a:r>
              <a:rPr lang="en-ID" dirty="0" err="1"/>
              <a:t>atau</a:t>
            </a:r>
            <a:r>
              <a:rPr lang="en-ID" dirty="0"/>
              <a:t> Google Cloud.</a:t>
            </a:r>
          </a:p>
          <a:p>
            <a:r>
              <a:rPr lang="en-ID" dirty="0" err="1"/>
              <a:t>Konsep-konsep</a:t>
            </a:r>
            <a:r>
              <a:rPr lang="en-ID" dirty="0"/>
              <a:t> </a:t>
            </a:r>
            <a:r>
              <a:rPr lang="en-ID" dirty="0" err="1"/>
              <a:t>ini</a:t>
            </a:r>
            <a:r>
              <a:rPr lang="en-ID" dirty="0"/>
              <a:t> </a:t>
            </a:r>
            <a:r>
              <a:rPr lang="en-ID" dirty="0" err="1"/>
              <a:t>digunakan</a:t>
            </a:r>
            <a:r>
              <a:rPr lang="en-ID" dirty="0"/>
              <a:t> </a:t>
            </a:r>
            <a:r>
              <a:rPr lang="en-ID" dirty="0" err="1"/>
              <a:t>sebagai</a:t>
            </a:r>
            <a:r>
              <a:rPr lang="en-ID" dirty="0"/>
              <a:t> </a:t>
            </a:r>
            <a:r>
              <a:rPr lang="en-ID" dirty="0" err="1"/>
              <a:t>kerangka</a:t>
            </a:r>
            <a:r>
              <a:rPr lang="en-ID" dirty="0"/>
              <a:t> </a:t>
            </a:r>
            <a:r>
              <a:rPr lang="en-ID" dirty="0" err="1"/>
              <a:t>kerja</a:t>
            </a:r>
            <a:r>
              <a:rPr lang="en-ID" dirty="0"/>
              <a:t> </a:t>
            </a:r>
            <a:r>
              <a:rPr lang="en-ID" dirty="0" err="1"/>
              <a:t>dalam</a:t>
            </a:r>
            <a:r>
              <a:rPr lang="en-ID" dirty="0"/>
              <a:t> </a:t>
            </a:r>
            <a:r>
              <a:rPr lang="en-ID" dirty="0" err="1"/>
              <a:t>mengeksplorasi</a:t>
            </a:r>
            <a:r>
              <a:rPr lang="en-ID" dirty="0"/>
              <a:t> dan </a:t>
            </a:r>
            <a:r>
              <a:rPr lang="en-ID" dirty="0" err="1"/>
              <a:t>membandingkan</a:t>
            </a:r>
            <a:r>
              <a:rPr lang="en-ID" dirty="0"/>
              <a:t> </a:t>
            </a:r>
            <a:r>
              <a:rPr lang="en-ID" dirty="0" err="1"/>
              <a:t>berbagai</a:t>
            </a:r>
            <a:r>
              <a:rPr lang="en-ID" dirty="0"/>
              <a:t> </a:t>
            </a:r>
            <a:r>
              <a:rPr lang="en-ID" dirty="0" err="1"/>
              <a:t>teknologi</a:t>
            </a:r>
            <a:r>
              <a:rPr lang="en-ID" dirty="0"/>
              <a:t> </a:t>
            </a:r>
            <a:r>
              <a:rPr lang="en-ID" dirty="0" err="1"/>
              <a:t>dalam</a:t>
            </a:r>
            <a:r>
              <a:rPr lang="en-ID" dirty="0"/>
              <a:t> workshop. </a:t>
            </a:r>
            <a:r>
              <a:rPr lang="en-ID" dirty="0" err="1"/>
              <a:t>Apakah</a:t>
            </a:r>
            <a:r>
              <a:rPr lang="en-ID" dirty="0"/>
              <a:t> </a:t>
            </a:r>
            <a:r>
              <a:rPr lang="en-ID" dirty="0" err="1"/>
              <a:t>ada</a:t>
            </a:r>
            <a:r>
              <a:rPr lang="en-ID" dirty="0"/>
              <a:t> </a:t>
            </a:r>
            <a:r>
              <a:rPr lang="en-ID" dirty="0" err="1"/>
              <a:t>bagian</a:t>
            </a:r>
            <a:r>
              <a:rPr lang="en-ID" dirty="0"/>
              <a:t> yang </a:t>
            </a:r>
            <a:r>
              <a:rPr lang="en-ID" dirty="0" err="1"/>
              <a:t>perlu</a:t>
            </a:r>
            <a:r>
              <a:rPr lang="en-ID" dirty="0"/>
              <a:t> </a:t>
            </a:r>
            <a:r>
              <a:rPr lang="en-ID" dirty="0" err="1"/>
              <a:t>diperjelas</a:t>
            </a:r>
            <a:r>
              <a:rPr lang="en-ID" dirty="0"/>
              <a:t> </a:t>
            </a:r>
            <a:r>
              <a:rPr lang="en-ID" dirty="0" err="1"/>
              <a:t>lebih</a:t>
            </a:r>
            <a:r>
              <a:rPr lang="en-ID" dirty="0"/>
              <a:t> </a:t>
            </a:r>
            <a:r>
              <a:rPr lang="en-ID" dirty="0" err="1"/>
              <a:t>lanjut</a:t>
            </a:r>
            <a:r>
              <a:rPr lang="en-ID" dirty="0"/>
              <a:t>?</a:t>
            </a:r>
          </a:p>
        </p:txBody>
      </p:sp>
      <p:sp>
        <p:nvSpPr>
          <p:cNvPr id="4" name="Slide Number Placeholder 3"/>
          <p:cNvSpPr>
            <a:spLocks noGrp="1"/>
          </p:cNvSpPr>
          <p:nvPr>
            <p:ph type="sldNum" sz="quarter" idx="5"/>
          </p:nvPr>
        </p:nvSpPr>
        <p:spPr/>
        <p:txBody>
          <a:bodyPr/>
          <a:lstStyle/>
          <a:p>
            <a:fld id="{A49B25A6-A69C-400F-8097-3592076270B3}" type="slidenum">
              <a:rPr lang="en-ID" smtClean="0"/>
              <a:t>55</a:t>
            </a:fld>
            <a:endParaRPr lang="en-ID"/>
          </a:p>
        </p:txBody>
      </p:sp>
    </p:spTree>
    <p:extLst>
      <p:ext uri="{BB962C8B-B14F-4D97-AF65-F5344CB8AC3E}">
        <p14:creationId xmlns:p14="http://schemas.microsoft.com/office/powerpoint/2010/main" val="543096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bg1"/>
                </a:solidFill>
                <a:latin typeface="Segoe UI Light"/>
                <a:cs typeface="Segoe U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400" b="0" i="0">
                <a:solidFill>
                  <a:schemeClr val="bg1"/>
                </a:solidFill>
                <a:latin typeface="Segoe UI Light"/>
                <a:cs typeface="Segoe UI Ligh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Segoe UI Light"/>
                <a:cs typeface="Segoe UI Light"/>
              </a:defRPr>
            </a:lvl1pPr>
          </a:lstStyle>
          <a:p>
            <a:endParaRPr/>
          </a:p>
        </p:txBody>
      </p:sp>
      <p:sp>
        <p:nvSpPr>
          <p:cNvPr id="3" name="Holder 3"/>
          <p:cNvSpPr>
            <a:spLocks noGrp="1"/>
          </p:cNvSpPr>
          <p:nvPr>
            <p:ph type="body" idx="1"/>
          </p:nvPr>
        </p:nvSpPr>
        <p:spPr/>
        <p:txBody>
          <a:bodyPr lIns="0" tIns="0" rIns="0" bIns="0"/>
          <a:lstStyle>
            <a:lvl1pPr>
              <a:defRPr sz="1400" b="0" i="0">
                <a:solidFill>
                  <a:schemeClr val="bg1"/>
                </a:solidFill>
                <a:latin typeface="Segoe UI Light"/>
                <a:cs typeface="Segoe UI Ligh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Segoe UI Light"/>
                <a:cs typeface="Segoe U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3/21/2025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Segoe UI Light"/>
                <a:cs typeface="Segoe U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3/21/2025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3/21/2025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5.png"/><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42758E"/>
          </a:solidFill>
        </p:spPr>
        <p:txBody>
          <a:bodyPr wrap="square" lIns="0" tIns="0" rIns="0" bIns="0" rtlCol="0"/>
          <a:lstStyle/>
          <a:p>
            <a:endParaRPr/>
          </a:p>
        </p:txBody>
      </p:sp>
      <p:sp>
        <p:nvSpPr>
          <p:cNvPr id="17" name="bg object 17"/>
          <p:cNvSpPr/>
          <p:nvPr/>
        </p:nvSpPr>
        <p:spPr>
          <a:xfrm>
            <a:off x="0" y="6577583"/>
            <a:ext cx="12192000" cy="280670"/>
          </a:xfrm>
          <a:custGeom>
            <a:avLst/>
            <a:gdLst/>
            <a:ahLst/>
            <a:cxnLst/>
            <a:rect l="l" t="t" r="r" b="b"/>
            <a:pathLst>
              <a:path w="12192000" h="280670">
                <a:moveTo>
                  <a:pt x="12192000" y="0"/>
                </a:moveTo>
                <a:lnTo>
                  <a:pt x="0" y="0"/>
                </a:lnTo>
                <a:lnTo>
                  <a:pt x="0" y="280416"/>
                </a:lnTo>
                <a:lnTo>
                  <a:pt x="12192000" y="280416"/>
                </a:lnTo>
                <a:lnTo>
                  <a:pt x="12192000" y="0"/>
                </a:lnTo>
                <a:close/>
              </a:path>
            </a:pathLst>
          </a:custGeom>
          <a:solidFill>
            <a:srgbClr val="31ADB8"/>
          </a:solidFill>
        </p:spPr>
        <p:txBody>
          <a:bodyPr wrap="square" lIns="0" tIns="0" rIns="0" bIns="0" rtlCol="0"/>
          <a:lstStyle/>
          <a:p>
            <a:endParaRPr/>
          </a:p>
        </p:txBody>
      </p:sp>
      <p:pic>
        <p:nvPicPr>
          <p:cNvPr id="18" name="bg object 18"/>
          <p:cNvPicPr/>
          <p:nvPr/>
        </p:nvPicPr>
        <p:blipFill>
          <a:blip r:embed="rId7" cstate="print"/>
          <a:stretch>
            <a:fillRect/>
          </a:stretch>
        </p:blipFill>
        <p:spPr>
          <a:xfrm>
            <a:off x="9829800" y="6225540"/>
            <a:ext cx="693420" cy="452628"/>
          </a:xfrm>
          <a:prstGeom prst="rect">
            <a:avLst/>
          </a:prstGeom>
        </p:spPr>
      </p:pic>
      <p:pic>
        <p:nvPicPr>
          <p:cNvPr id="19" name="bg object 19"/>
          <p:cNvPicPr/>
          <p:nvPr/>
        </p:nvPicPr>
        <p:blipFill>
          <a:blip r:embed="rId8" cstate="print"/>
          <a:stretch>
            <a:fillRect/>
          </a:stretch>
        </p:blipFill>
        <p:spPr>
          <a:xfrm>
            <a:off x="10564368" y="5539740"/>
            <a:ext cx="499872" cy="1056132"/>
          </a:xfrm>
          <a:prstGeom prst="rect">
            <a:avLst/>
          </a:prstGeom>
        </p:spPr>
      </p:pic>
      <p:pic>
        <p:nvPicPr>
          <p:cNvPr id="20" name="bg object 20"/>
          <p:cNvPicPr/>
          <p:nvPr/>
        </p:nvPicPr>
        <p:blipFill>
          <a:blip r:embed="rId9" cstate="print"/>
          <a:stretch>
            <a:fillRect/>
          </a:stretch>
        </p:blipFill>
        <p:spPr>
          <a:xfrm>
            <a:off x="11577828" y="5736336"/>
            <a:ext cx="550164" cy="879347"/>
          </a:xfrm>
          <a:prstGeom prst="rect">
            <a:avLst/>
          </a:prstGeom>
        </p:spPr>
      </p:pic>
      <p:pic>
        <p:nvPicPr>
          <p:cNvPr id="21" name="bg object 21"/>
          <p:cNvPicPr/>
          <p:nvPr/>
        </p:nvPicPr>
        <p:blipFill>
          <a:blip r:embed="rId10" cstate="print"/>
          <a:stretch>
            <a:fillRect/>
          </a:stretch>
        </p:blipFill>
        <p:spPr>
          <a:xfrm>
            <a:off x="11160252" y="5524500"/>
            <a:ext cx="374903" cy="1071372"/>
          </a:xfrm>
          <a:prstGeom prst="rect">
            <a:avLst/>
          </a:prstGeom>
        </p:spPr>
      </p:pic>
      <p:pic>
        <p:nvPicPr>
          <p:cNvPr id="22" name="bg object 22"/>
          <p:cNvPicPr/>
          <p:nvPr/>
        </p:nvPicPr>
        <p:blipFill>
          <a:blip r:embed="rId11" cstate="print"/>
          <a:stretch>
            <a:fillRect/>
          </a:stretch>
        </p:blipFill>
        <p:spPr>
          <a:xfrm>
            <a:off x="9564623" y="5867400"/>
            <a:ext cx="265175" cy="402336"/>
          </a:xfrm>
          <a:prstGeom prst="rect">
            <a:avLst/>
          </a:prstGeom>
        </p:spPr>
      </p:pic>
      <p:sp>
        <p:nvSpPr>
          <p:cNvPr id="2" name="Holder 2"/>
          <p:cNvSpPr>
            <a:spLocks noGrp="1"/>
          </p:cNvSpPr>
          <p:nvPr>
            <p:ph type="title"/>
          </p:nvPr>
        </p:nvSpPr>
        <p:spPr>
          <a:xfrm>
            <a:off x="625246" y="48593"/>
            <a:ext cx="10941507" cy="1419225"/>
          </a:xfrm>
          <a:prstGeom prst="rect">
            <a:avLst/>
          </a:prstGeom>
        </p:spPr>
        <p:txBody>
          <a:bodyPr wrap="square" lIns="0" tIns="0" rIns="0" bIns="0">
            <a:spAutoFit/>
          </a:bodyPr>
          <a:lstStyle>
            <a:lvl1pPr>
              <a:defRPr sz="4400" b="0" i="0">
                <a:solidFill>
                  <a:schemeClr val="bg1"/>
                </a:solidFill>
                <a:latin typeface="Segoe UI Light"/>
                <a:cs typeface="Segoe UI Light"/>
              </a:defRPr>
            </a:lvl1pPr>
          </a:lstStyle>
          <a:p>
            <a:endParaRPr/>
          </a:p>
        </p:txBody>
      </p:sp>
      <p:sp>
        <p:nvSpPr>
          <p:cNvPr id="3" name="Holder 3"/>
          <p:cNvSpPr>
            <a:spLocks noGrp="1"/>
          </p:cNvSpPr>
          <p:nvPr>
            <p:ph type="body" idx="1"/>
          </p:nvPr>
        </p:nvSpPr>
        <p:spPr>
          <a:xfrm>
            <a:off x="623112" y="3338525"/>
            <a:ext cx="5657850" cy="2660650"/>
          </a:xfrm>
          <a:prstGeom prst="rect">
            <a:avLst/>
          </a:prstGeom>
        </p:spPr>
        <p:txBody>
          <a:bodyPr wrap="square" lIns="0" tIns="0" rIns="0" bIns="0">
            <a:spAutoFit/>
          </a:bodyPr>
          <a:lstStyle>
            <a:lvl1pPr>
              <a:defRPr sz="1400" b="0" i="0">
                <a:solidFill>
                  <a:schemeClr val="bg1"/>
                </a:solidFill>
                <a:latin typeface="Segoe UI Light"/>
                <a:cs typeface="Segoe UI Light"/>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3/21/2025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8.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39.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48.jpeg"/><Relationship Id="rId4" Type="http://schemas.openxmlformats.org/officeDocument/2006/relationships/image" Target="../media/image47.png"/></Relationships>
</file>

<file path=ppt/slides/_rels/slide1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jpeg"/><Relationship Id="rId4" Type="http://schemas.openxmlformats.org/officeDocument/2006/relationships/image" Target="../media/image52.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hyperlink" Target="https://fikti.gunadarma.ac.id/sisinformasi/"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4.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4.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4.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4.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4.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4.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4.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4.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4.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64.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64.jp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60.xml.rels><?xml version="1.0" encoding="UTF-8" standalone="yes"?>
<Relationships xmlns="http://schemas.openxmlformats.org/package/2006/relationships"><Relationship Id="rId2" Type="http://schemas.openxmlformats.org/officeDocument/2006/relationships/image" Target="../media/image64.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64.jp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42758E"/>
          </a:solidFill>
        </p:spPr>
        <p:txBody>
          <a:bodyPr wrap="square" lIns="0" tIns="0" rIns="0" bIns="0" rtlCol="0"/>
          <a:lstStyle/>
          <a:p>
            <a:endParaRPr/>
          </a:p>
        </p:txBody>
      </p:sp>
      <p:sp>
        <p:nvSpPr>
          <p:cNvPr id="3" name="object 3"/>
          <p:cNvSpPr/>
          <p:nvPr/>
        </p:nvSpPr>
        <p:spPr>
          <a:xfrm>
            <a:off x="3793235" y="0"/>
            <a:ext cx="8286115" cy="6858000"/>
          </a:xfrm>
          <a:custGeom>
            <a:avLst/>
            <a:gdLst/>
            <a:ahLst/>
            <a:cxnLst/>
            <a:rect l="l" t="t" r="r" b="b"/>
            <a:pathLst>
              <a:path w="8286115" h="6858000">
                <a:moveTo>
                  <a:pt x="8285988" y="0"/>
                </a:moveTo>
                <a:lnTo>
                  <a:pt x="1626108" y="0"/>
                </a:lnTo>
                <a:lnTo>
                  <a:pt x="1558543" y="254507"/>
                </a:lnTo>
                <a:lnTo>
                  <a:pt x="1525919" y="366651"/>
                </a:lnTo>
                <a:lnTo>
                  <a:pt x="1492638" y="477586"/>
                </a:lnTo>
                <a:lnTo>
                  <a:pt x="1458698" y="587304"/>
                </a:lnTo>
                <a:lnTo>
                  <a:pt x="1424094" y="695792"/>
                </a:lnTo>
                <a:lnTo>
                  <a:pt x="1406541" y="749572"/>
                </a:lnTo>
                <a:lnTo>
                  <a:pt x="1388821" y="803041"/>
                </a:lnTo>
                <a:lnTo>
                  <a:pt x="1370933" y="856197"/>
                </a:lnTo>
                <a:lnTo>
                  <a:pt x="1352877" y="909039"/>
                </a:lnTo>
                <a:lnTo>
                  <a:pt x="1334651" y="961566"/>
                </a:lnTo>
                <a:lnTo>
                  <a:pt x="1316256" y="1013776"/>
                </a:lnTo>
                <a:lnTo>
                  <a:pt x="1297691" y="1065669"/>
                </a:lnTo>
                <a:lnTo>
                  <a:pt x="1278955" y="1117242"/>
                </a:lnTo>
                <a:lnTo>
                  <a:pt x="1260048" y="1168494"/>
                </a:lnTo>
                <a:lnTo>
                  <a:pt x="1240970" y="1219425"/>
                </a:lnTo>
                <a:lnTo>
                  <a:pt x="1221720" y="1270032"/>
                </a:lnTo>
                <a:lnTo>
                  <a:pt x="1202297" y="1320314"/>
                </a:lnTo>
                <a:lnTo>
                  <a:pt x="1182701" y="1370271"/>
                </a:lnTo>
                <a:lnTo>
                  <a:pt x="1162932" y="1419900"/>
                </a:lnTo>
                <a:lnTo>
                  <a:pt x="1142988" y="1469201"/>
                </a:lnTo>
                <a:lnTo>
                  <a:pt x="1122870" y="1518171"/>
                </a:lnTo>
                <a:lnTo>
                  <a:pt x="1102577" y="1566810"/>
                </a:lnTo>
                <a:lnTo>
                  <a:pt x="1082108" y="1615117"/>
                </a:lnTo>
                <a:lnTo>
                  <a:pt x="1061463" y="1663089"/>
                </a:lnTo>
                <a:lnTo>
                  <a:pt x="1040642" y="1710726"/>
                </a:lnTo>
                <a:lnTo>
                  <a:pt x="1019643" y="1758026"/>
                </a:lnTo>
                <a:lnTo>
                  <a:pt x="998467" y="1804989"/>
                </a:lnTo>
                <a:lnTo>
                  <a:pt x="977113" y="1851612"/>
                </a:lnTo>
                <a:lnTo>
                  <a:pt x="955580" y="1897894"/>
                </a:lnTo>
                <a:lnTo>
                  <a:pt x="933868" y="1943834"/>
                </a:lnTo>
                <a:lnTo>
                  <a:pt x="911976" y="1989430"/>
                </a:lnTo>
                <a:lnTo>
                  <a:pt x="889904" y="2034682"/>
                </a:lnTo>
                <a:lnTo>
                  <a:pt x="867652" y="2079588"/>
                </a:lnTo>
                <a:lnTo>
                  <a:pt x="845219" y="2124147"/>
                </a:lnTo>
                <a:lnTo>
                  <a:pt x="822603" y="2168356"/>
                </a:lnTo>
                <a:lnTo>
                  <a:pt x="799806" y="2212216"/>
                </a:lnTo>
                <a:lnTo>
                  <a:pt x="776826" y="2255724"/>
                </a:lnTo>
                <a:lnTo>
                  <a:pt x="753663" y="2298879"/>
                </a:lnTo>
                <a:lnTo>
                  <a:pt x="730317" y="2341680"/>
                </a:lnTo>
                <a:lnTo>
                  <a:pt x="706786" y="2384126"/>
                </a:lnTo>
                <a:lnTo>
                  <a:pt x="683070" y="2426215"/>
                </a:lnTo>
                <a:lnTo>
                  <a:pt x="659170" y="2467946"/>
                </a:lnTo>
                <a:lnTo>
                  <a:pt x="635083" y="2509317"/>
                </a:lnTo>
                <a:lnTo>
                  <a:pt x="610811" y="2550327"/>
                </a:lnTo>
                <a:lnTo>
                  <a:pt x="586352" y="2590976"/>
                </a:lnTo>
                <a:lnTo>
                  <a:pt x="561705" y="2631261"/>
                </a:lnTo>
                <a:lnTo>
                  <a:pt x="536871" y="2671181"/>
                </a:lnTo>
                <a:lnTo>
                  <a:pt x="511849" y="2710734"/>
                </a:lnTo>
                <a:lnTo>
                  <a:pt x="486638" y="2749921"/>
                </a:lnTo>
                <a:lnTo>
                  <a:pt x="461238" y="2788738"/>
                </a:lnTo>
                <a:lnTo>
                  <a:pt x="435648" y="2827185"/>
                </a:lnTo>
                <a:lnTo>
                  <a:pt x="409868" y="2865261"/>
                </a:lnTo>
                <a:lnTo>
                  <a:pt x="383897" y="2902963"/>
                </a:lnTo>
                <a:lnTo>
                  <a:pt x="357735" y="2940292"/>
                </a:lnTo>
                <a:lnTo>
                  <a:pt x="331381" y="2977245"/>
                </a:lnTo>
                <a:lnTo>
                  <a:pt x="304836" y="3013821"/>
                </a:lnTo>
                <a:lnTo>
                  <a:pt x="278097" y="3050019"/>
                </a:lnTo>
                <a:lnTo>
                  <a:pt x="251165" y="3085837"/>
                </a:lnTo>
                <a:lnTo>
                  <a:pt x="224039" y="3121275"/>
                </a:lnTo>
                <a:lnTo>
                  <a:pt x="196720" y="3156330"/>
                </a:lnTo>
                <a:lnTo>
                  <a:pt x="169205" y="3191001"/>
                </a:lnTo>
                <a:lnTo>
                  <a:pt x="141495" y="3225288"/>
                </a:lnTo>
                <a:lnTo>
                  <a:pt x="113590" y="3259188"/>
                </a:lnTo>
                <a:lnTo>
                  <a:pt x="85488" y="3292701"/>
                </a:lnTo>
                <a:lnTo>
                  <a:pt x="57189" y="3325824"/>
                </a:lnTo>
                <a:lnTo>
                  <a:pt x="28693" y="3358558"/>
                </a:lnTo>
                <a:lnTo>
                  <a:pt x="0" y="3390900"/>
                </a:lnTo>
                <a:lnTo>
                  <a:pt x="29043" y="3430895"/>
                </a:lnTo>
                <a:lnTo>
                  <a:pt x="57849" y="3471011"/>
                </a:lnTo>
                <a:lnTo>
                  <a:pt x="86418" y="3511248"/>
                </a:lnTo>
                <a:lnTo>
                  <a:pt x="114752" y="3551609"/>
                </a:lnTo>
                <a:lnTo>
                  <a:pt x="142852" y="3592096"/>
                </a:lnTo>
                <a:lnTo>
                  <a:pt x="170719" y="3632710"/>
                </a:lnTo>
                <a:lnTo>
                  <a:pt x="198353" y="3673454"/>
                </a:lnTo>
                <a:lnTo>
                  <a:pt x="225757" y="3714328"/>
                </a:lnTo>
                <a:lnTo>
                  <a:pt x="252931" y="3755336"/>
                </a:lnTo>
                <a:lnTo>
                  <a:pt x="279876" y="3796478"/>
                </a:lnTo>
                <a:lnTo>
                  <a:pt x="306593" y="3837757"/>
                </a:lnTo>
                <a:lnTo>
                  <a:pt x="333083" y="3879174"/>
                </a:lnTo>
                <a:lnTo>
                  <a:pt x="359348" y="3920732"/>
                </a:lnTo>
                <a:lnTo>
                  <a:pt x="385389" y="3962432"/>
                </a:lnTo>
                <a:lnTo>
                  <a:pt x="411206" y="4004276"/>
                </a:lnTo>
                <a:lnTo>
                  <a:pt x="436801" y="4046265"/>
                </a:lnTo>
                <a:lnTo>
                  <a:pt x="462175" y="4088403"/>
                </a:lnTo>
                <a:lnTo>
                  <a:pt x="487328" y="4130690"/>
                </a:lnTo>
                <a:lnTo>
                  <a:pt x="512263" y="4173128"/>
                </a:lnTo>
                <a:lnTo>
                  <a:pt x="536979" y="4215720"/>
                </a:lnTo>
                <a:lnTo>
                  <a:pt x="561479" y="4258466"/>
                </a:lnTo>
                <a:lnTo>
                  <a:pt x="585763" y="4301370"/>
                </a:lnTo>
                <a:lnTo>
                  <a:pt x="609832" y="4344432"/>
                </a:lnTo>
                <a:lnTo>
                  <a:pt x="633687" y="4387655"/>
                </a:lnTo>
                <a:lnTo>
                  <a:pt x="657330" y="4431041"/>
                </a:lnTo>
                <a:lnTo>
                  <a:pt x="680762" y="4474590"/>
                </a:lnTo>
                <a:lnTo>
                  <a:pt x="703983" y="4518306"/>
                </a:lnTo>
                <a:lnTo>
                  <a:pt x="726994" y="4562190"/>
                </a:lnTo>
                <a:lnTo>
                  <a:pt x="749798" y="4606244"/>
                </a:lnTo>
                <a:lnTo>
                  <a:pt x="772394" y="4650469"/>
                </a:lnTo>
                <a:lnTo>
                  <a:pt x="794785" y="4694868"/>
                </a:lnTo>
                <a:lnTo>
                  <a:pt x="816970" y="4739442"/>
                </a:lnTo>
                <a:lnTo>
                  <a:pt x="838952" y="4784194"/>
                </a:lnTo>
                <a:lnTo>
                  <a:pt x="860730" y="4829125"/>
                </a:lnTo>
                <a:lnTo>
                  <a:pt x="882307" y="4874236"/>
                </a:lnTo>
                <a:lnTo>
                  <a:pt x="903684" y="4919530"/>
                </a:lnTo>
                <a:lnTo>
                  <a:pt x="924861" y="4965009"/>
                </a:lnTo>
                <a:lnTo>
                  <a:pt x="945839" y="5010674"/>
                </a:lnTo>
                <a:lnTo>
                  <a:pt x="966620" y="5056528"/>
                </a:lnTo>
                <a:lnTo>
                  <a:pt x="987205" y="5102572"/>
                </a:lnTo>
                <a:lnTo>
                  <a:pt x="1007595" y="5148807"/>
                </a:lnTo>
                <a:lnTo>
                  <a:pt x="1027790" y="5195237"/>
                </a:lnTo>
                <a:lnTo>
                  <a:pt x="1047792" y="5241862"/>
                </a:lnTo>
                <a:lnTo>
                  <a:pt x="1067603" y="5288685"/>
                </a:lnTo>
                <a:lnTo>
                  <a:pt x="1106652" y="5382930"/>
                </a:lnTo>
                <a:lnTo>
                  <a:pt x="1144947" y="5477987"/>
                </a:lnTo>
                <a:lnTo>
                  <a:pt x="1182495" y="5573872"/>
                </a:lnTo>
                <a:lnTo>
                  <a:pt x="1219306" y="5670598"/>
                </a:lnTo>
                <a:lnTo>
                  <a:pt x="1255389" y="5768181"/>
                </a:lnTo>
                <a:lnTo>
                  <a:pt x="1290751" y="5866634"/>
                </a:lnTo>
                <a:lnTo>
                  <a:pt x="1325401" y="5965974"/>
                </a:lnTo>
                <a:lnTo>
                  <a:pt x="1359349" y="6066215"/>
                </a:lnTo>
                <a:lnTo>
                  <a:pt x="1392603" y="6167371"/>
                </a:lnTo>
                <a:lnTo>
                  <a:pt x="1425172" y="6269457"/>
                </a:lnTo>
                <a:lnTo>
                  <a:pt x="1457063" y="6372489"/>
                </a:lnTo>
                <a:lnTo>
                  <a:pt x="1488287" y="6476480"/>
                </a:lnTo>
                <a:lnTo>
                  <a:pt x="1518851" y="6581445"/>
                </a:lnTo>
                <a:lnTo>
                  <a:pt x="1548764" y="6687400"/>
                </a:lnTo>
                <a:lnTo>
                  <a:pt x="1592579" y="6857999"/>
                </a:lnTo>
                <a:lnTo>
                  <a:pt x="8285988" y="6857999"/>
                </a:lnTo>
                <a:lnTo>
                  <a:pt x="8285988" y="0"/>
                </a:lnTo>
                <a:close/>
              </a:path>
            </a:pathLst>
          </a:custGeom>
          <a:solidFill>
            <a:srgbClr val="FFFFFF"/>
          </a:solidFill>
        </p:spPr>
        <p:txBody>
          <a:bodyPr wrap="square" lIns="0" tIns="0" rIns="0" bIns="0" rtlCol="0"/>
          <a:lstStyle/>
          <a:p>
            <a:endParaRPr/>
          </a:p>
        </p:txBody>
      </p:sp>
      <p:pic>
        <p:nvPicPr>
          <p:cNvPr id="4" name="object 4"/>
          <p:cNvPicPr/>
          <p:nvPr/>
        </p:nvPicPr>
        <p:blipFill>
          <a:blip r:embed="rId2" cstate="print"/>
          <a:stretch>
            <a:fillRect/>
          </a:stretch>
        </p:blipFill>
        <p:spPr>
          <a:xfrm>
            <a:off x="225552" y="234695"/>
            <a:ext cx="1072896" cy="1104900"/>
          </a:xfrm>
          <a:prstGeom prst="rect">
            <a:avLst/>
          </a:prstGeom>
        </p:spPr>
      </p:pic>
      <p:sp>
        <p:nvSpPr>
          <p:cNvPr id="5" name="object 5"/>
          <p:cNvSpPr txBox="1"/>
          <p:nvPr/>
        </p:nvSpPr>
        <p:spPr>
          <a:xfrm>
            <a:off x="1377188" y="598678"/>
            <a:ext cx="3405250" cy="751488"/>
          </a:xfrm>
          <a:prstGeom prst="rect">
            <a:avLst/>
          </a:prstGeom>
        </p:spPr>
        <p:txBody>
          <a:bodyPr vert="horz" wrap="square" lIns="0" tIns="12700" rIns="0" bIns="0" rtlCol="0">
            <a:spAutoFit/>
          </a:bodyPr>
          <a:lstStyle/>
          <a:p>
            <a:pPr marL="12700" marR="5080">
              <a:lnSpc>
                <a:spcPct val="100000"/>
              </a:lnSpc>
              <a:spcBef>
                <a:spcPts val="100"/>
              </a:spcBef>
            </a:pPr>
            <a:r>
              <a:rPr lang="en-ID" sz="2400" dirty="0">
                <a:solidFill>
                  <a:schemeClr val="bg1"/>
                </a:solidFill>
                <a:latin typeface="Trebuchet MS"/>
                <a:cs typeface="Trebuchet MS"/>
              </a:rPr>
              <a:t>F</a:t>
            </a:r>
            <a:r>
              <a:rPr lang="id-ID" sz="2400" dirty="0">
                <a:solidFill>
                  <a:schemeClr val="bg1"/>
                </a:solidFill>
                <a:latin typeface="Trebuchet MS"/>
                <a:cs typeface="Trebuchet MS"/>
              </a:rPr>
              <a:t>akultas Ilmu Komputer dan Teknologi Informasi</a:t>
            </a:r>
            <a:endParaRPr sz="2400" dirty="0">
              <a:solidFill>
                <a:schemeClr val="bg1"/>
              </a:solidFill>
              <a:latin typeface="Trebuchet MS"/>
              <a:cs typeface="Trebuchet MS"/>
            </a:endParaRPr>
          </a:p>
        </p:txBody>
      </p:sp>
      <p:sp>
        <p:nvSpPr>
          <p:cNvPr id="7" name="object 7"/>
          <p:cNvSpPr/>
          <p:nvPr/>
        </p:nvSpPr>
        <p:spPr>
          <a:xfrm>
            <a:off x="5031485" y="2881122"/>
            <a:ext cx="6791325" cy="0"/>
          </a:xfrm>
          <a:custGeom>
            <a:avLst/>
            <a:gdLst/>
            <a:ahLst/>
            <a:cxnLst/>
            <a:rect l="l" t="t" r="r" b="b"/>
            <a:pathLst>
              <a:path w="6791325">
                <a:moveTo>
                  <a:pt x="0" y="0"/>
                </a:moveTo>
                <a:lnTo>
                  <a:pt x="6790944" y="0"/>
                </a:lnTo>
              </a:path>
            </a:pathLst>
          </a:custGeom>
          <a:ln w="28956">
            <a:solidFill>
              <a:srgbClr val="31ADB8"/>
            </a:solidFill>
          </a:ln>
        </p:spPr>
        <p:txBody>
          <a:bodyPr wrap="square" lIns="0" tIns="0" rIns="0" bIns="0" rtlCol="0"/>
          <a:lstStyle/>
          <a:p>
            <a:endParaRPr/>
          </a:p>
        </p:txBody>
      </p:sp>
      <p:sp>
        <p:nvSpPr>
          <p:cNvPr id="8" name="object 8"/>
          <p:cNvSpPr txBox="1"/>
          <p:nvPr/>
        </p:nvSpPr>
        <p:spPr>
          <a:xfrm>
            <a:off x="5189854" y="2999267"/>
            <a:ext cx="5857240" cy="1896032"/>
          </a:xfrm>
          <a:prstGeom prst="rect">
            <a:avLst/>
          </a:prstGeom>
        </p:spPr>
        <p:txBody>
          <a:bodyPr vert="horz" wrap="square" lIns="0" tIns="170815" rIns="0" bIns="0" rtlCol="0">
            <a:spAutoFit/>
          </a:bodyPr>
          <a:lstStyle/>
          <a:p>
            <a:pPr marL="38100">
              <a:lnSpc>
                <a:spcPct val="100000"/>
              </a:lnSpc>
              <a:spcBef>
                <a:spcPts val="1345"/>
              </a:spcBef>
            </a:pPr>
            <a:r>
              <a:rPr lang="en-ID" altLang="id-ID" sz="2800" b="1" dirty="0">
                <a:solidFill>
                  <a:srgbClr val="7030A0"/>
                </a:solidFill>
                <a:latin typeface="Calibri" panose="020F0502020204030204" pitchFamily="34" charset="0"/>
              </a:rPr>
              <a:t>EKSPLORASI SEBUAH TOOLS, BAHASA PEMROGRAMAN, ATAU APLIKASI DENGAN CONTOH PENGGUNAAN</a:t>
            </a:r>
            <a:endParaRPr lang="en-ID" sz="2800" dirty="0">
              <a:latin typeface="Arial"/>
              <a:cs typeface="Arial"/>
            </a:endParaRPr>
          </a:p>
          <a:p>
            <a:pPr marL="38100">
              <a:lnSpc>
                <a:spcPct val="100000"/>
              </a:lnSpc>
              <a:spcBef>
                <a:spcPts val="25"/>
              </a:spcBef>
            </a:pPr>
            <a:r>
              <a:rPr sz="2800" b="1" dirty="0">
                <a:solidFill>
                  <a:srgbClr val="FFFFFF"/>
                </a:solidFill>
                <a:latin typeface="Arial"/>
                <a:cs typeface="Arial"/>
              </a:rPr>
              <a:t>OF</a:t>
            </a:r>
            <a:r>
              <a:rPr sz="2800" b="1" spc="-20" dirty="0">
                <a:solidFill>
                  <a:srgbClr val="FFFFFF"/>
                </a:solidFill>
                <a:latin typeface="Arial"/>
                <a:cs typeface="Arial"/>
              </a:rPr>
              <a:t> </a:t>
            </a:r>
            <a:r>
              <a:rPr sz="2800" b="1" dirty="0">
                <a:solidFill>
                  <a:srgbClr val="FFFFFF"/>
                </a:solidFill>
                <a:latin typeface="Arial"/>
                <a:cs typeface="Arial"/>
              </a:rPr>
              <a:t>YOUR</a:t>
            </a:r>
            <a:r>
              <a:rPr sz="2800" b="1" spc="5" dirty="0">
                <a:solidFill>
                  <a:srgbClr val="FFFFFF"/>
                </a:solidFill>
                <a:latin typeface="Arial"/>
                <a:cs typeface="Arial"/>
              </a:rPr>
              <a:t> </a:t>
            </a:r>
            <a:r>
              <a:rPr sz="2800" b="1" spc="-20" dirty="0">
                <a:solidFill>
                  <a:srgbClr val="FFFFFF"/>
                </a:solidFill>
                <a:latin typeface="Arial"/>
                <a:cs typeface="Arial"/>
              </a:rPr>
              <a:t>PRESENTATION</a:t>
            </a:r>
            <a:r>
              <a:rPr sz="2800" b="1" spc="15" dirty="0">
                <a:solidFill>
                  <a:srgbClr val="FFFFFF"/>
                </a:solidFill>
                <a:latin typeface="Arial"/>
                <a:cs typeface="Arial"/>
              </a:rPr>
              <a:t> </a:t>
            </a:r>
            <a:r>
              <a:rPr sz="2800" b="1" spc="-20" dirty="0">
                <a:solidFill>
                  <a:srgbClr val="FFFFFF"/>
                </a:solidFill>
                <a:latin typeface="Arial"/>
                <a:cs typeface="Arial"/>
              </a:rPr>
              <a:t>HERE</a:t>
            </a:r>
            <a:endParaRPr sz="2800" dirty="0">
              <a:latin typeface="Arial"/>
              <a:cs typeface="Arial"/>
            </a:endParaRPr>
          </a:p>
        </p:txBody>
      </p:sp>
      <p:pic>
        <p:nvPicPr>
          <p:cNvPr id="9" name="object 9"/>
          <p:cNvPicPr/>
          <p:nvPr/>
        </p:nvPicPr>
        <p:blipFill>
          <a:blip r:embed="rId3" cstate="print"/>
          <a:stretch>
            <a:fillRect/>
          </a:stretch>
        </p:blipFill>
        <p:spPr>
          <a:xfrm>
            <a:off x="0" y="2756916"/>
            <a:ext cx="5803392" cy="3480815"/>
          </a:xfrm>
          <a:prstGeom prst="rect">
            <a:avLst/>
          </a:prstGeom>
        </p:spPr>
      </p:pic>
      <p:sp>
        <p:nvSpPr>
          <p:cNvPr id="11" name="Rectangle 10">
            <a:extLst>
              <a:ext uri="{FF2B5EF4-FFF2-40B4-BE49-F238E27FC236}">
                <a16:creationId xmlns:a16="http://schemas.microsoft.com/office/drawing/2014/main" id="{300E1B17-0A36-4887-8CBE-EFAB72617EAC}"/>
              </a:ext>
            </a:extLst>
          </p:cNvPr>
          <p:cNvSpPr/>
          <p:nvPr/>
        </p:nvSpPr>
        <p:spPr>
          <a:xfrm>
            <a:off x="5382894" y="787145"/>
            <a:ext cx="6096000" cy="1384995"/>
          </a:xfrm>
          <a:prstGeom prst="rect">
            <a:avLst/>
          </a:prstGeom>
        </p:spPr>
        <p:txBody>
          <a:bodyPr>
            <a:spAutoFit/>
          </a:bodyPr>
          <a:lstStyle/>
          <a:p>
            <a:r>
              <a:rPr lang="fi-FI" sz="2800" b="1" dirty="0">
                <a:solidFill>
                  <a:srgbClr val="000000"/>
                </a:solidFill>
                <a:latin typeface="Arial"/>
                <a:cs typeface="Arial"/>
              </a:rPr>
              <a:t>WORKSHOP </a:t>
            </a:r>
            <a:br>
              <a:rPr lang="fi-FI" sz="2800" b="1" dirty="0">
                <a:solidFill>
                  <a:srgbClr val="000000"/>
                </a:solidFill>
                <a:latin typeface="Arial"/>
                <a:cs typeface="Arial"/>
              </a:rPr>
            </a:br>
            <a:r>
              <a:rPr lang="fi-FI" sz="2800" b="1" dirty="0">
                <a:solidFill>
                  <a:srgbClr val="000000"/>
                </a:solidFill>
                <a:latin typeface="Arial"/>
                <a:cs typeface="Arial"/>
              </a:rPr>
              <a:t>PENULISAN ILMIAH</a:t>
            </a:r>
            <a:br>
              <a:rPr lang="fi-FI" sz="2800" b="1" dirty="0">
                <a:solidFill>
                  <a:srgbClr val="000000"/>
                </a:solidFill>
                <a:latin typeface="Arial"/>
                <a:cs typeface="Arial"/>
              </a:rPr>
            </a:br>
            <a:r>
              <a:rPr lang="fi-FI" sz="2800" b="1" dirty="0">
                <a:solidFill>
                  <a:srgbClr val="B57A09"/>
                </a:solidFill>
                <a:latin typeface="Arial"/>
                <a:cs typeface="Arial"/>
              </a:rPr>
              <a:t>JURUSAN SISTEM</a:t>
            </a:r>
            <a:r>
              <a:rPr lang="fi-FI" sz="2800" b="1" spc="-45" dirty="0">
                <a:solidFill>
                  <a:srgbClr val="B57A09"/>
                </a:solidFill>
                <a:latin typeface="Arial"/>
                <a:cs typeface="Arial"/>
              </a:rPr>
              <a:t> </a:t>
            </a:r>
            <a:r>
              <a:rPr lang="fi-FI" sz="2800" b="1" spc="-10" dirty="0">
                <a:solidFill>
                  <a:srgbClr val="B57A09"/>
                </a:solidFill>
                <a:latin typeface="Arial"/>
                <a:cs typeface="Arial"/>
              </a:rPr>
              <a:t>INFORMASI</a:t>
            </a:r>
            <a:endParaRPr lang="en-ID"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42758E"/>
          </a:solidFill>
        </p:spPr>
        <p:txBody>
          <a:bodyPr wrap="square" lIns="0" tIns="0" rIns="0" bIns="0" rtlCol="0"/>
          <a:lstStyle/>
          <a:p>
            <a:endParaRPr/>
          </a:p>
        </p:txBody>
      </p:sp>
      <p:sp>
        <p:nvSpPr>
          <p:cNvPr id="3" name="object 3"/>
          <p:cNvSpPr/>
          <p:nvPr/>
        </p:nvSpPr>
        <p:spPr>
          <a:xfrm>
            <a:off x="5145023" y="2702051"/>
            <a:ext cx="7047230" cy="1432560"/>
          </a:xfrm>
          <a:custGeom>
            <a:avLst/>
            <a:gdLst/>
            <a:ahLst/>
            <a:cxnLst/>
            <a:rect l="l" t="t" r="r" b="b"/>
            <a:pathLst>
              <a:path w="7047230" h="1432560">
                <a:moveTo>
                  <a:pt x="7046976" y="0"/>
                </a:moveTo>
                <a:lnTo>
                  <a:pt x="716534" y="0"/>
                </a:lnTo>
                <a:lnTo>
                  <a:pt x="667467" y="1652"/>
                </a:lnTo>
                <a:lnTo>
                  <a:pt x="619290" y="6537"/>
                </a:lnTo>
                <a:lnTo>
                  <a:pt x="572109" y="14550"/>
                </a:lnTo>
                <a:lnTo>
                  <a:pt x="526030" y="25582"/>
                </a:lnTo>
                <a:lnTo>
                  <a:pt x="481160" y="39528"/>
                </a:lnTo>
                <a:lnTo>
                  <a:pt x="437605" y="56281"/>
                </a:lnTo>
                <a:lnTo>
                  <a:pt x="395473" y="75734"/>
                </a:lnTo>
                <a:lnTo>
                  <a:pt x="354869" y="97780"/>
                </a:lnTo>
                <a:lnTo>
                  <a:pt x="315900" y="122314"/>
                </a:lnTo>
                <a:lnTo>
                  <a:pt x="278673" y="149228"/>
                </a:lnTo>
                <a:lnTo>
                  <a:pt x="243295" y="178415"/>
                </a:lnTo>
                <a:lnTo>
                  <a:pt x="209871" y="209769"/>
                </a:lnTo>
                <a:lnTo>
                  <a:pt x="178508" y="243184"/>
                </a:lnTo>
                <a:lnTo>
                  <a:pt x="149314" y="278553"/>
                </a:lnTo>
                <a:lnTo>
                  <a:pt x="122394" y="315769"/>
                </a:lnTo>
                <a:lnTo>
                  <a:pt x="97855" y="354725"/>
                </a:lnTo>
                <a:lnTo>
                  <a:pt x="75803" y="395315"/>
                </a:lnTo>
                <a:lnTo>
                  <a:pt x="56346" y="437432"/>
                </a:lnTo>
                <a:lnTo>
                  <a:pt x="39589" y="480970"/>
                </a:lnTo>
                <a:lnTo>
                  <a:pt x="25640" y="525821"/>
                </a:lnTo>
                <a:lnTo>
                  <a:pt x="14604" y="571881"/>
                </a:lnTo>
                <a:lnTo>
                  <a:pt x="0" y="716280"/>
                </a:lnTo>
                <a:lnTo>
                  <a:pt x="14604" y="860678"/>
                </a:lnTo>
                <a:lnTo>
                  <a:pt x="25640" y="906738"/>
                </a:lnTo>
                <a:lnTo>
                  <a:pt x="39589" y="951589"/>
                </a:lnTo>
                <a:lnTo>
                  <a:pt x="56346" y="995127"/>
                </a:lnTo>
                <a:lnTo>
                  <a:pt x="75803" y="1037244"/>
                </a:lnTo>
                <a:lnTo>
                  <a:pt x="97855" y="1077834"/>
                </a:lnTo>
                <a:lnTo>
                  <a:pt x="122394" y="1116790"/>
                </a:lnTo>
                <a:lnTo>
                  <a:pt x="149314" y="1154006"/>
                </a:lnTo>
                <a:lnTo>
                  <a:pt x="178508" y="1189375"/>
                </a:lnTo>
                <a:lnTo>
                  <a:pt x="209871" y="1222790"/>
                </a:lnTo>
                <a:lnTo>
                  <a:pt x="243295" y="1254144"/>
                </a:lnTo>
                <a:lnTo>
                  <a:pt x="278673" y="1283331"/>
                </a:lnTo>
                <a:lnTo>
                  <a:pt x="315900" y="1310245"/>
                </a:lnTo>
                <a:lnTo>
                  <a:pt x="354869" y="1334779"/>
                </a:lnTo>
                <a:lnTo>
                  <a:pt x="395473" y="1356825"/>
                </a:lnTo>
                <a:lnTo>
                  <a:pt x="437605" y="1376278"/>
                </a:lnTo>
                <a:lnTo>
                  <a:pt x="481160" y="1393031"/>
                </a:lnTo>
                <a:lnTo>
                  <a:pt x="526030" y="1406977"/>
                </a:lnTo>
                <a:lnTo>
                  <a:pt x="572109" y="1418009"/>
                </a:lnTo>
                <a:lnTo>
                  <a:pt x="619290" y="1426022"/>
                </a:lnTo>
                <a:lnTo>
                  <a:pt x="667467" y="1430907"/>
                </a:lnTo>
                <a:lnTo>
                  <a:pt x="716534" y="1432560"/>
                </a:lnTo>
                <a:lnTo>
                  <a:pt x="7046976" y="1432560"/>
                </a:lnTo>
                <a:lnTo>
                  <a:pt x="7046976" y="0"/>
                </a:lnTo>
                <a:close/>
              </a:path>
            </a:pathLst>
          </a:custGeom>
          <a:solidFill>
            <a:srgbClr val="F1A30D"/>
          </a:solidFill>
        </p:spPr>
        <p:txBody>
          <a:bodyPr wrap="square" lIns="0" tIns="0" rIns="0" bIns="0" rtlCol="0"/>
          <a:lstStyle/>
          <a:p>
            <a:endParaRPr/>
          </a:p>
        </p:txBody>
      </p:sp>
      <p:sp>
        <p:nvSpPr>
          <p:cNvPr id="4" name="object 4"/>
          <p:cNvSpPr txBox="1">
            <a:spLocks noGrp="1"/>
          </p:cNvSpPr>
          <p:nvPr>
            <p:ph type="title"/>
          </p:nvPr>
        </p:nvSpPr>
        <p:spPr>
          <a:xfrm>
            <a:off x="6070853" y="2837129"/>
            <a:ext cx="2199005" cy="848994"/>
          </a:xfrm>
          <a:prstGeom prst="rect">
            <a:avLst/>
          </a:prstGeom>
        </p:spPr>
        <p:txBody>
          <a:bodyPr vert="horz" wrap="square" lIns="0" tIns="12700" rIns="0" bIns="0" rtlCol="0">
            <a:spAutoFit/>
          </a:bodyPr>
          <a:lstStyle/>
          <a:p>
            <a:pPr marL="12700">
              <a:lnSpc>
                <a:spcPct val="100000"/>
              </a:lnSpc>
              <a:spcBef>
                <a:spcPts val="100"/>
              </a:spcBef>
            </a:pPr>
            <a:r>
              <a:rPr sz="5400" spc="-10" dirty="0">
                <a:latin typeface="Arial MT"/>
                <a:cs typeface="Arial MT"/>
              </a:rPr>
              <a:t>Outline</a:t>
            </a:r>
            <a:endParaRPr sz="5400">
              <a:latin typeface="Arial MT"/>
              <a:cs typeface="Arial MT"/>
            </a:endParaRPr>
          </a:p>
        </p:txBody>
      </p:sp>
      <p:sp>
        <p:nvSpPr>
          <p:cNvPr id="5" name="object 5"/>
          <p:cNvSpPr txBox="1"/>
          <p:nvPr/>
        </p:nvSpPr>
        <p:spPr>
          <a:xfrm>
            <a:off x="5626734" y="4277105"/>
            <a:ext cx="4772660" cy="1794722"/>
          </a:xfrm>
          <a:prstGeom prst="rect">
            <a:avLst/>
          </a:prstGeom>
        </p:spPr>
        <p:txBody>
          <a:bodyPr vert="horz" wrap="square" lIns="0" tIns="85725" rIns="0" bIns="0" rtlCol="0">
            <a:spAutoFit/>
          </a:bodyPr>
          <a:lstStyle/>
          <a:p>
            <a:pPr marL="299085" indent="-286385">
              <a:lnSpc>
                <a:spcPct val="100000"/>
              </a:lnSpc>
              <a:spcBef>
                <a:spcPts val="675"/>
              </a:spcBef>
              <a:buFont typeface="Arial MT"/>
              <a:buChar char="•"/>
              <a:tabLst>
                <a:tab pos="299085" algn="l"/>
              </a:tabLst>
            </a:pPr>
            <a:r>
              <a:rPr sz="2400" b="1" dirty="0">
                <a:solidFill>
                  <a:srgbClr val="FFFFFF"/>
                </a:solidFill>
                <a:latin typeface="Arial"/>
                <a:cs typeface="Arial"/>
              </a:rPr>
              <a:t>Overview</a:t>
            </a:r>
            <a:r>
              <a:rPr sz="2400" b="1" spc="-114" dirty="0">
                <a:solidFill>
                  <a:srgbClr val="FFFFFF"/>
                </a:solidFill>
                <a:latin typeface="Arial"/>
                <a:cs typeface="Arial"/>
              </a:rPr>
              <a:t> </a:t>
            </a:r>
            <a:r>
              <a:rPr sz="2400" b="1" spc="-25" dirty="0">
                <a:solidFill>
                  <a:srgbClr val="FFFFFF"/>
                </a:solidFill>
                <a:latin typeface="Arial"/>
                <a:cs typeface="Arial"/>
              </a:rPr>
              <a:t>PI</a:t>
            </a:r>
            <a:endParaRPr sz="2400" dirty="0">
              <a:latin typeface="Arial"/>
              <a:cs typeface="Arial"/>
            </a:endParaRPr>
          </a:p>
          <a:p>
            <a:pPr marL="299085" indent="-286385">
              <a:lnSpc>
                <a:spcPct val="100000"/>
              </a:lnSpc>
              <a:spcBef>
                <a:spcPts val="575"/>
              </a:spcBef>
              <a:buFont typeface="Arial MT"/>
              <a:buChar char="•"/>
              <a:tabLst>
                <a:tab pos="299085" algn="l"/>
              </a:tabLst>
            </a:pPr>
            <a:r>
              <a:rPr sz="2400" b="1" spc="-20" dirty="0">
                <a:solidFill>
                  <a:srgbClr val="FFFFFF"/>
                </a:solidFill>
                <a:latin typeface="Arial"/>
                <a:cs typeface="Arial"/>
              </a:rPr>
              <a:t>Tahapan</a:t>
            </a:r>
            <a:r>
              <a:rPr sz="2400" b="1" spc="-110" dirty="0">
                <a:solidFill>
                  <a:srgbClr val="FFFFFF"/>
                </a:solidFill>
                <a:latin typeface="Arial"/>
                <a:cs typeface="Arial"/>
              </a:rPr>
              <a:t> </a:t>
            </a:r>
            <a:r>
              <a:rPr sz="2400" b="1" spc="-10" dirty="0">
                <a:solidFill>
                  <a:srgbClr val="FFFFFF"/>
                </a:solidFill>
                <a:latin typeface="Arial"/>
                <a:cs typeface="Arial"/>
              </a:rPr>
              <a:t>Penelitian</a:t>
            </a:r>
            <a:endParaRPr sz="2400" dirty="0">
              <a:latin typeface="Arial"/>
              <a:cs typeface="Arial"/>
            </a:endParaRPr>
          </a:p>
          <a:p>
            <a:pPr marL="299085" indent="-286385">
              <a:lnSpc>
                <a:spcPct val="100000"/>
              </a:lnSpc>
              <a:spcBef>
                <a:spcPts val="580"/>
              </a:spcBef>
              <a:buFont typeface="Arial MT"/>
              <a:buChar char="•"/>
              <a:tabLst>
                <a:tab pos="299085" algn="l"/>
              </a:tabLst>
            </a:pPr>
            <a:r>
              <a:rPr sz="2400" b="1" spc="-20" dirty="0">
                <a:solidFill>
                  <a:srgbClr val="FFFFFF"/>
                </a:solidFill>
                <a:latin typeface="Arial"/>
                <a:cs typeface="Arial"/>
              </a:rPr>
              <a:t>T</a:t>
            </a:r>
            <a:r>
              <a:rPr lang="en-ID" sz="2400" b="1" spc="-20" dirty="0">
                <a:solidFill>
                  <a:srgbClr val="FFFFFF"/>
                </a:solidFill>
                <a:latin typeface="Arial"/>
                <a:cs typeface="Arial"/>
              </a:rPr>
              <a:t>e</a:t>
            </a:r>
            <a:r>
              <a:rPr lang="id-ID" sz="2400" b="1" spc="-20" dirty="0">
                <a:solidFill>
                  <a:srgbClr val="FFFFFF"/>
                </a:solidFill>
                <a:latin typeface="Arial"/>
                <a:cs typeface="Arial"/>
              </a:rPr>
              <a:t>ma Penelitian</a:t>
            </a:r>
          </a:p>
          <a:p>
            <a:pPr marL="299085" indent="-286385">
              <a:lnSpc>
                <a:spcPct val="100000"/>
              </a:lnSpc>
              <a:spcBef>
                <a:spcPts val="580"/>
              </a:spcBef>
              <a:buFont typeface="Arial MT"/>
              <a:buChar char="•"/>
              <a:tabLst>
                <a:tab pos="299085" algn="l"/>
              </a:tabLst>
            </a:pPr>
            <a:r>
              <a:rPr lang="id-ID" sz="2400" b="1" spc="-20" dirty="0">
                <a:solidFill>
                  <a:srgbClr val="FFFFFF"/>
                </a:solidFill>
                <a:latin typeface="Arial"/>
                <a:cs typeface="Arial"/>
              </a:rPr>
              <a:t>Pedoman Penulisan PI</a:t>
            </a:r>
            <a:endParaRPr sz="2400" dirty="0">
              <a:latin typeface="Arial"/>
              <a:cs typeface="Arial"/>
            </a:endParaRPr>
          </a:p>
        </p:txBody>
      </p:sp>
      <p:pic>
        <p:nvPicPr>
          <p:cNvPr id="6" name="object 6"/>
          <p:cNvPicPr/>
          <p:nvPr/>
        </p:nvPicPr>
        <p:blipFill>
          <a:blip r:embed="rId2" cstate="print"/>
          <a:stretch>
            <a:fillRect/>
          </a:stretch>
        </p:blipFill>
        <p:spPr>
          <a:xfrm>
            <a:off x="62484" y="836675"/>
            <a:ext cx="5320284" cy="532180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5246" y="48593"/>
            <a:ext cx="10941507" cy="948769"/>
          </a:xfrm>
          <a:prstGeom prst="rect">
            <a:avLst/>
          </a:prstGeom>
        </p:spPr>
        <p:txBody>
          <a:bodyPr vert="horz" wrap="square" lIns="0" tIns="116633" rIns="0" bIns="0" rtlCol="0">
            <a:spAutoFit/>
          </a:bodyPr>
          <a:lstStyle/>
          <a:p>
            <a:pPr marL="798195">
              <a:lnSpc>
                <a:spcPct val="100000"/>
              </a:lnSpc>
              <a:spcBef>
                <a:spcPts val="100"/>
              </a:spcBef>
            </a:pPr>
            <a:r>
              <a:rPr sz="5400" dirty="0">
                <a:solidFill>
                  <a:schemeClr val="tx1"/>
                </a:solidFill>
                <a:latin typeface="Arial MT"/>
                <a:cs typeface="Arial MT"/>
              </a:rPr>
              <a:t>Overview</a:t>
            </a:r>
            <a:r>
              <a:rPr sz="5400" spc="-45" dirty="0">
                <a:solidFill>
                  <a:schemeClr val="tx1"/>
                </a:solidFill>
                <a:latin typeface="Arial MT"/>
                <a:cs typeface="Arial MT"/>
              </a:rPr>
              <a:t> </a:t>
            </a:r>
            <a:r>
              <a:rPr sz="5400" dirty="0">
                <a:solidFill>
                  <a:schemeClr val="tx1"/>
                </a:solidFill>
                <a:latin typeface="Arial MT"/>
                <a:cs typeface="Arial MT"/>
              </a:rPr>
              <a:t>Penulisan</a:t>
            </a:r>
            <a:r>
              <a:rPr sz="5400" spc="-45" dirty="0">
                <a:solidFill>
                  <a:schemeClr val="tx1"/>
                </a:solidFill>
                <a:latin typeface="Arial MT"/>
                <a:cs typeface="Arial MT"/>
              </a:rPr>
              <a:t> </a:t>
            </a:r>
            <a:r>
              <a:rPr sz="5400" dirty="0">
                <a:solidFill>
                  <a:schemeClr val="tx1"/>
                </a:solidFill>
                <a:latin typeface="Arial MT"/>
                <a:cs typeface="Arial MT"/>
              </a:rPr>
              <a:t>Ilmiah</a:t>
            </a:r>
            <a:r>
              <a:rPr sz="5400" spc="-30" dirty="0">
                <a:solidFill>
                  <a:schemeClr val="tx1"/>
                </a:solidFill>
                <a:latin typeface="Arial MT"/>
                <a:cs typeface="Arial MT"/>
              </a:rPr>
              <a:t> </a:t>
            </a:r>
            <a:r>
              <a:rPr sz="5400" spc="-20" dirty="0">
                <a:solidFill>
                  <a:schemeClr val="tx1"/>
                </a:solidFill>
                <a:latin typeface="Arial MT"/>
                <a:cs typeface="Arial MT"/>
              </a:rPr>
              <a:t>(PI)</a:t>
            </a:r>
            <a:endParaRPr sz="5400" dirty="0">
              <a:solidFill>
                <a:schemeClr val="tx1"/>
              </a:solidFill>
              <a:latin typeface="Arial MT"/>
              <a:cs typeface="Arial MT"/>
            </a:endParaRPr>
          </a:p>
        </p:txBody>
      </p:sp>
      <p:sp>
        <p:nvSpPr>
          <p:cNvPr id="3" name="object 3"/>
          <p:cNvSpPr txBox="1"/>
          <p:nvPr/>
        </p:nvSpPr>
        <p:spPr>
          <a:xfrm>
            <a:off x="1808733" y="2198966"/>
            <a:ext cx="5678805" cy="1562735"/>
          </a:xfrm>
          <a:prstGeom prst="rect">
            <a:avLst/>
          </a:prstGeom>
        </p:spPr>
        <p:txBody>
          <a:bodyPr vert="horz" wrap="square" lIns="0" tIns="98425" rIns="0" bIns="0" rtlCol="0">
            <a:spAutoFit/>
          </a:bodyPr>
          <a:lstStyle/>
          <a:p>
            <a:pPr marL="299085" indent="-286385">
              <a:lnSpc>
                <a:spcPct val="100000"/>
              </a:lnSpc>
              <a:spcBef>
                <a:spcPts val="775"/>
              </a:spcBef>
              <a:buChar char="•"/>
              <a:tabLst>
                <a:tab pos="299085" algn="l"/>
              </a:tabLst>
            </a:pPr>
            <a:r>
              <a:rPr sz="2800" dirty="0">
                <a:solidFill>
                  <a:srgbClr val="FFFFFF"/>
                </a:solidFill>
                <a:latin typeface="Arial MT"/>
                <a:cs typeface="Arial MT"/>
              </a:rPr>
              <a:t>Penulisan</a:t>
            </a:r>
            <a:r>
              <a:rPr sz="2800" spc="-35" dirty="0">
                <a:solidFill>
                  <a:srgbClr val="FFFFFF"/>
                </a:solidFill>
                <a:latin typeface="Arial MT"/>
                <a:cs typeface="Arial MT"/>
              </a:rPr>
              <a:t> </a:t>
            </a:r>
            <a:r>
              <a:rPr sz="2800" dirty="0">
                <a:solidFill>
                  <a:srgbClr val="FFFFFF"/>
                </a:solidFill>
                <a:latin typeface="Arial MT"/>
                <a:cs typeface="Arial MT"/>
              </a:rPr>
              <a:t>Ilmiah</a:t>
            </a:r>
            <a:r>
              <a:rPr sz="2800" spc="-40" dirty="0">
                <a:solidFill>
                  <a:srgbClr val="FFFFFF"/>
                </a:solidFill>
                <a:latin typeface="Arial MT"/>
                <a:cs typeface="Arial MT"/>
              </a:rPr>
              <a:t> </a:t>
            </a:r>
            <a:r>
              <a:rPr sz="2800" dirty="0">
                <a:solidFill>
                  <a:srgbClr val="FFFFFF"/>
                </a:solidFill>
                <a:latin typeface="Arial MT"/>
                <a:cs typeface="Arial MT"/>
              </a:rPr>
              <a:t>(PI</a:t>
            </a:r>
            <a:r>
              <a:rPr sz="2800" spc="-55" dirty="0">
                <a:solidFill>
                  <a:srgbClr val="FFFFFF"/>
                </a:solidFill>
                <a:latin typeface="Arial MT"/>
                <a:cs typeface="Arial MT"/>
              </a:rPr>
              <a:t> </a:t>
            </a:r>
            <a:r>
              <a:rPr sz="2800" dirty="0">
                <a:solidFill>
                  <a:srgbClr val="FFFFFF"/>
                </a:solidFill>
                <a:latin typeface="Arial MT"/>
                <a:cs typeface="Arial MT"/>
              </a:rPr>
              <a:t>)</a:t>
            </a:r>
            <a:r>
              <a:rPr sz="2800" spc="-50" dirty="0">
                <a:solidFill>
                  <a:srgbClr val="FFFFFF"/>
                </a:solidFill>
                <a:latin typeface="Arial MT"/>
                <a:cs typeface="Arial MT"/>
              </a:rPr>
              <a:t> </a:t>
            </a:r>
            <a:r>
              <a:rPr sz="2800" dirty="0">
                <a:solidFill>
                  <a:srgbClr val="FFFFFF"/>
                </a:solidFill>
                <a:latin typeface="Arial MT"/>
                <a:cs typeface="Arial MT"/>
              </a:rPr>
              <a:t>2</a:t>
            </a:r>
            <a:r>
              <a:rPr sz="2800" spc="-50" dirty="0">
                <a:solidFill>
                  <a:srgbClr val="FFFFFF"/>
                </a:solidFill>
                <a:latin typeface="Arial MT"/>
                <a:cs typeface="Arial MT"/>
              </a:rPr>
              <a:t> </a:t>
            </a:r>
            <a:r>
              <a:rPr sz="2800" spc="-25" dirty="0">
                <a:solidFill>
                  <a:srgbClr val="FFFFFF"/>
                </a:solidFill>
                <a:latin typeface="Arial MT"/>
                <a:cs typeface="Arial MT"/>
              </a:rPr>
              <a:t>sks</a:t>
            </a:r>
            <a:endParaRPr sz="2800">
              <a:latin typeface="Arial MT"/>
              <a:cs typeface="Arial MT"/>
            </a:endParaRPr>
          </a:p>
          <a:p>
            <a:pPr marL="299085" indent="-286385">
              <a:lnSpc>
                <a:spcPct val="100000"/>
              </a:lnSpc>
              <a:spcBef>
                <a:spcPts val="675"/>
              </a:spcBef>
              <a:buChar char="•"/>
              <a:tabLst>
                <a:tab pos="299085" algn="l"/>
              </a:tabLst>
            </a:pPr>
            <a:r>
              <a:rPr sz="2800" dirty="0">
                <a:solidFill>
                  <a:srgbClr val="FFFFFF"/>
                </a:solidFill>
                <a:latin typeface="Arial MT"/>
                <a:cs typeface="Arial MT"/>
              </a:rPr>
              <a:t>Mahasiswa</a:t>
            </a:r>
            <a:r>
              <a:rPr sz="2800" spc="-90" dirty="0">
                <a:solidFill>
                  <a:srgbClr val="FFFFFF"/>
                </a:solidFill>
                <a:latin typeface="Arial MT"/>
                <a:cs typeface="Arial MT"/>
              </a:rPr>
              <a:t> </a:t>
            </a:r>
            <a:r>
              <a:rPr sz="2800" dirty="0">
                <a:solidFill>
                  <a:srgbClr val="FFFFFF"/>
                </a:solidFill>
                <a:latin typeface="Arial MT"/>
                <a:cs typeface="Arial MT"/>
              </a:rPr>
              <a:t>Belajar</a:t>
            </a:r>
            <a:r>
              <a:rPr sz="2800" spc="-90" dirty="0">
                <a:solidFill>
                  <a:srgbClr val="FFFFFF"/>
                </a:solidFill>
                <a:latin typeface="Arial MT"/>
                <a:cs typeface="Arial MT"/>
              </a:rPr>
              <a:t> </a:t>
            </a:r>
            <a:r>
              <a:rPr sz="2800" dirty="0">
                <a:solidFill>
                  <a:srgbClr val="FFFFFF"/>
                </a:solidFill>
                <a:latin typeface="Arial MT"/>
                <a:cs typeface="Arial MT"/>
              </a:rPr>
              <a:t>Menulis</a:t>
            </a:r>
            <a:r>
              <a:rPr sz="2800" spc="-80" dirty="0">
                <a:solidFill>
                  <a:srgbClr val="FFFFFF"/>
                </a:solidFill>
                <a:latin typeface="Arial MT"/>
                <a:cs typeface="Arial MT"/>
              </a:rPr>
              <a:t> </a:t>
            </a:r>
            <a:r>
              <a:rPr sz="2800" spc="-10" dirty="0">
                <a:solidFill>
                  <a:srgbClr val="FFFFFF"/>
                </a:solidFill>
                <a:latin typeface="Arial MT"/>
                <a:cs typeface="Arial MT"/>
              </a:rPr>
              <a:t>Ilmiah</a:t>
            </a:r>
            <a:endParaRPr sz="2800">
              <a:latin typeface="Arial MT"/>
              <a:cs typeface="Arial MT"/>
            </a:endParaRPr>
          </a:p>
          <a:p>
            <a:pPr marL="299085" indent="-286385">
              <a:lnSpc>
                <a:spcPct val="100000"/>
              </a:lnSpc>
              <a:spcBef>
                <a:spcPts val="670"/>
              </a:spcBef>
              <a:buChar char="•"/>
              <a:tabLst>
                <a:tab pos="299085" algn="l"/>
              </a:tabLst>
            </a:pPr>
            <a:r>
              <a:rPr sz="2800" dirty="0">
                <a:solidFill>
                  <a:srgbClr val="FFFFFF"/>
                </a:solidFill>
                <a:latin typeface="Arial MT"/>
                <a:cs typeface="Arial MT"/>
              </a:rPr>
              <a:t>PI</a:t>
            </a:r>
            <a:r>
              <a:rPr sz="2800" spc="-70" dirty="0">
                <a:solidFill>
                  <a:srgbClr val="FFFFFF"/>
                </a:solidFill>
                <a:latin typeface="Arial MT"/>
                <a:cs typeface="Arial MT"/>
              </a:rPr>
              <a:t> </a:t>
            </a:r>
            <a:r>
              <a:rPr sz="2800" dirty="0">
                <a:solidFill>
                  <a:srgbClr val="FFFFFF"/>
                </a:solidFill>
                <a:latin typeface="Arial MT"/>
                <a:cs typeface="Arial MT"/>
              </a:rPr>
              <a:t>sebagai</a:t>
            </a:r>
            <a:r>
              <a:rPr sz="2800" spc="-50" dirty="0">
                <a:solidFill>
                  <a:srgbClr val="FFFFFF"/>
                </a:solidFill>
                <a:latin typeface="Arial MT"/>
                <a:cs typeface="Arial MT"/>
              </a:rPr>
              <a:t> </a:t>
            </a:r>
            <a:r>
              <a:rPr sz="2800" dirty="0">
                <a:solidFill>
                  <a:srgbClr val="FFFFFF"/>
                </a:solidFill>
                <a:latin typeface="Arial MT"/>
                <a:cs typeface="Arial MT"/>
              </a:rPr>
              <a:t>syarat</a:t>
            </a:r>
            <a:r>
              <a:rPr sz="2800" spc="-50" dirty="0">
                <a:solidFill>
                  <a:srgbClr val="FFFFFF"/>
                </a:solidFill>
                <a:latin typeface="Arial MT"/>
                <a:cs typeface="Arial MT"/>
              </a:rPr>
              <a:t> </a:t>
            </a:r>
            <a:r>
              <a:rPr sz="2800" dirty="0">
                <a:solidFill>
                  <a:srgbClr val="FFFFFF"/>
                </a:solidFill>
                <a:latin typeface="Arial MT"/>
                <a:cs typeface="Arial MT"/>
              </a:rPr>
              <a:t>sidang</a:t>
            </a:r>
            <a:r>
              <a:rPr sz="2800" spc="-40" dirty="0">
                <a:solidFill>
                  <a:srgbClr val="FFFFFF"/>
                </a:solidFill>
                <a:latin typeface="Arial MT"/>
                <a:cs typeface="Arial MT"/>
              </a:rPr>
              <a:t> </a:t>
            </a:r>
            <a:r>
              <a:rPr sz="2800" spc="-10" dirty="0">
                <a:solidFill>
                  <a:srgbClr val="FFFFFF"/>
                </a:solidFill>
                <a:latin typeface="Arial MT"/>
                <a:cs typeface="Arial MT"/>
              </a:rPr>
              <a:t>Sarjana</a:t>
            </a:r>
            <a:endParaRPr sz="2800">
              <a:latin typeface="Arial MT"/>
              <a:cs typeface="Arial M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672071" y="1947672"/>
            <a:ext cx="5035296" cy="3631691"/>
          </a:xfrm>
          <a:prstGeom prst="rect">
            <a:avLst/>
          </a:prstGeom>
        </p:spPr>
      </p:pic>
      <p:sp>
        <p:nvSpPr>
          <p:cNvPr id="3" name="object 3"/>
          <p:cNvSpPr txBox="1">
            <a:spLocks noGrp="1"/>
          </p:cNvSpPr>
          <p:nvPr>
            <p:ph type="title"/>
          </p:nvPr>
        </p:nvSpPr>
        <p:spPr>
          <a:prstGeom prst="rect">
            <a:avLst/>
          </a:prstGeom>
        </p:spPr>
        <p:txBody>
          <a:bodyPr vert="horz" wrap="square" lIns="0" tIns="116633" rIns="0" bIns="0" rtlCol="0">
            <a:spAutoFit/>
          </a:bodyPr>
          <a:lstStyle/>
          <a:p>
            <a:pPr marL="798195">
              <a:lnSpc>
                <a:spcPct val="100000"/>
              </a:lnSpc>
              <a:spcBef>
                <a:spcPts val="100"/>
              </a:spcBef>
            </a:pPr>
            <a:r>
              <a:rPr sz="5400" dirty="0">
                <a:latin typeface="Arial MT"/>
                <a:cs typeface="Arial MT"/>
              </a:rPr>
              <a:t>Overview</a:t>
            </a:r>
            <a:r>
              <a:rPr sz="5400" spc="-45" dirty="0">
                <a:latin typeface="Arial MT"/>
                <a:cs typeface="Arial MT"/>
              </a:rPr>
              <a:t> </a:t>
            </a:r>
            <a:r>
              <a:rPr sz="5400" dirty="0">
                <a:latin typeface="Arial MT"/>
                <a:cs typeface="Arial MT"/>
              </a:rPr>
              <a:t>Penulisan</a:t>
            </a:r>
            <a:r>
              <a:rPr sz="5400" spc="-45" dirty="0">
                <a:latin typeface="Arial MT"/>
                <a:cs typeface="Arial MT"/>
              </a:rPr>
              <a:t> </a:t>
            </a:r>
            <a:r>
              <a:rPr sz="5400" dirty="0">
                <a:latin typeface="Arial MT"/>
                <a:cs typeface="Arial MT"/>
              </a:rPr>
              <a:t>Ilmiah</a:t>
            </a:r>
            <a:r>
              <a:rPr sz="5400" spc="-30" dirty="0">
                <a:latin typeface="Arial MT"/>
                <a:cs typeface="Arial MT"/>
              </a:rPr>
              <a:t> </a:t>
            </a:r>
            <a:r>
              <a:rPr sz="5400" spc="-20" dirty="0">
                <a:latin typeface="Arial MT"/>
                <a:cs typeface="Arial MT"/>
              </a:rPr>
              <a:t>(PI)</a:t>
            </a:r>
            <a:endParaRPr sz="5400">
              <a:latin typeface="Arial MT"/>
              <a:cs typeface="Arial MT"/>
            </a:endParaRPr>
          </a:p>
        </p:txBody>
      </p:sp>
      <p:sp>
        <p:nvSpPr>
          <p:cNvPr id="4" name="object 4"/>
          <p:cNvSpPr txBox="1"/>
          <p:nvPr/>
        </p:nvSpPr>
        <p:spPr>
          <a:xfrm>
            <a:off x="402437" y="2266950"/>
            <a:ext cx="5707380" cy="3074670"/>
          </a:xfrm>
          <a:prstGeom prst="rect">
            <a:avLst/>
          </a:prstGeom>
        </p:spPr>
        <p:txBody>
          <a:bodyPr vert="horz" wrap="square" lIns="0" tIns="13335" rIns="0" bIns="0" rtlCol="0">
            <a:spAutoFit/>
          </a:bodyPr>
          <a:lstStyle/>
          <a:p>
            <a:pPr marL="354965" indent="-342265">
              <a:lnSpc>
                <a:spcPct val="100000"/>
              </a:lnSpc>
              <a:spcBef>
                <a:spcPts val="105"/>
              </a:spcBef>
              <a:buAutoNum type="arabicPeriod"/>
              <a:tabLst>
                <a:tab pos="354965" algn="l"/>
              </a:tabLst>
            </a:pPr>
            <a:r>
              <a:rPr sz="2000" dirty="0">
                <a:solidFill>
                  <a:srgbClr val="FFFFFF"/>
                </a:solidFill>
                <a:latin typeface="Arial MT"/>
                <a:cs typeface="Arial MT"/>
              </a:rPr>
              <a:t>Relevan</a:t>
            </a:r>
            <a:r>
              <a:rPr sz="2000" spc="-40" dirty="0">
                <a:solidFill>
                  <a:srgbClr val="FFFFFF"/>
                </a:solidFill>
                <a:latin typeface="Arial MT"/>
                <a:cs typeface="Arial MT"/>
              </a:rPr>
              <a:t> </a:t>
            </a:r>
            <a:r>
              <a:rPr sz="2000" dirty="0">
                <a:solidFill>
                  <a:srgbClr val="FFFFFF"/>
                </a:solidFill>
                <a:latin typeface="Arial MT"/>
                <a:cs typeface="Arial MT"/>
              </a:rPr>
              <a:t>dengan</a:t>
            </a:r>
            <a:r>
              <a:rPr sz="2000" spc="-50" dirty="0">
                <a:solidFill>
                  <a:srgbClr val="FFFFFF"/>
                </a:solidFill>
                <a:latin typeface="Arial MT"/>
                <a:cs typeface="Arial MT"/>
              </a:rPr>
              <a:t> </a:t>
            </a:r>
            <a:r>
              <a:rPr sz="2000" dirty="0">
                <a:solidFill>
                  <a:srgbClr val="FFFFFF"/>
                </a:solidFill>
                <a:latin typeface="Arial MT"/>
                <a:cs typeface="Arial MT"/>
              </a:rPr>
              <a:t>bidang</a:t>
            </a:r>
            <a:r>
              <a:rPr sz="2000" spc="-40" dirty="0">
                <a:solidFill>
                  <a:srgbClr val="FFFFFF"/>
                </a:solidFill>
                <a:latin typeface="Arial MT"/>
                <a:cs typeface="Arial MT"/>
              </a:rPr>
              <a:t> </a:t>
            </a:r>
            <a:r>
              <a:rPr sz="2000" dirty="0">
                <a:solidFill>
                  <a:srgbClr val="FFFFFF"/>
                </a:solidFill>
                <a:latin typeface="Arial MT"/>
                <a:cs typeface="Arial MT"/>
              </a:rPr>
              <a:t>ilmu</a:t>
            </a:r>
            <a:r>
              <a:rPr sz="2000" spc="-30" dirty="0">
                <a:solidFill>
                  <a:srgbClr val="FFFFFF"/>
                </a:solidFill>
                <a:latin typeface="Arial MT"/>
                <a:cs typeface="Arial MT"/>
              </a:rPr>
              <a:t> </a:t>
            </a:r>
            <a:r>
              <a:rPr sz="2000" dirty="0">
                <a:solidFill>
                  <a:srgbClr val="FFFFFF"/>
                </a:solidFill>
                <a:latin typeface="Arial MT"/>
                <a:cs typeface="Arial MT"/>
              </a:rPr>
              <a:t>Sistem</a:t>
            </a:r>
            <a:r>
              <a:rPr sz="2000" spc="-35" dirty="0">
                <a:solidFill>
                  <a:srgbClr val="FFFFFF"/>
                </a:solidFill>
                <a:latin typeface="Arial MT"/>
                <a:cs typeface="Arial MT"/>
              </a:rPr>
              <a:t> </a:t>
            </a:r>
            <a:r>
              <a:rPr sz="2000" spc="-10" dirty="0">
                <a:solidFill>
                  <a:srgbClr val="FFFFFF"/>
                </a:solidFill>
                <a:latin typeface="Arial MT"/>
                <a:cs typeface="Arial MT"/>
              </a:rPr>
              <a:t>Informasi.</a:t>
            </a:r>
            <a:endParaRPr sz="2000">
              <a:latin typeface="Arial MT"/>
              <a:cs typeface="Arial MT"/>
            </a:endParaRPr>
          </a:p>
          <a:p>
            <a:pPr>
              <a:lnSpc>
                <a:spcPct val="100000"/>
              </a:lnSpc>
              <a:spcBef>
                <a:spcPts val="95"/>
              </a:spcBef>
              <a:buClr>
                <a:srgbClr val="FFFFFF"/>
              </a:buClr>
              <a:buFont typeface="Arial MT"/>
              <a:buAutoNum type="arabicPeriod"/>
            </a:pPr>
            <a:endParaRPr sz="2000">
              <a:latin typeface="Arial MT"/>
              <a:cs typeface="Arial MT"/>
            </a:endParaRPr>
          </a:p>
          <a:p>
            <a:pPr marL="354965" indent="-342265">
              <a:lnSpc>
                <a:spcPct val="100000"/>
              </a:lnSpc>
              <a:spcBef>
                <a:spcPts val="5"/>
              </a:spcBef>
              <a:buAutoNum type="arabicPeriod"/>
              <a:tabLst>
                <a:tab pos="354965" algn="l"/>
              </a:tabLst>
            </a:pPr>
            <a:r>
              <a:rPr sz="2000" dirty="0">
                <a:solidFill>
                  <a:srgbClr val="FFFFFF"/>
                </a:solidFill>
                <a:latin typeface="Arial MT"/>
                <a:cs typeface="Arial MT"/>
              </a:rPr>
              <a:t>Tingkat</a:t>
            </a:r>
            <a:r>
              <a:rPr sz="2000" spc="-50" dirty="0">
                <a:solidFill>
                  <a:srgbClr val="FFFFFF"/>
                </a:solidFill>
                <a:latin typeface="Arial MT"/>
                <a:cs typeface="Arial MT"/>
              </a:rPr>
              <a:t> </a:t>
            </a:r>
            <a:r>
              <a:rPr sz="2000" dirty="0">
                <a:solidFill>
                  <a:srgbClr val="FFFFFF"/>
                </a:solidFill>
                <a:latin typeface="Arial MT"/>
                <a:cs typeface="Arial MT"/>
              </a:rPr>
              <a:t>kedalaman</a:t>
            </a:r>
            <a:r>
              <a:rPr sz="2000" spc="-65" dirty="0">
                <a:solidFill>
                  <a:srgbClr val="FFFFFF"/>
                </a:solidFill>
                <a:latin typeface="Arial MT"/>
                <a:cs typeface="Arial MT"/>
              </a:rPr>
              <a:t> </a:t>
            </a:r>
            <a:r>
              <a:rPr sz="2000" dirty="0">
                <a:solidFill>
                  <a:srgbClr val="FFFFFF"/>
                </a:solidFill>
                <a:latin typeface="Arial MT"/>
                <a:cs typeface="Arial MT"/>
              </a:rPr>
              <a:t>dan</a:t>
            </a:r>
            <a:r>
              <a:rPr sz="2000" spc="-50" dirty="0">
                <a:solidFill>
                  <a:srgbClr val="FFFFFF"/>
                </a:solidFill>
                <a:latin typeface="Arial MT"/>
                <a:cs typeface="Arial MT"/>
              </a:rPr>
              <a:t> </a:t>
            </a:r>
            <a:r>
              <a:rPr sz="2000" dirty="0">
                <a:solidFill>
                  <a:srgbClr val="FFFFFF"/>
                </a:solidFill>
                <a:latin typeface="Arial MT"/>
                <a:cs typeface="Arial MT"/>
              </a:rPr>
              <a:t>keluasan</a:t>
            </a:r>
            <a:r>
              <a:rPr sz="2000" spc="-55" dirty="0">
                <a:solidFill>
                  <a:srgbClr val="FFFFFF"/>
                </a:solidFill>
                <a:latin typeface="Arial MT"/>
                <a:cs typeface="Arial MT"/>
              </a:rPr>
              <a:t> </a:t>
            </a:r>
            <a:r>
              <a:rPr sz="2000" dirty="0">
                <a:solidFill>
                  <a:srgbClr val="FFFFFF"/>
                </a:solidFill>
                <a:latin typeface="Arial MT"/>
                <a:cs typeface="Arial MT"/>
              </a:rPr>
              <a:t>isi</a:t>
            </a:r>
            <a:r>
              <a:rPr sz="2000" spc="-30" dirty="0">
                <a:solidFill>
                  <a:srgbClr val="FFFFFF"/>
                </a:solidFill>
                <a:latin typeface="Arial MT"/>
                <a:cs typeface="Arial MT"/>
              </a:rPr>
              <a:t> </a:t>
            </a:r>
            <a:r>
              <a:rPr sz="2000" spc="-10" dirty="0">
                <a:solidFill>
                  <a:srgbClr val="FFFFFF"/>
                </a:solidFill>
                <a:latin typeface="Arial MT"/>
                <a:cs typeface="Arial MT"/>
              </a:rPr>
              <a:t>tulisan</a:t>
            </a:r>
            <a:endParaRPr sz="2000">
              <a:latin typeface="Arial MT"/>
              <a:cs typeface="Arial MT"/>
            </a:endParaRPr>
          </a:p>
          <a:p>
            <a:pPr marL="355600">
              <a:lnSpc>
                <a:spcPct val="100000"/>
              </a:lnSpc>
            </a:pPr>
            <a:r>
              <a:rPr sz="2000" dirty="0">
                <a:solidFill>
                  <a:srgbClr val="FFFFFF"/>
                </a:solidFill>
                <a:latin typeface="Arial MT"/>
                <a:cs typeface="Arial MT"/>
              </a:rPr>
              <a:t>ilmiah</a:t>
            </a:r>
            <a:r>
              <a:rPr sz="2000" spc="-35" dirty="0">
                <a:solidFill>
                  <a:srgbClr val="FFFFFF"/>
                </a:solidFill>
                <a:latin typeface="Arial MT"/>
                <a:cs typeface="Arial MT"/>
              </a:rPr>
              <a:t> </a:t>
            </a:r>
            <a:r>
              <a:rPr sz="2000" dirty="0">
                <a:solidFill>
                  <a:srgbClr val="FFFFFF"/>
                </a:solidFill>
                <a:latin typeface="Arial MT"/>
                <a:cs typeface="Arial MT"/>
              </a:rPr>
              <a:t>minimum</a:t>
            </a:r>
            <a:r>
              <a:rPr sz="2000" spc="-45" dirty="0">
                <a:solidFill>
                  <a:srgbClr val="FFFFFF"/>
                </a:solidFill>
                <a:latin typeface="Arial MT"/>
                <a:cs typeface="Arial MT"/>
              </a:rPr>
              <a:t> </a:t>
            </a:r>
            <a:r>
              <a:rPr sz="2000" dirty="0">
                <a:solidFill>
                  <a:srgbClr val="FFFFFF"/>
                </a:solidFill>
                <a:latin typeface="Arial MT"/>
                <a:cs typeface="Arial MT"/>
              </a:rPr>
              <a:t>setara</a:t>
            </a:r>
            <a:r>
              <a:rPr sz="2000" spc="-50" dirty="0">
                <a:solidFill>
                  <a:srgbClr val="FFFFFF"/>
                </a:solidFill>
                <a:latin typeface="Arial MT"/>
                <a:cs typeface="Arial MT"/>
              </a:rPr>
              <a:t> </a:t>
            </a:r>
            <a:r>
              <a:rPr sz="2000" dirty="0">
                <a:solidFill>
                  <a:srgbClr val="FFFFFF"/>
                </a:solidFill>
                <a:latin typeface="Arial MT"/>
                <a:cs typeface="Arial MT"/>
              </a:rPr>
              <a:t>dengan</a:t>
            </a:r>
            <a:r>
              <a:rPr sz="2000" spc="-55" dirty="0">
                <a:solidFill>
                  <a:srgbClr val="FFFFFF"/>
                </a:solidFill>
                <a:latin typeface="Arial MT"/>
                <a:cs typeface="Arial MT"/>
              </a:rPr>
              <a:t> </a:t>
            </a:r>
            <a:r>
              <a:rPr sz="2000" dirty="0">
                <a:solidFill>
                  <a:srgbClr val="FFFFFF"/>
                </a:solidFill>
                <a:latin typeface="Arial MT"/>
                <a:cs typeface="Arial MT"/>
              </a:rPr>
              <a:t>level</a:t>
            </a:r>
            <a:r>
              <a:rPr sz="2000" spc="-35" dirty="0">
                <a:solidFill>
                  <a:srgbClr val="FFFFFF"/>
                </a:solidFill>
                <a:latin typeface="Arial MT"/>
                <a:cs typeface="Arial MT"/>
              </a:rPr>
              <a:t> </a:t>
            </a:r>
            <a:r>
              <a:rPr sz="2000" dirty="0">
                <a:solidFill>
                  <a:srgbClr val="FFFFFF"/>
                </a:solidFill>
                <a:latin typeface="Arial MT"/>
                <a:cs typeface="Arial MT"/>
              </a:rPr>
              <a:t>5</a:t>
            </a:r>
            <a:r>
              <a:rPr sz="2000" spc="-25" dirty="0">
                <a:solidFill>
                  <a:srgbClr val="FFFFFF"/>
                </a:solidFill>
                <a:latin typeface="Arial MT"/>
                <a:cs typeface="Arial MT"/>
              </a:rPr>
              <a:t> </a:t>
            </a:r>
            <a:r>
              <a:rPr sz="2000" spc="-10" dirty="0">
                <a:solidFill>
                  <a:srgbClr val="FFFFFF"/>
                </a:solidFill>
                <a:latin typeface="Arial MT"/>
                <a:cs typeface="Arial MT"/>
              </a:rPr>
              <a:t>KKNI.</a:t>
            </a:r>
            <a:endParaRPr sz="2000">
              <a:latin typeface="Arial MT"/>
              <a:cs typeface="Arial MT"/>
            </a:endParaRPr>
          </a:p>
          <a:p>
            <a:pPr>
              <a:lnSpc>
                <a:spcPct val="100000"/>
              </a:lnSpc>
              <a:spcBef>
                <a:spcPts val="100"/>
              </a:spcBef>
            </a:pPr>
            <a:endParaRPr sz="2000">
              <a:latin typeface="Arial MT"/>
              <a:cs typeface="Arial MT"/>
            </a:endParaRPr>
          </a:p>
          <a:p>
            <a:pPr marL="355600" marR="5080" indent="-342900">
              <a:lnSpc>
                <a:spcPct val="100000"/>
              </a:lnSpc>
              <a:buAutoNum type="arabicPeriod" startAt="3"/>
              <a:tabLst>
                <a:tab pos="355600" algn="l"/>
              </a:tabLst>
            </a:pPr>
            <a:r>
              <a:rPr sz="2000" dirty="0">
                <a:solidFill>
                  <a:srgbClr val="FFFFFF"/>
                </a:solidFill>
                <a:latin typeface="Arial MT"/>
                <a:cs typeface="Arial MT"/>
              </a:rPr>
              <a:t>Batasan</a:t>
            </a:r>
            <a:r>
              <a:rPr sz="2000" spc="-40" dirty="0">
                <a:solidFill>
                  <a:srgbClr val="FFFFFF"/>
                </a:solidFill>
                <a:latin typeface="Arial MT"/>
                <a:cs typeface="Arial MT"/>
              </a:rPr>
              <a:t> </a:t>
            </a:r>
            <a:r>
              <a:rPr sz="2000" dirty="0">
                <a:solidFill>
                  <a:srgbClr val="FFFFFF"/>
                </a:solidFill>
                <a:latin typeface="Arial MT"/>
                <a:cs typeface="Arial MT"/>
              </a:rPr>
              <a:t>masalah</a:t>
            </a:r>
            <a:r>
              <a:rPr sz="2000" spc="-30" dirty="0">
                <a:solidFill>
                  <a:srgbClr val="FFFFFF"/>
                </a:solidFill>
                <a:latin typeface="Arial MT"/>
                <a:cs typeface="Arial MT"/>
              </a:rPr>
              <a:t> </a:t>
            </a:r>
            <a:r>
              <a:rPr sz="2000" dirty="0">
                <a:solidFill>
                  <a:srgbClr val="FFFFFF"/>
                </a:solidFill>
                <a:latin typeface="Arial MT"/>
                <a:cs typeface="Arial MT"/>
              </a:rPr>
              <a:t>disesuaikan</a:t>
            </a:r>
            <a:r>
              <a:rPr sz="2000" spc="-45" dirty="0">
                <a:solidFill>
                  <a:srgbClr val="FFFFFF"/>
                </a:solidFill>
                <a:latin typeface="Arial MT"/>
                <a:cs typeface="Arial MT"/>
              </a:rPr>
              <a:t> </a:t>
            </a:r>
            <a:r>
              <a:rPr sz="2000" dirty="0">
                <a:solidFill>
                  <a:srgbClr val="FFFFFF"/>
                </a:solidFill>
                <a:latin typeface="Arial MT"/>
                <a:cs typeface="Arial MT"/>
              </a:rPr>
              <a:t>dengan</a:t>
            </a:r>
            <a:r>
              <a:rPr sz="2000" spc="-30" dirty="0">
                <a:solidFill>
                  <a:srgbClr val="FFFFFF"/>
                </a:solidFill>
                <a:latin typeface="Arial MT"/>
                <a:cs typeface="Arial MT"/>
              </a:rPr>
              <a:t> </a:t>
            </a:r>
            <a:r>
              <a:rPr sz="2000" spc="-10" dirty="0">
                <a:solidFill>
                  <a:srgbClr val="FFFFFF"/>
                </a:solidFill>
                <a:latin typeface="Arial MT"/>
                <a:cs typeface="Arial MT"/>
              </a:rPr>
              <a:t>batas </a:t>
            </a:r>
            <a:r>
              <a:rPr sz="2000" dirty="0">
                <a:solidFill>
                  <a:srgbClr val="FFFFFF"/>
                </a:solidFill>
                <a:latin typeface="Arial MT"/>
                <a:cs typeface="Arial MT"/>
              </a:rPr>
              <a:t>waktu</a:t>
            </a:r>
            <a:r>
              <a:rPr sz="2000" spc="-60" dirty="0">
                <a:solidFill>
                  <a:srgbClr val="FFFFFF"/>
                </a:solidFill>
                <a:latin typeface="Arial MT"/>
                <a:cs typeface="Arial MT"/>
              </a:rPr>
              <a:t> </a:t>
            </a:r>
            <a:r>
              <a:rPr sz="2000" dirty="0">
                <a:solidFill>
                  <a:srgbClr val="FFFFFF"/>
                </a:solidFill>
                <a:latin typeface="Arial MT"/>
                <a:cs typeface="Arial MT"/>
              </a:rPr>
              <a:t>penyelesaian</a:t>
            </a:r>
            <a:r>
              <a:rPr sz="2000" spc="-55" dirty="0">
                <a:solidFill>
                  <a:srgbClr val="FFFFFF"/>
                </a:solidFill>
                <a:latin typeface="Arial MT"/>
                <a:cs typeface="Arial MT"/>
              </a:rPr>
              <a:t> </a:t>
            </a:r>
            <a:r>
              <a:rPr sz="2000" dirty="0">
                <a:solidFill>
                  <a:srgbClr val="FFFFFF"/>
                </a:solidFill>
                <a:latin typeface="Arial MT"/>
                <a:cs typeface="Arial MT"/>
              </a:rPr>
              <a:t>tulisan</a:t>
            </a:r>
            <a:r>
              <a:rPr sz="2000" spc="-30" dirty="0">
                <a:solidFill>
                  <a:srgbClr val="FFFFFF"/>
                </a:solidFill>
                <a:latin typeface="Arial MT"/>
                <a:cs typeface="Arial MT"/>
              </a:rPr>
              <a:t> </a:t>
            </a:r>
            <a:r>
              <a:rPr sz="2000" dirty="0">
                <a:solidFill>
                  <a:srgbClr val="FFFFFF"/>
                </a:solidFill>
                <a:latin typeface="Arial MT"/>
                <a:cs typeface="Arial MT"/>
              </a:rPr>
              <a:t>ilmiah</a:t>
            </a:r>
            <a:r>
              <a:rPr sz="2000" spc="-40" dirty="0">
                <a:solidFill>
                  <a:srgbClr val="FFFFFF"/>
                </a:solidFill>
                <a:latin typeface="Arial MT"/>
                <a:cs typeface="Arial MT"/>
              </a:rPr>
              <a:t> </a:t>
            </a:r>
            <a:r>
              <a:rPr sz="2000" dirty="0">
                <a:solidFill>
                  <a:srgbClr val="FFFFFF"/>
                </a:solidFill>
                <a:latin typeface="Arial MT"/>
                <a:cs typeface="Arial MT"/>
              </a:rPr>
              <a:t>(1</a:t>
            </a:r>
            <a:r>
              <a:rPr sz="2000" spc="-45" dirty="0">
                <a:solidFill>
                  <a:srgbClr val="FFFFFF"/>
                </a:solidFill>
                <a:latin typeface="Arial MT"/>
                <a:cs typeface="Arial MT"/>
              </a:rPr>
              <a:t> </a:t>
            </a:r>
            <a:r>
              <a:rPr sz="2000" spc="-10" dirty="0">
                <a:solidFill>
                  <a:srgbClr val="FFFFFF"/>
                </a:solidFill>
                <a:latin typeface="Arial MT"/>
                <a:cs typeface="Arial MT"/>
              </a:rPr>
              <a:t>semester).</a:t>
            </a:r>
            <a:endParaRPr sz="2000">
              <a:latin typeface="Arial MT"/>
              <a:cs typeface="Arial MT"/>
            </a:endParaRPr>
          </a:p>
          <a:p>
            <a:pPr>
              <a:lnSpc>
                <a:spcPct val="100000"/>
              </a:lnSpc>
              <a:spcBef>
                <a:spcPts val="100"/>
              </a:spcBef>
              <a:buClr>
                <a:srgbClr val="FFFFFF"/>
              </a:buClr>
              <a:buFont typeface="Arial MT"/>
              <a:buAutoNum type="arabicPeriod" startAt="3"/>
            </a:pPr>
            <a:endParaRPr sz="2000">
              <a:latin typeface="Arial MT"/>
              <a:cs typeface="Arial MT"/>
            </a:endParaRPr>
          </a:p>
          <a:p>
            <a:pPr marL="355600" marR="251460" indent="-342900">
              <a:lnSpc>
                <a:spcPct val="100000"/>
              </a:lnSpc>
              <a:buAutoNum type="arabicPeriod" startAt="3"/>
              <a:tabLst>
                <a:tab pos="355600" algn="l"/>
              </a:tabLst>
            </a:pPr>
            <a:r>
              <a:rPr sz="2000" dirty="0">
                <a:solidFill>
                  <a:srgbClr val="FFFFFF"/>
                </a:solidFill>
                <a:latin typeface="Arial MT"/>
                <a:cs typeface="Arial MT"/>
              </a:rPr>
              <a:t>Tidak</a:t>
            </a:r>
            <a:r>
              <a:rPr sz="2000" spc="-35" dirty="0">
                <a:solidFill>
                  <a:srgbClr val="FFFFFF"/>
                </a:solidFill>
                <a:latin typeface="Arial MT"/>
                <a:cs typeface="Arial MT"/>
              </a:rPr>
              <a:t> </a:t>
            </a:r>
            <a:r>
              <a:rPr sz="2000" dirty="0">
                <a:solidFill>
                  <a:srgbClr val="FFFFFF"/>
                </a:solidFill>
                <a:latin typeface="Arial MT"/>
                <a:cs typeface="Arial MT"/>
              </a:rPr>
              <a:t>melakukan</a:t>
            </a:r>
            <a:r>
              <a:rPr sz="2000" spc="-55" dirty="0">
                <a:solidFill>
                  <a:srgbClr val="FFFFFF"/>
                </a:solidFill>
                <a:latin typeface="Arial MT"/>
                <a:cs typeface="Arial MT"/>
              </a:rPr>
              <a:t> </a:t>
            </a:r>
            <a:r>
              <a:rPr sz="2000" dirty="0">
                <a:solidFill>
                  <a:srgbClr val="FFFFFF"/>
                </a:solidFill>
                <a:latin typeface="Arial MT"/>
                <a:cs typeface="Arial MT"/>
              </a:rPr>
              <a:t>plagiasi</a:t>
            </a:r>
            <a:r>
              <a:rPr sz="2000" spc="-30" dirty="0">
                <a:solidFill>
                  <a:srgbClr val="FFFFFF"/>
                </a:solidFill>
                <a:latin typeface="Arial MT"/>
                <a:cs typeface="Arial MT"/>
              </a:rPr>
              <a:t> </a:t>
            </a:r>
            <a:r>
              <a:rPr sz="2000" dirty="0">
                <a:solidFill>
                  <a:srgbClr val="FFFFFF"/>
                </a:solidFill>
                <a:latin typeface="Arial MT"/>
                <a:cs typeface="Arial MT"/>
              </a:rPr>
              <a:t>dari</a:t>
            </a:r>
            <a:r>
              <a:rPr sz="2000" spc="-40" dirty="0">
                <a:solidFill>
                  <a:srgbClr val="FFFFFF"/>
                </a:solidFill>
                <a:latin typeface="Arial MT"/>
                <a:cs typeface="Arial MT"/>
              </a:rPr>
              <a:t> </a:t>
            </a:r>
            <a:r>
              <a:rPr sz="2000" dirty="0">
                <a:solidFill>
                  <a:srgbClr val="FFFFFF"/>
                </a:solidFill>
                <a:latin typeface="Arial MT"/>
                <a:cs typeface="Arial MT"/>
              </a:rPr>
              <a:t>hasil</a:t>
            </a:r>
            <a:r>
              <a:rPr sz="2000" spc="-40" dirty="0">
                <a:solidFill>
                  <a:srgbClr val="FFFFFF"/>
                </a:solidFill>
                <a:latin typeface="Arial MT"/>
                <a:cs typeface="Arial MT"/>
              </a:rPr>
              <a:t> </a:t>
            </a:r>
            <a:r>
              <a:rPr sz="2000" spc="-10" dirty="0">
                <a:solidFill>
                  <a:srgbClr val="FFFFFF"/>
                </a:solidFill>
                <a:latin typeface="Arial MT"/>
                <a:cs typeface="Arial MT"/>
              </a:rPr>
              <a:t>penelitian </a:t>
            </a:r>
            <a:r>
              <a:rPr sz="2000" dirty="0">
                <a:solidFill>
                  <a:srgbClr val="FFFFFF"/>
                </a:solidFill>
                <a:latin typeface="Arial MT"/>
                <a:cs typeface="Arial MT"/>
              </a:rPr>
              <a:t>atau</a:t>
            </a:r>
            <a:r>
              <a:rPr sz="2000" spc="-45" dirty="0">
                <a:solidFill>
                  <a:srgbClr val="FFFFFF"/>
                </a:solidFill>
                <a:latin typeface="Arial MT"/>
                <a:cs typeface="Arial MT"/>
              </a:rPr>
              <a:t> </a:t>
            </a:r>
            <a:r>
              <a:rPr sz="2000" dirty="0">
                <a:solidFill>
                  <a:srgbClr val="FFFFFF"/>
                </a:solidFill>
                <a:latin typeface="Arial MT"/>
                <a:cs typeface="Arial MT"/>
              </a:rPr>
              <a:t>tulisan</a:t>
            </a:r>
            <a:r>
              <a:rPr sz="2000" spc="-45" dirty="0">
                <a:solidFill>
                  <a:srgbClr val="FFFFFF"/>
                </a:solidFill>
                <a:latin typeface="Arial MT"/>
                <a:cs typeface="Arial MT"/>
              </a:rPr>
              <a:t> </a:t>
            </a:r>
            <a:r>
              <a:rPr sz="2000" dirty="0">
                <a:solidFill>
                  <a:srgbClr val="FFFFFF"/>
                </a:solidFill>
                <a:latin typeface="Arial MT"/>
                <a:cs typeface="Arial MT"/>
              </a:rPr>
              <a:t>ilmiah</a:t>
            </a:r>
            <a:r>
              <a:rPr sz="2000" spc="-35" dirty="0">
                <a:solidFill>
                  <a:srgbClr val="FFFFFF"/>
                </a:solidFill>
                <a:latin typeface="Arial MT"/>
                <a:cs typeface="Arial MT"/>
              </a:rPr>
              <a:t> </a:t>
            </a:r>
            <a:r>
              <a:rPr sz="2000" dirty="0">
                <a:solidFill>
                  <a:srgbClr val="FFFFFF"/>
                </a:solidFill>
                <a:latin typeface="Arial MT"/>
                <a:cs typeface="Arial MT"/>
              </a:rPr>
              <a:t>yang</a:t>
            </a:r>
            <a:r>
              <a:rPr sz="2000" spc="-35" dirty="0">
                <a:solidFill>
                  <a:srgbClr val="FFFFFF"/>
                </a:solidFill>
                <a:latin typeface="Arial MT"/>
                <a:cs typeface="Arial MT"/>
              </a:rPr>
              <a:t> </a:t>
            </a:r>
            <a:r>
              <a:rPr sz="2000" dirty="0">
                <a:solidFill>
                  <a:srgbClr val="FFFFFF"/>
                </a:solidFill>
                <a:latin typeface="Arial MT"/>
                <a:cs typeface="Arial MT"/>
              </a:rPr>
              <a:t>sudah</a:t>
            </a:r>
            <a:r>
              <a:rPr sz="2000" spc="-55" dirty="0">
                <a:solidFill>
                  <a:srgbClr val="FFFFFF"/>
                </a:solidFill>
                <a:latin typeface="Arial MT"/>
                <a:cs typeface="Arial MT"/>
              </a:rPr>
              <a:t> </a:t>
            </a:r>
            <a:r>
              <a:rPr sz="2000" spc="-20" dirty="0">
                <a:solidFill>
                  <a:srgbClr val="FFFFFF"/>
                </a:solidFill>
                <a:latin typeface="Arial MT"/>
                <a:cs typeface="Arial MT"/>
              </a:rPr>
              <a:t>ada.</a:t>
            </a:r>
            <a:endParaRPr sz="2000">
              <a:latin typeface="Arial MT"/>
              <a:cs typeface="Arial M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5246" y="48593"/>
            <a:ext cx="10941507" cy="948769"/>
          </a:xfrm>
          <a:prstGeom prst="rect">
            <a:avLst/>
          </a:prstGeom>
        </p:spPr>
        <p:txBody>
          <a:bodyPr vert="horz" wrap="square" lIns="0" tIns="116633" rIns="0" bIns="0" rtlCol="0">
            <a:spAutoFit/>
          </a:bodyPr>
          <a:lstStyle/>
          <a:p>
            <a:pPr marL="2569845">
              <a:lnSpc>
                <a:spcPct val="100000"/>
              </a:lnSpc>
              <a:spcBef>
                <a:spcPts val="100"/>
              </a:spcBef>
            </a:pPr>
            <a:r>
              <a:rPr sz="5400" spc="-570" dirty="0">
                <a:solidFill>
                  <a:schemeClr val="tx1"/>
                </a:solidFill>
                <a:latin typeface="Arial MT"/>
                <a:cs typeface="Arial MT"/>
              </a:rPr>
              <a:t>T</a:t>
            </a:r>
            <a:r>
              <a:rPr sz="5400" spc="35" dirty="0">
                <a:solidFill>
                  <a:schemeClr val="tx1"/>
                </a:solidFill>
                <a:latin typeface="Arial MT"/>
                <a:cs typeface="Arial MT"/>
              </a:rPr>
              <a:t>ahapa</a:t>
            </a:r>
            <a:r>
              <a:rPr sz="5400" spc="40" dirty="0">
                <a:solidFill>
                  <a:schemeClr val="tx1"/>
                </a:solidFill>
                <a:latin typeface="Arial MT"/>
                <a:cs typeface="Arial MT"/>
              </a:rPr>
              <a:t>n</a:t>
            </a:r>
            <a:r>
              <a:rPr sz="5400" spc="-325" dirty="0">
                <a:solidFill>
                  <a:schemeClr val="tx1"/>
                </a:solidFill>
                <a:latin typeface="Arial MT"/>
                <a:cs typeface="Arial MT"/>
              </a:rPr>
              <a:t> </a:t>
            </a:r>
            <a:r>
              <a:rPr sz="5400" spc="-10" dirty="0">
                <a:solidFill>
                  <a:schemeClr val="tx1"/>
                </a:solidFill>
                <a:latin typeface="Arial MT"/>
                <a:cs typeface="Arial MT"/>
              </a:rPr>
              <a:t>Penelitian</a:t>
            </a:r>
            <a:endParaRPr sz="5400" dirty="0">
              <a:solidFill>
                <a:schemeClr val="tx1"/>
              </a:solidFill>
              <a:latin typeface="Arial MT"/>
              <a:cs typeface="Arial MT"/>
            </a:endParaRPr>
          </a:p>
        </p:txBody>
      </p:sp>
      <p:sp>
        <p:nvSpPr>
          <p:cNvPr id="3" name="object 3"/>
          <p:cNvSpPr txBox="1"/>
          <p:nvPr/>
        </p:nvSpPr>
        <p:spPr>
          <a:xfrm>
            <a:off x="4922265" y="3271469"/>
            <a:ext cx="222313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Arial MT"/>
                <a:cs typeface="Arial MT"/>
              </a:rPr>
              <a:t>Tknis</a:t>
            </a:r>
            <a:r>
              <a:rPr sz="1800" spc="-50" dirty="0">
                <a:solidFill>
                  <a:srgbClr val="FFFFFF"/>
                </a:solidFill>
                <a:latin typeface="Arial MT"/>
                <a:cs typeface="Arial MT"/>
              </a:rPr>
              <a:t> </a:t>
            </a:r>
            <a:r>
              <a:rPr sz="1800" dirty="0">
                <a:solidFill>
                  <a:srgbClr val="FFFFFF"/>
                </a:solidFill>
                <a:latin typeface="Arial MT"/>
                <a:cs typeface="Arial MT"/>
              </a:rPr>
              <a:t>Membimbing</a:t>
            </a:r>
            <a:r>
              <a:rPr sz="1800" spc="-15" dirty="0">
                <a:solidFill>
                  <a:srgbClr val="FFFFFF"/>
                </a:solidFill>
                <a:latin typeface="Arial MT"/>
                <a:cs typeface="Arial MT"/>
              </a:rPr>
              <a:t> </a:t>
            </a:r>
            <a:r>
              <a:rPr sz="1800" spc="-25" dirty="0">
                <a:solidFill>
                  <a:srgbClr val="FFFFFF"/>
                </a:solidFill>
                <a:latin typeface="Arial MT"/>
                <a:cs typeface="Arial MT"/>
              </a:rPr>
              <a:t>PI</a:t>
            </a:r>
            <a:endParaRPr sz="1800">
              <a:latin typeface="Arial MT"/>
              <a:cs typeface="Arial MT"/>
            </a:endParaRPr>
          </a:p>
        </p:txBody>
      </p:sp>
      <p:pic>
        <p:nvPicPr>
          <p:cNvPr id="4" name="object 4"/>
          <p:cNvPicPr/>
          <p:nvPr/>
        </p:nvPicPr>
        <p:blipFill>
          <a:blip r:embed="rId2" cstate="print"/>
          <a:stretch>
            <a:fillRect/>
          </a:stretch>
        </p:blipFill>
        <p:spPr>
          <a:xfrm>
            <a:off x="4203191" y="1257300"/>
            <a:ext cx="7287767" cy="4890516"/>
          </a:xfrm>
          <a:prstGeom prst="rect">
            <a:avLst/>
          </a:prstGeom>
        </p:spPr>
      </p:pic>
      <p:pic>
        <p:nvPicPr>
          <p:cNvPr id="5" name="object 5"/>
          <p:cNvPicPr/>
          <p:nvPr/>
        </p:nvPicPr>
        <p:blipFill>
          <a:blip r:embed="rId3" cstate="print"/>
          <a:stretch>
            <a:fillRect/>
          </a:stretch>
        </p:blipFill>
        <p:spPr>
          <a:xfrm>
            <a:off x="323088" y="1257300"/>
            <a:ext cx="3436620" cy="259384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6633" rIns="0" bIns="0" rtlCol="0">
            <a:spAutoFit/>
          </a:bodyPr>
          <a:lstStyle/>
          <a:p>
            <a:pPr marL="1071245">
              <a:lnSpc>
                <a:spcPct val="100000"/>
              </a:lnSpc>
              <a:spcBef>
                <a:spcPts val="100"/>
              </a:spcBef>
            </a:pPr>
            <a:r>
              <a:rPr sz="5400" dirty="0">
                <a:latin typeface="Arial MT"/>
                <a:cs typeface="Arial MT"/>
              </a:rPr>
              <a:t>Menemukan</a:t>
            </a:r>
            <a:r>
              <a:rPr sz="5400" spc="-245" dirty="0">
                <a:latin typeface="Arial MT"/>
                <a:cs typeface="Arial MT"/>
              </a:rPr>
              <a:t> </a:t>
            </a:r>
            <a:r>
              <a:rPr sz="5400" spc="-555" dirty="0">
                <a:latin typeface="Arial MT"/>
                <a:cs typeface="Arial MT"/>
              </a:rPr>
              <a:t>T</a:t>
            </a:r>
            <a:r>
              <a:rPr sz="5400" spc="50" dirty="0">
                <a:latin typeface="Arial MT"/>
                <a:cs typeface="Arial MT"/>
              </a:rPr>
              <a:t>em</a:t>
            </a:r>
            <a:r>
              <a:rPr sz="5400" spc="55" dirty="0">
                <a:latin typeface="Arial MT"/>
                <a:cs typeface="Arial MT"/>
              </a:rPr>
              <a:t>a</a:t>
            </a:r>
            <a:r>
              <a:rPr sz="5400" spc="-150" dirty="0">
                <a:latin typeface="Arial MT"/>
                <a:cs typeface="Arial MT"/>
              </a:rPr>
              <a:t> </a:t>
            </a:r>
            <a:r>
              <a:rPr sz="5400" spc="-10" dirty="0">
                <a:latin typeface="Arial MT"/>
                <a:cs typeface="Arial MT"/>
              </a:rPr>
              <a:t>Penelitian</a:t>
            </a:r>
            <a:endParaRPr sz="5400">
              <a:latin typeface="Arial MT"/>
              <a:cs typeface="Arial MT"/>
            </a:endParaRPr>
          </a:p>
        </p:txBody>
      </p:sp>
      <p:pic>
        <p:nvPicPr>
          <p:cNvPr id="3" name="object 3"/>
          <p:cNvPicPr/>
          <p:nvPr/>
        </p:nvPicPr>
        <p:blipFill>
          <a:blip r:embed="rId2" cstate="print"/>
          <a:stretch>
            <a:fillRect/>
          </a:stretch>
        </p:blipFill>
        <p:spPr>
          <a:xfrm>
            <a:off x="2202179" y="1961388"/>
            <a:ext cx="2517647" cy="2516124"/>
          </a:xfrm>
          <a:prstGeom prst="rect">
            <a:avLst/>
          </a:prstGeom>
        </p:spPr>
      </p:pic>
      <p:sp>
        <p:nvSpPr>
          <p:cNvPr id="4" name="object 4"/>
          <p:cNvSpPr txBox="1"/>
          <p:nvPr/>
        </p:nvSpPr>
        <p:spPr>
          <a:xfrm>
            <a:off x="2419857" y="2386406"/>
            <a:ext cx="2042160" cy="1450975"/>
          </a:xfrm>
          <a:prstGeom prst="rect">
            <a:avLst/>
          </a:prstGeom>
        </p:spPr>
        <p:txBody>
          <a:bodyPr vert="horz" wrap="square" lIns="0" tIns="12700" rIns="0" bIns="0" rtlCol="0">
            <a:spAutoFit/>
          </a:bodyPr>
          <a:lstStyle/>
          <a:p>
            <a:pPr marL="92710" indent="-92710" algn="ctr">
              <a:lnSpc>
                <a:spcPts val="2345"/>
              </a:lnSpc>
              <a:spcBef>
                <a:spcPts val="100"/>
              </a:spcBef>
              <a:buSzPct val="85714"/>
              <a:buChar char="•"/>
              <a:tabLst>
                <a:tab pos="92710" algn="l"/>
              </a:tabLst>
            </a:pPr>
            <a:r>
              <a:rPr sz="2100" spc="-10" dirty="0">
                <a:latin typeface="Arial MT"/>
                <a:cs typeface="Arial MT"/>
              </a:rPr>
              <a:t>Membaca</a:t>
            </a:r>
            <a:endParaRPr sz="2100">
              <a:latin typeface="Arial MT"/>
              <a:cs typeface="Arial MT"/>
            </a:endParaRPr>
          </a:p>
          <a:p>
            <a:pPr marL="12065" marR="5080" indent="-2540" algn="ctr">
              <a:lnSpc>
                <a:spcPct val="86300"/>
              </a:lnSpc>
              <a:spcBef>
                <a:spcPts val="175"/>
              </a:spcBef>
            </a:pPr>
            <a:r>
              <a:rPr sz="2100" spc="-10" dirty="0">
                <a:latin typeface="Arial MT"/>
                <a:cs typeface="Arial MT"/>
              </a:rPr>
              <a:t>referensi </a:t>
            </a:r>
            <a:r>
              <a:rPr sz="2100" dirty="0">
                <a:latin typeface="Arial MT"/>
                <a:cs typeface="Arial MT"/>
              </a:rPr>
              <a:t>penulisan/</a:t>
            </a:r>
            <a:r>
              <a:rPr sz="2100" spc="-80" dirty="0">
                <a:latin typeface="Arial MT"/>
                <a:cs typeface="Arial MT"/>
              </a:rPr>
              <a:t> </a:t>
            </a:r>
            <a:r>
              <a:rPr sz="2100" spc="-10" dirty="0">
                <a:latin typeface="Arial MT"/>
                <a:cs typeface="Arial MT"/>
              </a:rPr>
              <a:t>Tugas </a:t>
            </a:r>
            <a:r>
              <a:rPr sz="2100" dirty="0">
                <a:latin typeface="Arial MT"/>
                <a:cs typeface="Arial MT"/>
              </a:rPr>
              <a:t>akhir</a:t>
            </a:r>
            <a:r>
              <a:rPr sz="2100" spc="-15" dirty="0">
                <a:latin typeface="Arial MT"/>
                <a:cs typeface="Arial MT"/>
              </a:rPr>
              <a:t> </a:t>
            </a:r>
            <a:r>
              <a:rPr sz="2100" dirty="0">
                <a:latin typeface="Arial MT"/>
                <a:cs typeface="Arial MT"/>
              </a:rPr>
              <a:t>orang </a:t>
            </a:r>
            <a:r>
              <a:rPr sz="2100" spc="-20" dirty="0">
                <a:latin typeface="Arial MT"/>
                <a:cs typeface="Arial MT"/>
              </a:rPr>
              <a:t>lain </a:t>
            </a:r>
            <a:r>
              <a:rPr sz="2100" dirty="0">
                <a:latin typeface="Arial MT"/>
                <a:cs typeface="Arial MT"/>
              </a:rPr>
              <a:t>(PI</a:t>
            </a:r>
            <a:r>
              <a:rPr sz="2100" spc="-30" dirty="0">
                <a:latin typeface="Arial MT"/>
                <a:cs typeface="Arial MT"/>
              </a:rPr>
              <a:t> </a:t>
            </a:r>
            <a:r>
              <a:rPr sz="2100" dirty="0">
                <a:latin typeface="Arial MT"/>
                <a:cs typeface="Arial MT"/>
              </a:rPr>
              <a:t>atau</a:t>
            </a:r>
            <a:r>
              <a:rPr sz="2100" spc="-25" dirty="0">
                <a:latin typeface="Arial MT"/>
                <a:cs typeface="Arial MT"/>
              </a:rPr>
              <a:t> </a:t>
            </a:r>
            <a:r>
              <a:rPr sz="2100" spc="-10" dirty="0">
                <a:latin typeface="Arial MT"/>
                <a:cs typeface="Arial MT"/>
              </a:rPr>
              <a:t>Skripsi)</a:t>
            </a:r>
            <a:endParaRPr sz="2100">
              <a:latin typeface="Arial MT"/>
              <a:cs typeface="Arial MT"/>
            </a:endParaRPr>
          </a:p>
        </p:txBody>
      </p:sp>
      <p:grpSp>
        <p:nvGrpSpPr>
          <p:cNvPr id="5" name="object 5"/>
          <p:cNvGrpSpPr/>
          <p:nvPr/>
        </p:nvGrpSpPr>
        <p:grpSpPr>
          <a:xfrm>
            <a:off x="2202179" y="4056888"/>
            <a:ext cx="2727960" cy="1053465"/>
            <a:chOff x="2202179" y="4056888"/>
            <a:chExt cx="2727960" cy="1053465"/>
          </a:xfrm>
        </p:grpSpPr>
        <p:pic>
          <p:nvPicPr>
            <p:cNvPr id="6" name="object 6"/>
            <p:cNvPicPr/>
            <p:nvPr/>
          </p:nvPicPr>
          <p:blipFill>
            <a:blip r:embed="rId3" cstate="print"/>
            <a:stretch>
              <a:fillRect/>
            </a:stretch>
          </p:blipFill>
          <p:spPr>
            <a:xfrm>
              <a:off x="2202179" y="4056888"/>
              <a:ext cx="2476499" cy="862584"/>
            </a:xfrm>
            <a:prstGeom prst="rect">
              <a:avLst/>
            </a:prstGeom>
          </p:spPr>
        </p:pic>
        <p:pic>
          <p:nvPicPr>
            <p:cNvPr id="7" name="object 7"/>
            <p:cNvPicPr/>
            <p:nvPr/>
          </p:nvPicPr>
          <p:blipFill>
            <a:blip r:embed="rId4" cstate="print"/>
            <a:stretch>
              <a:fillRect/>
            </a:stretch>
          </p:blipFill>
          <p:spPr>
            <a:xfrm>
              <a:off x="3997451" y="4177284"/>
              <a:ext cx="932688" cy="932688"/>
            </a:xfrm>
            <a:prstGeom prst="rect">
              <a:avLst/>
            </a:prstGeom>
          </p:spPr>
        </p:pic>
      </p:grpSp>
      <p:pic>
        <p:nvPicPr>
          <p:cNvPr id="8" name="object 8"/>
          <p:cNvPicPr/>
          <p:nvPr/>
        </p:nvPicPr>
        <p:blipFill>
          <a:blip r:embed="rId5" cstate="print"/>
          <a:stretch>
            <a:fillRect/>
          </a:stretch>
        </p:blipFill>
        <p:spPr>
          <a:xfrm>
            <a:off x="4980432" y="1921764"/>
            <a:ext cx="2474975" cy="2677668"/>
          </a:xfrm>
          <a:prstGeom prst="rect">
            <a:avLst/>
          </a:prstGeom>
        </p:spPr>
      </p:pic>
      <p:sp>
        <p:nvSpPr>
          <p:cNvPr id="9" name="object 9"/>
          <p:cNvSpPr txBox="1"/>
          <p:nvPr/>
        </p:nvSpPr>
        <p:spPr>
          <a:xfrm>
            <a:off x="5181091" y="2346452"/>
            <a:ext cx="2075814" cy="897255"/>
          </a:xfrm>
          <a:prstGeom prst="rect">
            <a:avLst/>
          </a:prstGeom>
        </p:spPr>
        <p:txBody>
          <a:bodyPr vert="horz" wrap="square" lIns="0" tIns="58419" rIns="0" bIns="0" rtlCol="0">
            <a:spAutoFit/>
          </a:bodyPr>
          <a:lstStyle/>
          <a:p>
            <a:pPr marL="104775" marR="5080" indent="-101600">
              <a:lnSpc>
                <a:spcPts val="2170"/>
              </a:lnSpc>
              <a:spcBef>
                <a:spcPts val="459"/>
              </a:spcBef>
              <a:buSzPct val="95238"/>
              <a:buChar char="•"/>
              <a:tabLst>
                <a:tab pos="155575" algn="l"/>
              </a:tabLst>
            </a:pPr>
            <a:r>
              <a:rPr sz="2100" dirty="0">
                <a:latin typeface="Arial MT"/>
                <a:cs typeface="Arial MT"/>
              </a:rPr>
              <a:t>Membaca</a:t>
            </a:r>
            <a:r>
              <a:rPr sz="2100" spc="-30" dirty="0">
                <a:latin typeface="Arial MT"/>
                <a:cs typeface="Arial MT"/>
              </a:rPr>
              <a:t> </a:t>
            </a:r>
            <a:r>
              <a:rPr sz="2100" spc="-10" dirty="0">
                <a:latin typeface="Arial MT"/>
                <a:cs typeface="Arial MT"/>
              </a:rPr>
              <a:t>artikel 	</a:t>
            </a:r>
            <a:r>
              <a:rPr sz="2100" dirty="0">
                <a:latin typeface="Arial MT"/>
                <a:cs typeface="Arial MT"/>
              </a:rPr>
              <a:t>hasil</a:t>
            </a:r>
            <a:r>
              <a:rPr sz="2100" spc="-20" dirty="0">
                <a:latin typeface="Arial MT"/>
                <a:cs typeface="Arial MT"/>
              </a:rPr>
              <a:t> </a:t>
            </a:r>
            <a:r>
              <a:rPr sz="2100" spc="-10" dirty="0">
                <a:latin typeface="Arial MT"/>
                <a:cs typeface="Arial MT"/>
              </a:rPr>
              <a:t>penelitian</a:t>
            </a:r>
            <a:endParaRPr sz="2100">
              <a:latin typeface="Arial MT"/>
              <a:cs typeface="Arial MT"/>
            </a:endParaRPr>
          </a:p>
          <a:p>
            <a:pPr marL="451484">
              <a:lnSpc>
                <a:spcPts val="2160"/>
              </a:lnSpc>
            </a:pPr>
            <a:r>
              <a:rPr sz="2100" dirty="0">
                <a:latin typeface="Arial MT"/>
                <a:cs typeface="Arial MT"/>
              </a:rPr>
              <a:t>orang</a:t>
            </a:r>
            <a:r>
              <a:rPr sz="2100" spc="-15" dirty="0">
                <a:latin typeface="Arial MT"/>
                <a:cs typeface="Arial MT"/>
              </a:rPr>
              <a:t> </a:t>
            </a:r>
            <a:r>
              <a:rPr sz="2100" spc="-20" dirty="0">
                <a:latin typeface="Arial MT"/>
                <a:cs typeface="Arial MT"/>
              </a:rPr>
              <a:t>lain</a:t>
            </a:r>
            <a:endParaRPr sz="2100">
              <a:latin typeface="Arial MT"/>
              <a:cs typeface="Arial MT"/>
            </a:endParaRPr>
          </a:p>
        </p:txBody>
      </p:sp>
      <p:grpSp>
        <p:nvGrpSpPr>
          <p:cNvPr id="10" name="object 10"/>
          <p:cNvGrpSpPr/>
          <p:nvPr/>
        </p:nvGrpSpPr>
        <p:grpSpPr>
          <a:xfrm>
            <a:off x="4980432" y="4096511"/>
            <a:ext cx="2672080" cy="1053465"/>
            <a:chOff x="4980432" y="4096511"/>
            <a:chExt cx="2672080" cy="1053465"/>
          </a:xfrm>
        </p:grpSpPr>
        <p:pic>
          <p:nvPicPr>
            <p:cNvPr id="11" name="object 11"/>
            <p:cNvPicPr/>
            <p:nvPr/>
          </p:nvPicPr>
          <p:blipFill>
            <a:blip r:embed="rId6" cstate="print"/>
            <a:stretch>
              <a:fillRect/>
            </a:stretch>
          </p:blipFill>
          <p:spPr>
            <a:xfrm>
              <a:off x="4980432" y="4096511"/>
              <a:ext cx="2474975" cy="862583"/>
            </a:xfrm>
            <a:prstGeom prst="rect">
              <a:avLst/>
            </a:prstGeom>
          </p:spPr>
        </p:pic>
        <p:pic>
          <p:nvPicPr>
            <p:cNvPr id="12" name="object 12"/>
            <p:cNvPicPr/>
            <p:nvPr/>
          </p:nvPicPr>
          <p:blipFill>
            <a:blip r:embed="rId7" cstate="print"/>
            <a:stretch>
              <a:fillRect/>
            </a:stretch>
          </p:blipFill>
          <p:spPr>
            <a:xfrm>
              <a:off x="6719316" y="4218431"/>
              <a:ext cx="932687" cy="931163"/>
            </a:xfrm>
            <a:prstGeom prst="rect">
              <a:avLst/>
            </a:prstGeom>
          </p:spPr>
        </p:pic>
      </p:grpSp>
      <p:pic>
        <p:nvPicPr>
          <p:cNvPr id="13" name="object 13"/>
          <p:cNvPicPr/>
          <p:nvPr/>
        </p:nvPicPr>
        <p:blipFill>
          <a:blip r:embed="rId8" cstate="print"/>
          <a:stretch>
            <a:fillRect/>
          </a:stretch>
        </p:blipFill>
        <p:spPr>
          <a:xfrm>
            <a:off x="7757159" y="1918716"/>
            <a:ext cx="2532888" cy="2685287"/>
          </a:xfrm>
          <a:prstGeom prst="rect">
            <a:avLst/>
          </a:prstGeom>
        </p:spPr>
      </p:pic>
      <p:sp>
        <p:nvSpPr>
          <p:cNvPr id="14" name="object 14"/>
          <p:cNvSpPr txBox="1"/>
          <p:nvPr/>
        </p:nvSpPr>
        <p:spPr>
          <a:xfrm>
            <a:off x="7960868" y="2023109"/>
            <a:ext cx="2072005" cy="1725295"/>
          </a:xfrm>
          <a:prstGeom prst="rect">
            <a:avLst/>
          </a:prstGeom>
        </p:spPr>
        <p:txBody>
          <a:bodyPr vert="horz" wrap="square" lIns="0" tIns="58419" rIns="0" bIns="0" rtlCol="0">
            <a:spAutoFit/>
          </a:bodyPr>
          <a:lstStyle/>
          <a:p>
            <a:pPr marL="13970" marR="5080" indent="148590" algn="just">
              <a:lnSpc>
                <a:spcPts val="2170"/>
              </a:lnSpc>
              <a:spcBef>
                <a:spcPts val="459"/>
              </a:spcBef>
              <a:buSzPct val="95238"/>
              <a:buChar char="•"/>
              <a:tabLst>
                <a:tab pos="162560" algn="l"/>
              </a:tabLst>
            </a:pPr>
            <a:r>
              <a:rPr sz="2100" spc="-10" dirty="0">
                <a:latin typeface="Arial MT"/>
                <a:cs typeface="Arial MT"/>
              </a:rPr>
              <a:t>Memperhatikan </a:t>
            </a:r>
            <a:r>
              <a:rPr sz="2100" dirty="0">
                <a:latin typeface="Arial MT"/>
                <a:cs typeface="Arial MT"/>
              </a:rPr>
              <a:t>keadaan</a:t>
            </a:r>
            <a:r>
              <a:rPr sz="2100" spc="-20" dirty="0">
                <a:latin typeface="Arial MT"/>
                <a:cs typeface="Arial MT"/>
              </a:rPr>
              <a:t>  </a:t>
            </a:r>
            <a:r>
              <a:rPr sz="2100" spc="-10" dirty="0">
                <a:latin typeface="Arial MT"/>
                <a:cs typeface="Arial MT"/>
              </a:rPr>
              <a:t>sekitar, </a:t>
            </a:r>
            <a:r>
              <a:rPr sz="2100" dirty="0">
                <a:latin typeface="Arial MT"/>
                <a:cs typeface="Arial MT"/>
              </a:rPr>
              <a:t>baik</a:t>
            </a:r>
            <a:r>
              <a:rPr sz="2100" spc="-5" dirty="0">
                <a:latin typeface="Arial MT"/>
                <a:cs typeface="Arial MT"/>
              </a:rPr>
              <a:t> </a:t>
            </a:r>
            <a:r>
              <a:rPr sz="2100" dirty="0">
                <a:latin typeface="Arial MT"/>
                <a:cs typeface="Arial MT"/>
              </a:rPr>
              <a:t>dalam</a:t>
            </a:r>
            <a:r>
              <a:rPr sz="2100" spc="-5" dirty="0">
                <a:latin typeface="Arial MT"/>
                <a:cs typeface="Arial MT"/>
              </a:rPr>
              <a:t> </a:t>
            </a:r>
            <a:r>
              <a:rPr sz="2100" spc="-20" dirty="0">
                <a:latin typeface="Arial MT"/>
                <a:cs typeface="Arial MT"/>
              </a:rPr>
              <a:t>ruang</a:t>
            </a:r>
            <a:endParaRPr sz="2100">
              <a:latin typeface="Arial MT"/>
              <a:cs typeface="Arial MT"/>
            </a:endParaRPr>
          </a:p>
          <a:p>
            <a:pPr algn="ctr">
              <a:lnSpc>
                <a:spcPts val="1989"/>
              </a:lnSpc>
            </a:pPr>
            <a:r>
              <a:rPr sz="2100" dirty="0">
                <a:latin typeface="Arial MT"/>
                <a:cs typeface="Arial MT"/>
              </a:rPr>
              <a:t>lingkup</a:t>
            </a:r>
            <a:r>
              <a:rPr sz="2100" spc="-30" dirty="0">
                <a:latin typeface="Arial MT"/>
                <a:cs typeface="Arial MT"/>
              </a:rPr>
              <a:t> </a:t>
            </a:r>
            <a:r>
              <a:rPr sz="2100" spc="-10" dirty="0">
                <a:latin typeface="Arial MT"/>
                <a:cs typeface="Arial MT"/>
              </a:rPr>
              <a:t>kecil</a:t>
            </a:r>
            <a:endParaRPr sz="2100">
              <a:latin typeface="Arial MT"/>
              <a:cs typeface="Arial MT"/>
            </a:endParaRPr>
          </a:p>
          <a:p>
            <a:pPr algn="ctr">
              <a:lnSpc>
                <a:spcPts val="2175"/>
              </a:lnSpc>
            </a:pPr>
            <a:r>
              <a:rPr sz="2100" dirty="0">
                <a:latin typeface="Arial MT"/>
                <a:cs typeface="Arial MT"/>
              </a:rPr>
              <a:t>maupun</a:t>
            </a:r>
            <a:r>
              <a:rPr sz="2100" spc="-45" dirty="0">
                <a:latin typeface="Arial MT"/>
                <a:cs typeface="Arial MT"/>
              </a:rPr>
              <a:t> </a:t>
            </a:r>
            <a:r>
              <a:rPr sz="2100" spc="-20" dirty="0">
                <a:latin typeface="Arial MT"/>
                <a:cs typeface="Arial MT"/>
              </a:rPr>
              <a:t>ruang</a:t>
            </a:r>
            <a:endParaRPr sz="2100">
              <a:latin typeface="Arial MT"/>
              <a:cs typeface="Arial MT"/>
            </a:endParaRPr>
          </a:p>
          <a:p>
            <a:pPr algn="ctr">
              <a:lnSpc>
                <a:spcPts val="2345"/>
              </a:lnSpc>
            </a:pPr>
            <a:r>
              <a:rPr sz="2100" dirty="0">
                <a:latin typeface="Arial MT"/>
                <a:cs typeface="Arial MT"/>
              </a:rPr>
              <a:t>lingkup</a:t>
            </a:r>
            <a:r>
              <a:rPr sz="2100" spc="-25" dirty="0">
                <a:latin typeface="Arial MT"/>
                <a:cs typeface="Arial MT"/>
              </a:rPr>
              <a:t> </a:t>
            </a:r>
            <a:r>
              <a:rPr sz="2100" dirty="0">
                <a:latin typeface="Arial MT"/>
                <a:cs typeface="Arial MT"/>
              </a:rPr>
              <a:t>lebih</a:t>
            </a:r>
            <a:r>
              <a:rPr sz="2100" spc="-20" dirty="0">
                <a:latin typeface="Arial MT"/>
                <a:cs typeface="Arial MT"/>
              </a:rPr>
              <a:t> luas</a:t>
            </a:r>
            <a:endParaRPr sz="2100">
              <a:latin typeface="Arial MT"/>
              <a:cs typeface="Arial MT"/>
            </a:endParaRPr>
          </a:p>
        </p:txBody>
      </p:sp>
      <p:grpSp>
        <p:nvGrpSpPr>
          <p:cNvPr id="15" name="object 15"/>
          <p:cNvGrpSpPr/>
          <p:nvPr/>
        </p:nvGrpSpPr>
        <p:grpSpPr>
          <a:xfrm>
            <a:off x="7757159" y="4098035"/>
            <a:ext cx="2673350" cy="1053465"/>
            <a:chOff x="7757159" y="4098035"/>
            <a:chExt cx="2673350" cy="1053465"/>
          </a:xfrm>
        </p:grpSpPr>
        <p:pic>
          <p:nvPicPr>
            <p:cNvPr id="16" name="object 16"/>
            <p:cNvPicPr/>
            <p:nvPr/>
          </p:nvPicPr>
          <p:blipFill>
            <a:blip r:embed="rId9" cstate="print"/>
            <a:stretch>
              <a:fillRect/>
            </a:stretch>
          </p:blipFill>
          <p:spPr>
            <a:xfrm>
              <a:off x="7757159" y="4098035"/>
              <a:ext cx="2476500" cy="864107"/>
            </a:xfrm>
            <a:prstGeom prst="rect">
              <a:avLst/>
            </a:prstGeom>
          </p:spPr>
        </p:pic>
        <p:pic>
          <p:nvPicPr>
            <p:cNvPr id="17" name="object 17"/>
            <p:cNvPicPr/>
            <p:nvPr/>
          </p:nvPicPr>
          <p:blipFill>
            <a:blip r:embed="rId10" cstate="print"/>
            <a:stretch>
              <a:fillRect/>
            </a:stretch>
          </p:blipFill>
          <p:spPr>
            <a:xfrm>
              <a:off x="9497567" y="4219955"/>
              <a:ext cx="932687" cy="931163"/>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300984" y="4888991"/>
            <a:ext cx="5449823" cy="1010412"/>
          </a:xfrm>
          <a:prstGeom prst="rect">
            <a:avLst/>
          </a:prstGeom>
        </p:spPr>
      </p:pic>
      <p:sp>
        <p:nvSpPr>
          <p:cNvPr id="3" name="object 3"/>
          <p:cNvSpPr txBox="1">
            <a:spLocks noGrp="1"/>
          </p:cNvSpPr>
          <p:nvPr>
            <p:ph type="title"/>
          </p:nvPr>
        </p:nvSpPr>
        <p:spPr>
          <a:prstGeom prst="rect">
            <a:avLst/>
          </a:prstGeom>
        </p:spPr>
        <p:txBody>
          <a:bodyPr vert="horz" wrap="square" lIns="0" tIns="116633" rIns="0" bIns="0" rtlCol="0">
            <a:spAutoFit/>
          </a:bodyPr>
          <a:lstStyle/>
          <a:p>
            <a:pPr marL="2780030">
              <a:lnSpc>
                <a:spcPct val="100000"/>
              </a:lnSpc>
              <a:spcBef>
                <a:spcPts val="100"/>
              </a:spcBef>
            </a:pPr>
            <a:r>
              <a:rPr sz="5400" dirty="0">
                <a:latin typeface="Arial MT"/>
                <a:cs typeface="Arial MT"/>
              </a:rPr>
              <a:t>Sumber</a:t>
            </a:r>
            <a:r>
              <a:rPr sz="5400" spc="-5" dirty="0">
                <a:latin typeface="Arial MT"/>
                <a:cs typeface="Arial MT"/>
              </a:rPr>
              <a:t> </a:t>
            </a:r>
            <a:r>
              <a:rPr sz="5400" spc="-10" dirty="0">
                <a:latin typeface="Arial MT"/>
                <a:cs typeface="Arial MT"/>
              </a:rPr>
              <a:t>Informasi</a:t>
            </a:r>
            <a:endParaRPr sz="5400">
              <a:latin typeface="Arial MT"/>
              <a:cs typeface="Arial MT"/>
            </a:endParaRPr>
          </a:p>
        </p:txBody>
      </p:sp>
      <p:grpSp>
        <p:nvGrpSpPr>
          <p:cNvPr id="4" name="object 4"/>
          <p:cNvGrpSpPr/>
          <p:nvPr/>
        </p:nvGrpSpPr>
        <p:grpSpPr>
          <a:xfrm>
            <a:off x="3144011" y="1376172"/>
            <a:ext cx="5544820" cy="990600"/>
            <a:chOff x="3144011" y="1376172"/>
            <a:chExt cx="5544820" cy="990600"/>
          </a:xfrm>
        </p:grpSpPr>
        <p:pic>
          <p:nvPicPr>
            <p:cNvPr id="5" name="object 5"/>
            <p:cNvPicPr/>
            <p:nvPr/>
          </p:nvPicPr>
          <p:blipFill>
            <a:blip r:embed="rId3" cstate="print"/>
            <a:stretch>
              <a:fillRect/>
            </a:stretch>
          </p:blipFill>
          <p:spPr>
            <a:xfrm>
              <a:off x="3488435" y="1376172"/>
              <a:ext cx="5199888" cy="990600"/>
            </a:xfrm>
            <a:prstGeom prst="rect">
              <a:avLst/>
            </a:prstGeom>
          </p:spPr>
        </p:pic>
        <p:pic>
          <p:nvPicPr>
            <p:cNvPr id="6" name="object 6"/>
            <p:cNvPicPr/>
            <p:nvPr/>
          </p:nvPicPr>
          <p:blipFill>
            <a:blip r:embed="rId4" cstate="print"/>
            <a:stretch>
              <a:fillRect/>
            </a:stretch>
          </p:blipFill>
          <p:spPr>
            <a:xfrm>
              <a:off x="3144011" y="1376172"/>
              <a:ext cx="990600" cy="990600"/>
            </a:xfrm>
            <a:prstGeom prst="rect">
              <a:avLst/>
            </a:prstGeom>
          </p:spPr>
        </p:pic>
      </p:grpSp>
      <p:grpSp>
        <p:nvGrpSpPr>
          <p:cNvPr id="7" name="object 7"/>
          <p:cNvGrpSpPr/>
          <p:nvPr/>
        </p:nvGrpSpPr>
        <p:grpSpPr>
          <a:xfrm>
            <a:off x="3078479" y="2548127"/>
            <a:ext cx="5697220" cy="989330"/>
            <a:chOff x="3078479" y="2548127"/>
            <a:chExt cx="5697220" cy="989330"/>
          </a:xfrm>
        </p:grpSpPr>
        <p:pic>
          <p:nvPicPr>
            <p:cNvPr id="8" name="object 8"/>
            <p:cNvPicPr/>
            <p:nvPr/>
          </p:nvPicPr>
          <p:blipFill>
            <a:blip r:embed="rId5" cstate="print"/>
            <a:stretch>
              <a:fillRect/>
            </a:stretch>
          </p:blipFill>
          <p:spPr>
            <a:xfrm>
              <a:off x="3310127" y="2548127"/>
              <a:ext cx="5465064" cy="989076"/>
            </a:xfrm>
            <a:prstGeom prst="rect">
              <a:avLst/>
            </a:prstGeom>
          </p:spPr>
        </p:pic>
        <p:pic>
          <p:nvPicPr>
            <p:cNvPr id="9" name="object 9"/>
            <p:cNvPicPr/>
            <p:nvPr/>
          </p:nvPicPr>
          <p:blipFill>
            <a:blip r:embed="rId6" cstate="print"/>
            <a:stretch>
              <a:fillRect/>
            </a:stretch>
          </p:blipFill>
          <p:spPr>
            <a:xfrm>
              <a:off x="3078479" y="2548127"/>
              <a:ext cx="989075" cy="989076"/>
            </a:xfrm>
            <a:prstGeom prst="rect">
              <a:avLst/>
            </a:prstGeom>
          </p:spPr>
        </p:pic>
      </p:grpSp>
      <p:grpSp>
        <p:nvGrpSpPr>
          <p:cNvPr id="10" name="object 10"/>
          <p:cNvGrpSpPr/>
          <p:nvPr/>
        </p:nvGrpSpPr>
        <p:grpSpPr>
          <a:xfrm>
            <a:off x="3041904" y="3718559"/>
            <a:ext cx="5709285" cy="1010919"/>
            <a:chOff x="3041904" y="3718559"/>
            <a:chExt cx="5709285" cy="1010919"/>
          </a:xfrm>
        </p:grpSpPr>
        <p:pic>
          <p:nvPicPr>
            <p:cNvPr id="11" name="object 11"/>
            <p:cNvPicPr/>
            <p:nvPr/>
          </p:nvPicPr>
          <p:blipFill>
            <a:blip r:embed="rId7" cstate="print"/>
            <a:stretch>
              <a:fillRect/>
            </a:stretch>
          </p:blipFill>
          <p:spPr>
            <a:xfrm>
              <a:off x="3300984" y="3718559"/>
              <a:ext cx="5449823" cy="1010412"/>
            </a:xfrm>
            <a:prstGeom prst="rect">
              <a:avLst/>
            </a:prstGeom>
          </p:spPr>
        </p:pic>
        <p:pic>
          <p:nvPicPr>
            <p:cNvPr id="12" name="object 12"/>
            <p:cNvPicPr/>
            <p:nvPr/>
          </p:nvPicPr>
          <p:blipFill>
            <a:blip r:embed="rId8" cstate="print"/>
            <a:stretch>
              <a:fillRect/>
            </a:stretch>
          </p:blipFill>
          <p:spPr>
            <a:xfrm>
              <a:off x="3041904" y="3718559"/>
              <a:ext cx="990599" cy="990600"/>
            </a:xfrm>
            <a:prstGeom prst="rect">
              <a:avLst/>
            </a:prstGeom>
          </p:spPr>
        </p:pic>
      </p:grpSp>
      <p:sp>
        <p:nvSpPr>
          <p:cNvPr id="13" name="object 13"/>
          <p:cNvSpPr txBox="1"/>
          <p:nvPr/>
        </p:nvSpPr>
        <p:spPr>
          <a:xfrm>
            <a:off x="3992626" y="1633855"/>
            <a:ext cx="4526280" cy="4040504"/>
          </a:xfrm>
          <a:prstGeom prst="rect">
            <a:avLst/>
          </a:prstGeom>
        </p:spPr>
        <p:txBody>
          <a:bodyPr vert="horz" wrap="square" lIns="0" tIns="13335" rIns="0" bIns="0" rtlCol="0">
            <a:spAutoFit/>
          </a:bodyPr>
          <a:lstStyle/>
          <a:p>
            <a:pPr marL="1236345">
              <a:lnSpc>
                <a:spcPct val="100000"/>
              </a:lnSpc>
              <a:spcBef>
                <a:spcPts val="105"/>
              </a:spcBef>
            </a:pPr>
            <a:r>
              <a:rPr sz="2300" dirty="0">
                <a:solidFill>
                  <a:srgbClr val="FFFFFF"/>
                </a:solidFill>
                <a:latin typeface="Arial MT"/>
                <a:cs typeface="Arial MT"/>
              </a:rPr>
              <a:t>Jurnal/</a:t>
            </a:r>
            <a:r>
              <a:rPr sz="2300" spc="-55" dirty="0">
                <a:solidFill>
                  <a:srgbClr val="FFFFFF"/>
                </a:solidFill>
                <a:latin typeface="Arial MT"/>
                <a:cs typeface="Arial MT"/>
              </a:rPr>
              <a:t> </a:t>
            </a:r>
            <a:r>
              <a:rPr sz="2300" spc="-10" dirty="0">
                <a:solidFill>
                  <a:srgbClr val="FFFFFF"/>
                </a:solidFill>
                <a:latin typeface="Arial MT"/>
                <a:cs typeface="Arial MT"/>
              </a:rPr>
              <a:t>Prosiding</a:t>
            </a:r>
            <a:endParaRPr sz="2300">
              <a:latin typeface="Arial MT"/>
              <a:cs typeface="Arial MT"/>
            </a:endParaRPr>
          </a:p>
          <a:p>
            <a:pPr>
              <a:lnSpc>
                <a:spcPct val="100000"/>
              </a:lnSpc>
            </a:pPr>
            <a:endParaRPr sz="2300">
              <a:latin typeface="Arial MT"/>
              <a:cs typeface="Arial MT"/>
            </a:endParaRPr>
          </a:p>
          <a:p>
            <a:pPr>
              <a:lnSpc>
                <a:spcPct val="100000"/>
              </a:lnSpc>
              <a:spcBef>
                <a:spcPts val="1170"/>
              </a:spcBef>
            </a:pPr>
            <a:endParaRPr sz="2300">
              <a:latin typeface="Arial MT"/>
              <a:cs typeface="Arial MT"/>
            </a:endParaRPr>
          </a:p>
          <a:p>
            <a:pPr marL="34925" algn="ctr">
              <a:lnSpc>
                <a:spcPct val="100000"/>
              </a:lnSpc>
            </a:pPr>
            <a:r>
              <a:rPr sz="2300" spc="-20" dirty="0">
                <a:solidFill>
                  <a:srgbClr val="FFFFFF"/>
                </a:solidFill>
                <a:latin typeface="Arial MT"/>
                <a:cs typeface="Arial MT"/>
              </a:rPr>
              <a:t>Buku</a:t>
            </a:r>
            <a:endParaRPr sz="2300">
              <a:latin typeface="Arial MT"/>
              <a:cs typeface="Arial MT"/>
            </a:endParaRPr>
          </a:p>
          <a:p>
            <a:pPr>
              <a:lnSpc>
                <a:spcPct val="100000"/>
              </a:lnSpc>
              <a:spcBef>
                <a:spcPts val="2625"/>
              </a:spcBef>
            </a:pPr>
            <a:endParaRPr sz="2300">
              <a:latin typeface="Arial MT"/>
              <a:cs typeface="Arial MT"/>
            </a:endParaRPr>
          </a:p>
          <a:p>
            <a:pPr marL="635" algn="ctr">
              <a:lnSpc>
                <a:spcPts val="2570"/>
              </a:lnSpc>
            </a:pPr>
            <a:r>
              <a:rPr sz="2300" dirty="0">
                <a:solidFill>
                  <a:srgbClr val="FFFFFF"/>
                </a:solidFill>
                <a:latin typeface="Arial MT"/>
                <a:cs typeface="Arial MT"/>
              </a:rPr>
              <a:t>Publikasi:</a:t>
            </a:r>
            <a:r>
              <a:rPr sz="2300" spc="-110" dirty="0">
                <a:solidFill>
                  <a:srgbClr val="FFFFFF"/>
                </a:solidFill>
                <a:latin typeface="Arial MT"/>
                <a:cs typeface="Arial MT"/>
              </a:rPr>
              <a:t> </a:t>
            </a:r>
            <a:r>
              <a:rPr sz="2300" dirty="0">
                <a:solidFill>
                  <a:srgbClr val="FFFFFF"/>
                </a:solidFill>
                <a:latin typeface="Arial MT"/>
                <a:cs typeface="Arial MT"/>
              </a:rPr>
              <a:t>surat</a:t>
            </a:r>
            <a:r>
              <a:rPr sz="2300" spc="-60" dirty="0">
                <a:solidFill>
                  <a:srgbClr val="FFFFFF"/>
                </a:solidFill>
                <a:latin typeface="Arial MT"/>
                <a:cs typeface="Arial MT"/>
              </a:rPr>
              <a:t> </a:t>
            </a:r>
            <a:r>
              <a:rPr sz="2300" dirty="0">
                <a:solidFill>
                  <a:srgbClr val="FFFFFF"/>
                </a:solidFill>
                <a:latin typeface="Arial MT"/>
                <a:cs typeface="Arial MT"/>
              </a:rPr>
              <a:t>kabar,</a:t>
            </a:r>
            <a:r>
              <a:rPr sz="2300" spc="-75" dirty="0">
                <a:solidFill>
                  <a:srgbClr val="FFFFFF"/>
                </a:solidFill>
                <a:latin typeface="Arial MT"/>
                <a:cs typeface="Arial MT"/>
              </a:rPr>
              <a:t> </a:t>
            </a:r>
            <a:r>
              <a:rPr sz="2300" spc="-10" dirty="0">
                <a:solidFill>
                  <a:srgbClr val="FFFFFF"/>
                </a:solidFill>
                <a:latin typeface="Arial MT"/>
                <a:cs typeface="Arial MT"/>
              </a:rPr>
              <a:t>majalah,</a:t>
            </a:r>
            <a:endParaRPr sz="2300">
              <a:latin typeface="Arial MT"/>
              <a:cs typeface="Arial MT"/>
            </a:endParaRPr>
          </a:p>
          <a:p>
            <a:pPr marL="1270" algn="ctr">
              <a:lnSpc>
                <a:spcPts val="2570"/>
              </a:lnSpc>
            </a:pPr>
            <a:r>
              <a:rPr sz="2300" dirty="0">
                <a:solidFill>
                  <a:srgbClr val="FFFFFF"/>
                </a:solidFill>
                <a:latin typeface="Arial MT"/>
                <a:cs typeface="Arial MT"/>
              </a:rPr>
              <a:t>radio,</a:t>
            </a:r>
            <a:r>
              <a:rPr sz="2300" spc="-90" dirty="0">
                <a:solidFill>
                  <a:srgbClr val="FFFFFF"/>
                </a:solidFill>
                <a:latin typeface="Arial MT"/>
                <a:cs typeface="Arial MT"/>
              </a:rPr>
              <a:t> </a:t>
            </a:r>
            <a:r>
              <a:rPr sz="2300" spc="-25" dirty="0">
                <a:solidFill>
                  <a:srgbClr val="FFFFFF"/>
                </a:solidFill>
                <a:latin typeface="Arial MT"/>
                <a:cs typeface="Arial MT"/>
              </a:rPr>
              <a:t>TV</a:t>
            </a:r>
            <a:endParaRPr sz="2300">
              <a:latin typeface="Arial MT"/>
              <a:cs typeface="Arial MT"/>
            </a:endParaRPr>
          </a:p>
          <a:p>
            <a:pPr>
              <a:lnSpc>
                <a:spcPct val="100000"/>
              </a:lnSpc>
              <a:spcBef>
                <a:spcPts val="1835"/>
              </a:spcBef>
            </a:pPr>
            <a:endParaRPr sz="2300">
              <a:latin typeface="Arial MT"/>
              <a:cs typeface="Arial MT"/>
            </a:endParaRPr>
          </a:p>
          <a:p>
            <a:pPr marL="12700" marR="5080" algn="ctr">
              <a:lnSpc>
                <a:spcPts val="2380"/>
              </a:lnSpc>
            </a:pPr>
            <a:r>
              <a:rPr sz="2300" dirty="0">
                <a:solidFill>
                  <a:srgbClr val="FFFFFF"/>
                </a:solidFill>
                <a:latin typeface="Arial MT"/>
                <a:cs typeface="Arial MT"/>
              </a:rPr>
              <a:t>Pengalaman</a:t>
            </a:r>
            <a:r>
              <a:rPr sz="2300" spc="-55" dirty="0">
                <a:solidFill>
                  <a:srgbClr val="FFFFFF"/>
                </a:solidFill>
                <a:latin typeface="Arial MT"/>
                <a:cs typeface="Arial MT"/>
              </a:rPr>
              <a:t> </a:t>
            </a:r>
            <a:r>
              <a:rPr sz="2300" dirty="0">
                <a:solidFill>
                  <a:srgbClr val="FFFFFF"/>
                </a:solidFill>
                <a:latin typeface="Arial MT"/>
                <a:cs typeface="Arial MT"/>
              </a:rPr>
              <a:t>Kerja,</a:t>
            </a:r>
            <a:r>
              <a:rPr sz="2300" spc="-40" dirty="0">
                <a:solidFill>
                  <a:srgbClr val="FFFFFF"/>
                </a:solidFill>
                <a:latin typeface="Arial MT"/>
                <a:cs typeface="Arial MT"/>
              </a:rPr>
              <a:t> </a:t>
            </a:r>
            <a:r>
              <a:rPr sz="2300" dirty="0">
                <a:solidFill>
                  <a:srgbClr val="FFFFFF"/>
                </a:solidFill>
                <a:latin typeface="Arial MT"/>
                <a:cs typeface="Arial MT"/>
              </a:rPr>
              <a:t>Kejadian</a:t>
            </a:r>
            <a:r>
              <a:rPr sz="2300" spc="-35" dirty="0">
                <a:solidFill>
                  <a:srgbClr val="FFFFFF"/>
                </a:solidFill>
                <a:latin typeface="Arial MT"/>
                <a:cs typeface="Arial MT"/>
              </a:rPr>
              <a:t> </a:t>
            </a:r>
            <a:r>
              <a:rPr sz="2300" spc="-10" dirty="0">
                <a:solidFill>
                  <a:srgbClr val="FFFFFF"/>
                </a:solidFill>
                <a:latin typeface="Arial MT"/>
                <a:cs typeface="Arial MT"/>
              </a:rPr>
              <a:t>nyata </a:t>
            </a:r>
            <a:r>
              <a:rPr sz="2300" dirty="0">
                <a:solidFill>
                  <a:srgbClr val="FFFFFF"/>
                </a:solidFill>
                <a:latin typeface="Arial MT"/>
                <a:cs typeface="Arial MT"/>
              </a:rPr>
              <a:t>pada</a:t>
            </a:r>
            <a:r>
              <a:rPr sz="2300" spc="-25" dirty="0">
                <a:solidFill>
                  <a:srgbClr val="FFFFFF"/>
                </a:solidFill>
                <a:latin typeface="Arial MT"/>
                <a:cs typeface="Arial MT"/>
              </a:rPr>
              <a:t> </a:t>
            </a:r>
            <a:r>
              <a:rPr sz="2300" dirty="0">
                <a:solidFill>
                  <a:srgbClr val="FFFFFF"/>
                </a:solidFill>
                <a:latin typeface="Arial MT"/>
                <a:cs typeface="Arial MT"/>
              </a:rPr>
              <a:t>kehidupan</a:t>
            </a:r>
            <a:r>
              <a:rPr sz="2300" spc="-55" dirty="0">
                <a:solidFill>
                  <a:srgbClr val="FFFFFF"/>
                </a:solidFill>
                <a:latin typeface="Arial MT"/>
                <a:cs typeface="Arial MT"/>
              </a:rPr>
              <a:t> </a:t>
            </a:r>
            <a:r>
              <a:rPr sz="2300" dirty="0">
                <a:solidFill>
                  <a:srgbClr val="FFFFFF"/>
                </a:solidFill>
                <a:latin typeface="Arial MT"/>
                <a:cs typeface="Arial MT"/>
              </a:rPr>
              <a:t>sehari</a:t>
            </a:r>
            <a:r>
              <a:rPr sz="2300" spc="-15" dirty="0">
                <a:solidFill>
                  <a:srgbClr val="FFFFFF"/>
                </a:solidFill>
                <a:latin typeface="Arial MT"/>
                <a:cs typeface="Arial MT"/>
              </a:rPr>
              <a:t> </a:t>
            </a:r>
            <a:r>
              <a:rPr sz="2300" dirty="0">
                <a:solidFill>
                  <a:srgbClr val="FFFFFF"/>
                </a:solidFill>
                <a:latin typeface="Arial MT"/>
                <a:cs typeface="Arial MT"/>
              </a:rPr>
              <a:t>-</a:t>
            </a:r>
            <a:r>
              <a:rPr sz="2300" spc="-10" dirty="0">
                <a:solidFill>
                  <a:srgbClr val="FFFFFF"/>
                </a:solidFill>
                <a:latin typeface="Arial MT"/>
                <a:cs typeface="Arial MT"/>
              </a:rPr>
              <a:t> </a:t>
            </a:r>
            <a:r>
              <a:rPr sz="2300" spc="-20" dirty="0">
                <a:solidFill>
                  <a:srgbClr val="FFFFFF"/>
                </a:solidFill>
                <a:latin typeface="Arial MT"/>
                <a:cs typeface="Arial MT"/>
              </a:rPr>
              <a:t>hari</a:t>
            </a:r>
            <a:endParaRPr sz="2300">
              <a:latin typeface="Arial MT"/>
              <a:cs typeface="Arial MT"/>
            </a:endParaRPr>
          </a:p>
        </p:txBody>
      </p:sp>
      <p:pic>
        <p:nvPicPr>
          <p:cNvPr id="14" name="object 14"/>
          <p:cNvPicPr/>
          <p:nvPr/>
        </p:nvPicPr>
        <p:blipFill>
          <a:blip r:embed="rId9" cstate="print"/>
          <a:stretch>
            <a:fillRect/>
          </a:stretch>
        </p:blipFill>
        <p:spPr>
          <a:xfrm>
            <a:off x="2977895" y="4902708"/>
            <a:ext cx="989076" cy="93878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4110228"/>
            <a:ext cx="12192000" cy="2748280"/>
            <a:chOff x="0" y="4110228"/>
            <a:chExt cx="12192000" cy="2748280"/>
          </a:xfrm>
        </p:grpSpPr>
        <p:pic>
          <p:nvPicPr>
            <p:cNvPr id="3" name="object 3"/>
            <p:cNvPicPr/>
            <p:nvPr/>
          </p:nvPicPr>
          <p:blipFill>
            <a:blip r:embed="rId2" cstate="print"/>
            <a:stretch>
              <a:fillRect/>
            </a:stretch>
          </p:blipFill>
          <p:spPr>
            <a:xfrm>
              <a:off x="3575303" y="4110228"/>
              <a:ext cx="6006084" cy="592836"/>
            </a:xfrm>
            <a:prstGeom prst="rect">
              <a:avLst/>
            </a:prstGeom>
          </p:spPr>
        </p:pic>
        <p:pic>
          <p:nvPicPr>
            <p:cNvPr id="4" name="object 4"/>
            <p:cNvPicPr/>
            <p:nvPr/>
          </p:nvPicPr>
          <p:blipFill>
            <a:blip r:embed="rId3" cstate="print"/>
            <a:stretch>
              <a:fillRect/>
            </a:stretch>
          </p:blipFill>
          <p:spPr>
            <a:xfrm>
              <a:off x="4088891" y="4157472"/>
              <a:ext cx="4978908" cy="565404"/>
            </a:xfrm>
            <a:prstGeom prst="rect">
              <a:avLst/>
            </a:prstGeom>
          </p:spPr>
        </p:pic>
      </p:grpSp>
      <p:sp>
        <p:nvSpPr>
          <p:cNvPr id="5" name="object 5"/>
          <p:cNvSpPr txBox="1">
            <a:spLocks noGrp="1"/>
          </p:cNvSpPr>
          <p:nvPr>
            <p:ph type="title"/>
          </p:nvPr>
        </p:nvSpPr>
        <p:spPr>
          <a:xfrm>
            <a:off x="3226689" y="152527"/>
            <a:ext cx="5767070" cy="848360"/>
          </a:xfrm>
          <a:prstGeom prst="rect">
            <a:avLst/>
          </a:prstGeom>
        </p:spPr>
        <p:txBody>
          <a:bodyPr vert="horz" wrap="square" lIns="0" tIns="12700" rIns="0" bIns="0" rtlCol="0">
            <a:spAutoFit/>
          </a:bodyPr>
          <a:lstStyle/>
          <a:p>
            <a:pPr marL="12700">
              <a:lnSpc>
                <a:spcPct val="100000"/>
              </a:lnSpc>
              <a:spcBef>
                <a:spcPts val="100"/>
              </a:spcBef>
            </a:pPr>
            <a:r>
              <a:rPr sz="5400" dirty="0">
                <a:solidFill>
                  <a:schemeClr val="tx1"/>
                </a:solidFill>
                <a:latin typeface="Arial MT"/>
                <a:cs typeface="Arial MT"/>
              </a:rPr>
              <a:t>Kelompok</a:t>
            </a:r>
            <a:r>
              <a:rPr sz="5400" spc="-229" dirty="0">
                <a:solidFill>
                  <a:schemeClr val="tx1"/>
                </a:solidFill>
                <a:latin typeface="Arial MT"/>
                <a:cs typeface="Arial MT"/>
              </a:rPr>
              <a:t> </a:t>
            </a:r>
            <a:r>
              <a:rPr sz="5400" spc="-555" dirty="0">
                <a:solidFill>
                  <a:schemeClr val="tx1"/>
                </a:solidFill>
                <a:latin typeface="Arial MT"/>
                <a:cs typeface="Arial MT"/>
              </a:rPr>
              <a:t>T</a:t>
            </a:r>
            <a:r>
              <a:rPr sz="5400" spc="50" dirty="0">
                <a:solidFill>
                  <a:schemeClr val="tx1"/>
                </a:solidFill>
                <a:latin typeface="Arial MT"/>
                <a:cs typeface="Arial MT"/>
              </a:rPr>
              <a:t>em</a:t>
            </a:r>
            <a:r>
              <a:rPr sz="5400" spc="55" dirty="0">
                <a:solidFill>
                  <a:schemeClr val="tx1"/>
                </a:solidFill>
                <a:latin typeface="Arial MT"/>
                <a:cs typeface="Arial MT"/>
              </a:rPr>
              <a:t>a</a:t>
            </a:r>
            <a:r>
              <a:rPr sz="5400" spc="-130" dirty="0">
                <a:solidFill>
                  <a:schemeClr val="tx1"/>
                </a:solidFill>
                <a:latin typeface="Arial MT"/>
                <a:cs typeface="Arial MT"/>
              </a:rPr>
              <a:t> </a:t>
            </a:r>
            <a:r>
              <a:rPr sz="5400" spc="-25" dirty="0">
                <a:solidFill>
                  <a:schemeClr val="tx1"/>
                </a:solidFill>
                <a:latin typeface="Arial MT"/>
                <a:cs typeface="Arial MT"/>
              </a:rPr>
              <a:t>PI</a:t>
            </a:r>
            <a:endParaRPr sz="5400" dirty="0">
              <a:solidFill>
                <a:schemeClr val="tx1"/>
              </a:solidFill>
              <a:latin typeface="Arial MT"/>
              <a:cs typeface="Arial MT"/>
            </a:endParaRPr>
          </a:p>
        </p:txBody>
      </p:sp>
      <p:grpSp>
        <p:nvGrpSpPr>
          <p:cNvPr id="6" name="object 6"/>
          <p:cNvGrpSpPr/>
          <p:nvPr/>
        </p:nvGrpSpPr>
        <p:grpSpPr>
          <a:xfrm>
            <a:off x="3575303" y="1155191"/>
            <a:ext cx="6006465" cy="840105"/>
            <a:chOff x="3575303" y="1155191"/>
            <a:chExt cx="6006465" cy="840105"/>
          </a:xfrm>
        </p:grpSpPr>
        <p:pic>
          <p:nvPicPr>
            <p:cNvPr id="7" name="object 7"/>
            <p:cNvPicPr/>
            <p:nvPr/>
          </p:nvPicPr>
          <p:blipFill>
            <a:blip r:embed="rId4" cstate="print"/>
            <a:stretch>
              <a:fillRect/>
            </a:stretch>
          </p:blipFill>
          <p:spPr>
            <a:xfrm>
              <a:off x="3575303" y="1243583"/>
              <a:ext cx="6006084" cy="594360"/>
            </a:xfrm>
            <a:prstGeom prst="rect">
              <a:avLst/>
            </a:prstGeom>
          </p:spPr>
        </p:pic>
        <p:pic>
          <p:nvPicPr>
            <p:cNvPr id="8" name="object 8"/>
            <p:cNvPicPr/>
            <p:nvPr/>
          </p:nvPicPr>
          <p:blipFill>
            <a:blip r:embed="rId5" cstate="print"/>
            <a:stretch>
              <a:fillRect/>
            </a:stretch>
          </p:blipFill>
          <p:spPr>
            <a:xfrm>
              <a:off x="3950207" y="1155191"/>
              <a:ext cx="5256276" cy="839724"/>
            </a:xfrm>
            <a:prstGeom prst="rect">
              <a:avLst/>
            </a:prstGeom>
          </p:spPr>
        </p:pic>
      </p:grpSp>
      <p:sp>
        <p:nvSpPr>
          <p:cNvPr id="9" name="object 9"/>
          <p:cNvSpPr txBox="1"/>
          <p:nvPr/>
        </p:nvSpPr>
        <p:spPr>
          <a:xfrm>
            <a:off x="3617976" y="1266444"/>
            <a:ext cx="5920740" cy="509270"/>
          </a:xfrm>
          <a:prstGeom prst="rect">
            <a:avLst/>
          </a:prstGeom>
          <a:solidFill>
            <a:srgbClr val="F1A30D">
              <a:alpha val="72940"/>
            </a:srgbClr>
          </a:solidFill>
        </p:spPr>
        <p:txBody>
          <a:bodyPr vert="horz" wrap="square" lIns="0" tIns="0" rIns="0" bIns="0" rtlCol="0">
            <a:spAutoFit/>
          </a:bodyPr>
          <a:lstStyle/>
          <a:p>
            <a:pPr marL="1905" algn="ctr">
              <a:lnSpc>
                <a:spcPts val="1960"/>
              </a:lnSpc>
            </a:pPr>
            <a:r>
              <a:rPr sz="1800" spc="-10" dirty="0">
                <a:solidFill>
                  <a:srgbClr val="FFFFFF"/>
                </a:solidFill>
                <a:latin typeface="Arial MT"/>
                <a:cs typeface="Arial MT"/>
              </a:rPr>
              <a:t>Membuat</a:t>
            </a:r>
            <a:r>
              <a:rPr sz="1800" spc="-114" dirty="0">
                <a:solidFill>
                  <a:srgbClr val="FFFFFF"/>
                </a:solidFill>
                <a:latin typeface="Arial MT"/>
                <a:cs typeface="Arial MT"/>
              </a:rPr>
              <a:t> </a:t>
            </a:r>
            <a:r>
              <a:rPr sz="1800" dirty="0">
                <a:solidFill>
                  <a:srgbClr val="FFFFFF"/>
                </a:solidFill>
                <a:latin typeface="Arial MT"/>
                <a:cs typeface="Arial MT"/>
              </a:rPr>
              <a:t>Aplikasi</a:t>
            </a:r>
            <a:r>
              <a:rPr sz="1800" spc="-10" dirty="0">
                <a:solidFill>
                  <a:srgbClr val="FFFFFF"/>
                </a:solidFill>
                <a:latin typeface="Arial MT"/>
                <a:cs typeface="Arial MT"/>
              </a:rPr>
              <a:t> </a:t>
            </a:r>
            <a:r>
              <a:rPr sz="1800" dirty="0">
                <a:solidFill>
                  <a:srgbClr val="FFFFFF"/>
                </a:solidFill>
                <a:latin typeface="Arial MT"/>
                <a:cs typeface="Arial MT"/>
              </a:rPr>
              <a:t>sederhana</a:t>
            </a:r>
            <a:r>
              <a:rPr sz="1800" spc="-10" dirty="0">
                <a:solidFill>
                  <a:srgbClr val="FFFFFF"/>
                </a:solidFill>
                <a:latin typeface="Arial MT"/>
                <a:cs typeface="Arial MT"/>
              </a:rPr>
              <a:t> </a:t>
            </a:r>
            <a:r>
              <a:rPr sz="1800" dirty="0">
                <a:solidFill>
                  <a:srgbClr val="FFFFFF"/>
                </a:solidFill>
                <a:latin typeface="Arial MT"/>
                <a:cs typeface="Arial MT"/>
              </a:rPr>
              <a:t>yang</a:t>
            </a:r>
            <a:r>
              <a:rPr sz="1800" spc="-20" dirty="0">
                <a:solidFill>
                  <a:srgbClr val="FFFFFF"/>
                </a:solidFill>
                <a:latin typeface="Arial MT"/>
                <a:cs typeface="Arial MT"/>
              </a:rPr>
              <a:t> </a:t>
            </a:r>
            <a:r>
              <a:rPr sz="1800" spc="-10" dirty="0">
                <a:solidFill>
                  <a:srgbClr val="FFFFFF"/>
                </a:solidFill>
                <a:latin typeface="Arial MT"/>
                <a:cs typeface="Arial MT"/>
              </a:rPr>
              <a:t>berhubungan</a:t>
            </a:r>
            <a:endParaRPr sz="1800" dirty="0">
              <a:latin typeface="Arial MT"/>
              <a:cs typeface="Arial MT"/>
            </a:endParaRPr>
          </a:p>
          <a:p>
            <a:pPr algn="ctr">
              <a:lnSpc>
                <a:spcPts val="2050"/>
              </a:lnSpc>
            </a:pPr>
            <a:r>
              <a:rPr sz="1800" spc="-10" dirty="0">
                <a:solidFill>
                  <a:srgbClr val="FFFFFF"/>
                </a:solidFill>
                <a:latin typeface="Arial MT"/>
                <a:cs typeface="Arial MT"/>
              </a:rPr>
              <a:t>dengan</a:t>
            </a:r>
            <a:r>
              <a:rPr sz="1800" spc="-80" dirty="0">
                <a:solidFill>
                  <a:srgbClr val="FFFFFF"/>
                </a:solidFill>
                <a:latin typeface="Arial MT"/>
                <a:cs typeface="Arial MT"/>
              </a:rPr>
              <a:t> </a:t>
            </a:r>
            <a:r>
              <a:rPr sz="1800" spc="-25" dirty="0">
                <a:solidFill>
                  <a:srgbClr val="FFFFFF"/>
                </a:solidFill>
                <a:latin typeface="Arial MT"/>
                <a:cs typeface="Arial MT"/>
              </a:rPr>
              <a:t>AI</a:t>
            </a:r>
            <a:endParaRPr sz="1800" dirty="0">
              <a:latin typeface="Arial MT"/>
              <a:cs typeface="Arial MT"/>
            </a:endParaRPr>
          </a:p>
        </p:txBody>
      </p:sp>
      <p:grpSp>
        <p:nvGrpSpPr>
          <p:cNvPr id="10" name="object 10"/>
          <p:cNvGrpSpPr/>
          <p:nvPr/>
        </p:nvGrpSpPr>
        <p:grpSpPr>
          <a:xfrm>
            <a:off x="3575303" y="1882139"/>
            <a:ext cx="6006465" cy="840105"/>
            <a:chOff x="3575303" y="1882139"/>
            <a:chExt cx="6006465" cy="840105"/>
          </a:xfrm>
        </p:grpSpPr>
        <p:pic>
          <p:nvPicPr>
            <p:cNvPr id="11" name="object 11"/>
            <p:cNvPicPr/>
            <p:nvPr/>
          </p:nvPicPr>
          <p:blipFill>
            <a:blip r:embed="rId6" cstate="print"/>
            <a:stretch>
              <a:fillRect/>
            </a:stretch>
          </p:blipFill>
          <p:spPr>
            <a:xfrm>
              <a:off x="3575303" y="1970531"/>
              <a:ext cx="6006084" cy="594360"/>
            </a:xfrm>
            <a:prstGeom prst="rect">
              <a:avLst/>
            </a:prstGeom>
          </p:spPr>
        </p:pic>
        <p:pic>
          <p:nvPicPr>
            <p:cNvPr id="12" name="object 12"/>
            <p:cNvPicPr/>
            <p:nvPr/>
          </p:nvPicPr>
          <p:blipFill>
            <a:blip r:embed="rId7" cstate="print"/>
            <a:stretch>
              <a:fillRect/>
            </a:stretch>
          </p:blipFill>
          <p:spPr>
            <a:xfrm>
              <a:off x="3887723" y="1882139"/>
              <a:ext cx="5382768" cy="839724"/>
            </a:xfrm>
            <a:prstGeom prst="rect">
              <a:avLst/>
            </a:prstGeom>
          </p:spPr>
        </p:pic>
      </p:grpSp>
      <p:sp>
        <p:nvSpPr>
          <p:cNvPr id="13" name="object 13"/>
          <p:cNvSpPr txBox="1"/>
          <p:nvPr/>
        </p:nvSpPr>
        <p:spPr>
          <a:xfrm>
            <a:off x="3617976" y="1993392"/>
            <a:ext cx="5920740" cy="525785"/>
          </a:xfrm>
          <a:prstGeom prst="rect">
            <a:avLst/>
          </a:prstGeom>
          <a:solidFill>
            <a:srgbClr val="DF8F00"/>
          </a:solidFill>
        </p:spPr>
        <p:txBody>
          <a:bodyPr vert="horz" wrap="square" lIns="0" tIns="0" rIns="0" bIns="0" rtlCol="0">
            <a:spAutoFit/>
          </a:bodyPr>
          <a:lstStyle/>
          <a:p>
            <a:pPr marL="2540" algn="ctr">
              <a:lnSpc>
                <a:spcPts val="1960"/>
              </a:lnSpc>
            </a:pPr>
            <a:r>
              <a:rPr b="1" dirty="0">
                <a:solidFill>
                  <a:schemeClr val="tx1"/>
                </a:solidFill>
                <a:latin typeface="Arial MT"/>
                <a:cs typeface="Arial MT"/>
              </a:rPr>
              <a:t>Eksplorasi</a:t>
            </a:r>
            <a:r>
              <a:rPr b="1" spc="-75" dirty="0">
                <a:solidFill>
                  <a:schemeClr val="tx1"/>
                </a:solidFill>
                <a:latin typeface="Arial MT"/>
                <a:cs typeface="Arial MT"/>
              </a:rPr>
              <a:t> </a:t>
            </a:r>
            <a:r>
              <a:rPr b="1" spc="-25" dirty="0">
                <a:solidFill>
                  <a:schemeClr val="tx1"/>
                </a:solidFill>
                <a:latin typeface="Arial MT"/>
                <a:cs typeface="Arial MT"/>
              </a:rPr>
              <a:t>Tools,</a:t>
            </a:r>
            <a:r>
              <a:rPr b="1" spc="-55" dirty="0">
                <a:solidFill>
                  <a:schemeClr val="tx1"/>
                </a:solidFill>
                <a:latin typeface="Arial MT"/>
                <a:cs typeface="Arial MT"/>
              </a:rPr>
              <a:t> </a:t>
            </a:r>
            <a:r>
              <a:rPr b="1" dirty="0">
                <a:solidFill>
                  <a:schemeClr val="tx1"/>
                </a:solidFill>
                <a:latin typeface="Arial MT"/>
                <a:cs typeface="Arial MT"/>
              </a:rPr>
              <a:t>Bhs</a:t>
            </a:r>
            <a:r>
              <a:rPr b="1" spc="-45" dirty="0">
                <a:solidFill>
                  <a:schemeClr val="tx1"/>
                </a:solidFill>
                <a:latin typeface="Arial MT"/>
                <a:cs typeface="Arial MT"/>
              </a:rPr>
              <a:t> </a:t>
            </a:r>
            <a:r>
              <a:rPr b="1" dirty="0">
                <a:solidFill>
                  <a:schemeClr val="tx1"/>
                </a:solidFill>
                <a:latin typeface="Arial MT"/>
                <a:cs typeface="Arial MT"/>
              </a:rPr>
              <a:t>Pemrograman</a:t>
            </a:r>
            <a:r>
              <a:rPr b="1" spc="-25" dirty="0">
                <a:solidFill>
                  <a:schemeClr val="tx1"/>
                </a:solidFill>
                <a:latin typeface="Arial MT"/>
                <a:cs typeface="Arial MT"/>
              </a:rPr>
              <a:t> </a:t>
            </a:r>
            <a:r>
              <a:rPr b="1" dirty="0">
                <a:solidFill>
                  <a:schemeClr val="tx1"/>
                </a:solidFill>
                <a:latin typeface="Arial MT"/>
                <a:cs typeface="Arial MT"/>
              </a:rPr>
              <a:t>atau</a:t>
            </a:r>
            <a:r>
              <a:rPr b="1" spc="-125" dirty="0">
                <a:solidFill>
                  <a:schemeClr val="tx1"/>
                </a:solidFill>
                <a:latin typeface="Arial MT"/>
                <a:cs typeface="Arial MT"/>
              </a:rPr>
              <a:t> </a:t>
            </a:r>
            <a:r>
              <a:rPr b="1" spc="-10" dirty="0">
                <a:solidFill>
                  <a:schemeClr val="tx1"/>
                </a:solidFill>
                <a:latin typeface="Arial MT"/>
                <a:cs typeface="Arial MT"/>
              </a:rPr>
              <a:t>Aplikasi</a:t>
            </a:r>
            <a:endParaRPr b="1" dirty="0">
              <a:solidFill>
                <a:schemeClr val="tx1"/>
              </a:solidFill>
              <a:latin typeface="Arial MT"/>
              <a:cs typeface="Arial MT"/>
            </a:endParaRPr>
          </a:p>
          <a:p>
            <a:pPr marL="635" algn="ctr">
              <a:lnSpc>
                <a:spcPts val="2050"/>
              </a:lnSpc>
            </a:pPr>
            <a:r>
              <a:rPr b="1" dirty="0">
                <a:solidFill>
                  <a:schemeClr val="tx1"/>
                </a:solidFill>
                <a:latin typeface="Arial MT"/>
                <a:cs typeface="Arial MT"/>
              </a:rPr>
              <a:t>dengan</a:t>
            </a:r>
            <a:r>
              <a:rPr b="1" spc="-25" dirty="0">
                <a:solidFill>
                  <a:schemeClr val="tx1"/>
                </a:solidFill>
                <a:latin typeface="Arial MT"/>
                <a:cs typeface="Arial MT"/>
              </a:rPr>
              <a:t> </a:t>
            </a:r>
            <a:r>
              <a:rPr b="1" dirty="0">
                <a:solidFill>
                  <a:schemeClr val="tx1"/>
                </a:solidFill>
                <a:latin typeface="Arial MT"/>
                <a:cs typeface="Arial MT"/>
              </a:rPr>
              <a:t>contoh</a:t>
            </a:r>
            <a:r>
              <a:rPr b="1" spc="-40" dirty="0">
                <a:solidFill>
                  <a:schemeClr val="tx1"/>
                </a:solidFill>
                <a:latin typeface="Arial MT"/>
                <a:cs typeface="Arial MT"/>
              </a:rPr>
              <a:t> </a:t>
            </a:r>
            <a:r>
              <a:rPr b="1" spc="-10" dirty="0">
                <a:solidFill>
                  <a:schemeClr val="tx1"/>
                </a:solidFill>
                <a:latin typeface="Arial MT"/>
                <a:cs typeface="Arial MT"/>
              </a:rPr>
              <a:t>penggunaannya</a:t>
            </a:r>
            <a:endParaRPr b="1" dirty="0">
              <a:solidFill>
                <a:schemeClr val="tx1"/>
              </a:solidFill>
              <a:latin typeface="Arial MT"/>
              <a:cs typeface="Arial MT"/>
            </a:endParaRPr>
          </a:p>
        </p:txBody>
      </p:sp>
      <p:grpSp>
        <p:nvGrpSpPr>
          <p:cNvPr id="14" name="object 14"/>
          <p:cNvGrpSpPr/>
          <p:nvPr/>
        </p:nvGrpSpPr>
        <p:grpSpPr>
          <a:xfrm>
            <a:off x="3575303" y="3364991"/>
            <a:ext cx="6006465" cy="617220"/>
            <a:chOff x="3575303" y="3364991"/>
            <a:chExt cx="6006465" cy="617220"/>
          </a:xfrm>
        </p:grpSpPr>
        <p:pic>
          <p:nvPicPr>
            <p:cNvPr id="15" name="object 15"/>
            <p:cNvPicPr/>
            <p:nvPr/>
          </p:nvPicPr>
          <p:blipFill>
            <a:blip r:embed="rId8" cstate="print"/>
            <a:stretch>
              <a:fillRect/>
            </a:stretch>
          </p:blipFill>
          <p:spPr>
            <a:xfrm>
              <a:off x="3575303" y="3364991"/>
              <a:ext cx="6006084" cy="601979"/>
            </a:xfrm>
            <a:prstGeom prst="rect">
              <a:avLst/>
            </a:prstGeom>
          </p:spPr>
        </p:pic>
        <p:pic>
          <p:nvPicPr>
            <p:cNvPr id="16" name="object 16"/>
            <p:cNvPicPr/>
            <p:nvPr/>
          </p:nvPicPr>
          <p:blipFill>
            <a:blip r:embed="rId9" cstate="print"/>
            <a:stretch>
              <a:fillRect/>
            </a:stretch>
          </p:blipFill>
          <p:spPr>
            <a:xfrm>
              <a:off x="4049267" y="3416807"/>
              <a:ext cx="5122164" cy="565403"/>
            </a:xfrm>
            <a:prstGeom prst="rect">
              <a:avLst/>
            </a:prstGeom>
          </p:spPr>
        </p:pic>
      </p:grpSp>
      <p:sp>
        <p:nvSpPr>
          <p:cNvPr id="17" name="object 17"/>
          <p:cNvSpPr txBox="1"/>
          <p:nvPr/>
        </p:nvSpPr>
        <p:spPr>
          <a:xfrm>
            <a:off x="3617976" y="3387852"/>
            <a:ext cx="5920740" cy="516890"/>
          </a:xfrm>
          <a:prstGeom prst="rect">
            <a:avLst/>
          </a:prstGeom>
          <a:solidFill>
            <a:srgbClr val="DF8F00"/>
          </a:solidFill>
        </p:spPr>
        <p:txBody>
          <a:bodyPr vert="horz" wrap="square" lIns="0" tIns="115570" rIns="0" bIns="0" rtlCol="0">
            <a:spAutoFit/>
          </a:bodyPr>
          <a:lstStyle/>
          <a:p>
            <a:pPr marL="610870">
              <a:lnSpc>
                <a:spcPct val="100000"/>
              </a:lnSpc>
              <a:spcBef>
                <a:spcPts val="910"/>
              </a:spcBef>
            </a:pPr>
            <a:r>
              <a:rPr sz="1800" spc="-10" dirty="0">
                <a:solidFill>
                  <a:srgbClr val="FFFFFF"/>
                </a:solidFill>
                <a:latin typeface="Arial MT"/>
                <a:cs typeface="Arial MT"/>
              </a:rPr>
              <a:t>Implementasi</a:t>
            </a:r>
            <a:r>
              <a:rPr sz="1800" spc="-110" dirty="0">
                <a:solidFill>
                  <a:srgbClr val="FFFFFF"/>
                </a:solidFill>
                <a:latin typeface="Arial MT"/>
                <a:cs typeface="Arial MT"/>
              </a:rPr>
              <a:t> </a:t>
            </a:r>
            <a:r>
              <a:rPr sz="1800" spc="-10" dirty="0">
                <a:solidFill>
                  <a:srgbClr val="FFFFFF"/>
                </a:solidFill>
                <a:latin typeface="Arial MT"/>
                <a:cs typeface="Arial MT"/>
              </a:rPr>
              <a:t>Aplikasi</a:t>
            </a:r>
            <a:r>
              <a:rPr sz="1800" spc="-100" dirty="0">
                <a:solidFill>
                  <a:srgbClr val="FFFFFF"/>
                </a:solidFill>
                <a:latin typeface="Arial MT"/>
                <a:cs typeface="Arial MT"/>
              </a:rPr>
              <a:t> </a:t>
            </a:r>
            <a:r>
              <a:rPr sz="1800" dirty="0">
                <a:solidFill>
                  <a:srgbClr val="FFFFFF"/>
                </a:solidFill>
                <a:latin typeface="Arial MT"/>
                <a:cs typeface="Arial MT"/>
              </a:rPr>
              <a:t>Artificial</a:t>
            </a:r>
            <a:r>
              <a:rPr sz="1800" spc="-5" dirty="0">
                <a:solidFill>
                  <a:srgbClr val="FFFFFF"/>
                </a:solidFill>
                <a:latin typeface="Arial MT"/>
                <a:cs typeface="Arial MT"/>
              </a:rPr>
              <a:t> </a:t>
            </a:r>
            <a:r>
              <a:rPr sz="1800" dirty="0">
                <a:solidFill>
                  <a:srgbClr val="FFFFFF"/>
                </a:solidFill>
                <a:latin typeface="Arial MT"/>
                <a:cs typeface="Arial MT"/>
              </a:rPr>
              <a:t>Intelligence</a:t>
            </a:r>
            <a:r>
              <a:rPr sz="1800" spc="5" dirty="0">
                <a:solidFill>
                  <a:srgbClr val="FFFFFF"/>
                </a:solidFill>
                <a:latin typeface="Arial MT"/>
                <a:cs typeface="Arial MT"/>
              </a:rPr>
              <a:t> </a:t>
            </a:r>
            <a:r>
              <a:rPr sz="1800" spc="-20" dirty="0">
                <a:solidFill>
                  <a:srgbClr val="FFFFFF"/>
                </a:solidFill>
                <a:latin typeface="Arial MT"/>
                <a:cs typeface="Arial MT"/>
              </a:rPr>
              <a:t>(AI)</a:t>
            </a:r>
            <a:endParaRPr sz="1800">
              <a:latin typeface="Arial MT"/>
              <a:cs typeface="Arial MT"/>
            </a:endParaRPr>
          </a:p>
        </p:txBody>
      </p:sp>
      <p:sp>
        <p:nvSpPr>
          <p:cNvPr id="18" name="object 18"/>
          <p:cNvSpPr txBox="1"/>
          <p:nvPr/>
        </p:nvSpPr>
        <p:spPr>
          <a:xfrm>
            <a:off x="3617976" y="4133088"/>
            <a:ext cx="5920740" cy="508000"/>
          </a:xfrm>
          <a:prstGeom prst="rect">
            <a:avLst/>
          </a:prstGeom>
          <a:solidFill>
            <a:srgbClr val="DF8F00"/>
          </a:solidFill>
        </p:spPr>
        <p:txBody>
          <a:bodyPr vert="horz" wrap="square" lIns="0" tIns="110489" rIns="0" bIns="0" rtlCol="0">
            <a:spAutoFit/>
          </a:bodyPr>
          <a:lstStyle/>
          <a:p>
            <a:pPr marL="650240">
              <a:lnSpc>
                <a:spcPct val="100000"/>
              </a:lnSpc>
              <a:spcBef>
                <a:spcPts val="869"/>
              </a:spcBef>
            </a:pPr>
            <a:r>
              <a:rPr sz="1800" dirty="0">
                <a:solidFill>
                  <a:srgbClr val="FFFFFF"/>
                </a:solidFill>
                <a:latin typeface="Arial MT"/>
                <a:cs typeface="Arial MT"/>
              </a:rPr>
              <a:t>Desain,</a:t>
            </a:r>
            <a:r>
              <a:rPr sz="1800" spc="-35" dirty="0">
                <a:solidFill>
                  <a:srgbClr val="FFFFFF"/>
                </a:solidFill>
                <a:latin typeface="Arial MT"/>
                <a:cs typeface="Arial MT"/>
              </a:rPr>
              <a:t> </a:t>
            </a:r>
            <a:r>
              <a:rPr sz="1800" dirty="0">
                <a:solidFill>
                  <a:srgbClr val="FFFFFF"/>
                </a:solidFill>
                <a:latin typeface="Arial MT"/>
                <a:cs typeface="Arial MT"/>
              </a:rPr>
              <a:t>Konfigurasi</a:t>
            </a:r>
            <a:r>
              <a:rPr sz="1800" spc="-35" dirty="0">
                <a:solidFill>
                  <a:srgbClr val="FFFFFF"/>
                </a:solidFill>
                <a:latin typeface="Arial MT"/>
                <a:cs typeface="Arial MT"/>
              </a:rPr>
              <a:t> </a:t>
            </a:r>
            <a:r>
              <a:rPr sz="1800" dirty="0">
                <a:solidFill>
                  <a:srgbClr val="FFFFFF"/>
                </a:solidFill>
                <a:latin typeface="Arial MT"/>
                <a:cs typeface="Arial MT"/>
              </a:rPr>
              <a:t>dan</a:t>
            </a:r>
            <a:r>
              <a:rPr sz="1800" spc="-50" dirty="0">
                <a:solidFill>
                  <a:srgbClr val="FFFFFF"/>
                </a:solidFill>
                <a:latin typeface="Arial MT"/>
                <a:cs typeface="Arial MT"/>
              </a:rPr>
              <a:t> </a:t>
            </a:r>
            <a:r>
              <a:rPr sz="1800" dirty="0">
                <a:solidFill>
                  <a:srgbClr val="FFFFFF"/>
                </a:solidFill>
                <a:latin typeface="Arial MT"/>
                <a:cs typeface="Arial MT"/>
              </a:rPr>
              <a:t>Manajemen</a:t>
            </a:r>
            <a:r>
              <a:rPr sz="1800" spc="-25" dirty="0">
                <a:solidFill>
                  <a:srgbClr val="FFFFFF"/>
                </a:solidFill>
                <a:latin typeface="Arial MT"/>
                <a:cs typeface="Arial MT"/>
              </a:rPr>
              <a:t> </a:t>
            </a:r>
            <a:r>
              <a:rPr sz="1800" spc="-10" dirty="0">
                <a:solidFill>
                  <a:srgbClr val="FFFFFF"/>
                </a:solidFill>
                <a:latin typeface="Arial MT"/>
                <a:cs typeface="Arial MT"/>
              </a:rPr>
              <a:t>Jaringan</a:t>
            </a:r>
            <a:endParaRPr sz="1800">
              <a:latin typeface="Arial MT"/>
              <a:cs typeface="Arial MT"/>
            </a:endParaRPr>
          </a:p>
        </p:txBody>
      </p:sp>
      <p:grpSp>
        <p:nvGrpSpPr>
          <p:cNvPr id="19" name="object 19"/>
          <p:cNvGrpSpPr/>
          <p:nvPr/>
        </p:nvGrpSpPr>
        <p:grpSpPr>
          <a:xfrm>
            <a:off x="3575303" y="4703064"/>
            <a:ext cx="6006465" cy="840105"/>
            <a:chOff x="3575303" y="4703064"/>
            <a:chExt cx="6006465" cy="840105"/>
          </a:xfrm>
        </p:grpSpPr>
        <p:pic>
          <p:nvPicPr>
            <p:cNvPr id="20" name="object 20"/>
            <p:cNvPicPr/>
            <p:nvPr/>
          </p:nvPicPr>
          <p:blipFill>
            <a:blip r:embed="rId6" cstate="print"/>
            <a:stretch>
              <a:fillRect/>
            </a:stretch>
          </p:blipFill>
          <p:spPr>
            <a:xfrm>
              <a:off x="3575303" y="4791456"/>
              <a:ext cx="6006084" cy="594360"/>
            </a:xfrm>
            <a:prstGeom prst="rect">
              <a:avLst/>
            </a:prstGeom>
          </p:spPr>
        </p:pic>
        <p:pic>
          <p:nvPicPr>
            <p:cNvPr id="21" name="object 21"/>
            <p:cNvPicPr/>
            <p:nvPr/>
          </p:nvPicPr>
          <p:blipFill>
            <a:blip r:embed="rId10" cstate="print"/>
            <a:stretch>
              <a:fillRect/>
            </a:stretch>
          </p:blipFill>
          <p:spPr>
            <a:xfrm>
              <a:off x="3869435" y="4703064"/>
              <a:ext cx="5419344" cy="839724"/>
            </a:xfrm>
            <a:prstGeom prst="rect">
              <a:avLst/>
            </a:prstGeom>
          </p:spPr>
        </p:pic>
      </p:grpSp>
      <p:sp>
        <p:nvSpPr>
          <p:cNvPr id="22" name="object 22"/>
          <p:cNvSpPr txBox="1"/>
          <p:nvPr/>
        </p:nvSpPr>
        <p:spPr>
          <a:xfrm>
            <a:off x="3617976" y="4814315"/>
            <a:ext cx="5920740" cy="509270"/>
          </a:xfrm>
          <a:prstGeom prst="rect">
            <a:avLst/>
          </a:prstGeom>
          <a:solidFill>
            <a:srgbClr val="DF8F00"/>
          </a:solidFill>
        </p:spPr>
        <p:txBody>
          <a:bodyPr vert="horz" wrap="square" lIns="0" tIns="0" rIns="0" bIns="0" rtlCol="0">
            <a:spAutoFit/>
          </a:bodyPr>
          <a:lstStyle/>
          <a:p>
            <a:pPr marL="2540" algn="ctr">
              <a:lnSpc>
                <a:spcPts val="1964"/>
              </a:lnSpc>
            </a:pPr>
            <a:r>
              <a:rPr sz="1800" dirty="0">
                <a:solidFill>
                  <a:srgbClr val="FFFFFF"/>
                </a:solidFill>
                <a:latin typeface="Arial MT"/>
                <a:cs typeface="Arial MT"/>
              </a:rPr>
              <a:t>Implementasi</a:t>
            </a:r>
            <a:r>
              <a:rPr sz="1800" spc="-50" dirty="0">
                <a:solidFill>
                  <a:srgbClr val="FFFFFF"/>
                </a:solidFill>
                <a:latin typeface="Arial MT"/>
                <a:cs typeface="Arial MT"/>
              </a:rPr>
              <a:t> </a:t>
            </a:r>
            <a:r>
              <a:rPr sz="1800" dirty="0">
                <a:solidFill>
                  <a:srgbClr val="FFFFFF"/>
                </a:solidFill>
                <a:latin typeface="Arial MT"/>
                <a:cs typeface="Arial MT"/>
              </a:rPr>
              <a:t>Data</a:t>
            </a:r>
            <a:r>
              <a:rPr sz="1800" spc="-45" dirty="0">
                <a:solidFill>
                  <a:srgbClr val="FFFFFF"/>
                </a:solidFill>
                <a:latin typeface="Arial MT"/>
                <a:cs typeface="Arial MT"/>
              </a:rPr>
              <a:t> </a:t>
            </a:r>
            <a:r>
              <a:rPr sz="1800" dirty="0">
                <a:solidFill>
                  <a:srgbClr val="FFFFFF"/>
                </a:solidFill>
                <a:latin typeface="Arial MT"/>
                <a:cs typeface="Arial MT"/>
              </a:rPr>
              <a:t>Visualisasi</a:t>
            </a:r>
            <a:r>
              <a:rPr sz="1800" spc="-40" dirty="0">
                <a:solidFill>
                  <a:srgbClr val="FFFFFF"/>
                </a:solidFill>
                <a:latin typeface="Arial MT"/>
                <a:cs typeface="Arial MT"/>
              </a:rPr>
              <a:t> </a:t>
            </a:r>
            <a:r>
              <a:rPr sz="1800" dirty="0">
                <a:solidFill>
                  <a:srgbClr val="FFFFFF"/>
                </a:solidFill>
                <a:latin typeface="Arial MT"/>
                <a:cs typeface="Arial MT"/>
              </a:rPr>
              <a:t>sebagai</a:t>
            </a:r>
            <a:r>
              <a:rPr sz="1800" spc="-45" dirty="0">
                <a:solidFill>
                  <a:srgbClr val="FFFFFF"/>
                </a:solidFill>
                <a:latin typeface="Arial MT"/>
                <a:cs typeface="Arial MT"/>
              </a:rPr>
              <a:t> </a:t>
            </a:r>
            <a:r>
              <a:rPr sz="1800" spc="-10" dirty="0">
                <a:solidFill>
                  <a:srgbClr val="FFFFFF"/>
                </a:solidFill>
                <a:latin typeface="Arial MT"/>
                <a:cs typeface="Arial MT"/>
              </a:rPr>
              <a:t>Penunjang</a:t>
            </a:r>
            <a:endParaRPr sz="1800">
              <a:latin typeface="Arial MT"/>
              <a:cs typeface="Arial MT"/>
            </a:endParaRPr>
          </a:p>
          <a:p>
            <a:pPr marL="2540" algn="ctr">
              <a:lnSpc>
                <a:spcPts val="2045"/>
              </a:lnSpc>
            </a:pPr>
            <a:r>
              <a:rPr sz="1800" dirty="0">
                <a:solidFill>
                  <a:srgbClr val="FFFFFF"/>
                </a:solidFill>
                <a:latin typeface="Arial MT"/>
                <a:cs typeface="Arial MT"/>
              </a:rPr>
              <a:t>Pegambilan</a:t>
            </a:r>
            <a:r>
              <a:rPr sz="1800" spc="-45" dirty="0">
                <a:solidFill>
                  <a:srgbClr val="FFFFFF"/>
                </a:solidFill>
                <a:latin typeface="Arial MT"/>
                <a:cs typeface="Arial MT"/>
              </a:rPr>
              <a:t> </a:t>
            </a:r>
            <a:r>
              <a:rPr sz="1800" spc="-10" dirty="0">
                <a:solidFill>
                  <a:srgbClr val="FFFFFF"/>
                </a:solidFill>
                <a:latin typeface="Arial MT"/>
                <a:cs typeface="Arial MT"/>
              </a:rPr>
              <a:t>Keputusan</a:t>
            </a:r>
            <a:endParaRPr sz="1800">
              <a:latin typeface="Arial MT"/>
              <a:cs typeface="Arial MT"/>
            </a:endParaRPr>
          </a:p>
        </p:txBody>
      </p:sp>
      <p:grpSp>
        <p:nvGrpSpPr>
          <p:cNvPr id="23" name="object 23"/>
          <p:cNvGrpSpPr/>
          <p:nvPr/>
        </p:nvGrpSpPr>
        <p:grpSpPr>
          <a:xfrm>
            <a:off x="3575303" y="6170674"/>
            <a:ext cx="6006465" cy="614680"/>
            <a:chOff x="3575303" y="6170674"/>
            <a:chExt cx="6006465" cy="614680"/>
          </a:xfrm>
        </p:grpSpPr>
        <p:pic>
          <p:nvPicPr>
            <p:cNvPr id="24" name="object 24"/>
            <p:cNvPicPr/>
            <p:nvPr/>
          </p:nvPicPr>
          <p:blipFill>
            <a:blip r:embed="rId2" cstate="print"/>
            <a:stretch>
              <a:fillRect/>
            </a:stretch>
          </p:blipFill>
          <p:spPr>
            <a:xfrm>
              <a:off x="3575303" y="6170674"/>
              <a:ext cx="6006084" cy="592836"/>
            </a:xfrm>
            <a:prstGeom prst="rect">
              <a:avLst/>
            </a:prstGeom>
          </p:spPr>
        </p:pic>
        <p:pic>
          <p:nvPicPr>
            <p:cNvPr id="25" name="object 25"/>
            <p:cNvPicPr/>
            <p:nvPr/>
          </p:nvPicPr>
          <p:blipFill>
            <a:blip r:embed="rId11" cstate="print"/>
            <a:stretch>
              <a:fillRect/>
            </a:stretch>
          </p:blipFill>
          <p:spPr>
            <a:xfrm>
              <a:off x="4663439" y="6219442"/>
              <a:ext cx="3829812" cy="565404"/>
            </a:xfrm>
            <a:prstGeom prst="rect">
              <a:avLst/>
            </a:prstGeom>
          </p:spPr>
        </p:pic>
        <p:sp>
          <p:nvSpPr>
            <p:cNvPr id="26" name="object 26"/>
            <p:cNvSpPr/>
            <p:nvPr/>
          </p:nvSpPr>
          <p:spPr>
            <a:xfrm>
              <a:off x="3617975" y="6193536"/>
              <a:ext cx="5920740" cy="508000"/>
            </a:xfrm>
            <a:custGeom>
              <a:avLst/>
              <a:gdLst/>
              <a:ahLst/>
              <a:cxnLst/>
              <a:rect l="l" t="t" r="r" b="b"/>
              <a:pathLst>
                <a:path w="5920740" h="508000">
                  <a:moveTo>
                    <a:pt x="5920739" y="0"/>
                  </a:moveTo>
                  <a:lnTo>
                    <a:pt x="0" y="0"/>
                  </a:lnTo>
                  <a:lnTo>
                    <a:pt x="0" y="507491"/>
                  </a:lnTo>
                  <a:lnTo>
                    <a:pt x="5920739" y="507491"/>
                  </a:lnTo>
                  <a:lnTo>
                    <a:pt x="5920739" y="0"/>
                  </a:lnTo>
                  <a:close/>
                </a:path>
              </a:pathLst>
            </a:custGeom>
            <a:solidFill>
              <a:srgbClr val="DF8F00"/>
            </a:solidFill>
          </p:spPr>
          <p:txBody>
            <a:bodyPr wrap="square" lIns="0" tIns="0" rIns="0" bIns="0" rtlCol="0"/>
            <a:lstStyle/>
            <a:p>
              <a:endParaRPr/>
            </a:p>
          </p:txBody>
        </p:sp>
      </p:grpSp>
      <p:sp>
        <p:nvSpPr>
          <p:cNvPr id="27" name="object 27"/>
          <p:cNvSpPr txBox="1"/>
          <p:nvPr/>
        </p:nvSpPr>
        <p:spPr>
          <a:xfrm>
            <a:off x="4830826" y="6292697"/>
            <a:ext cx="349504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Arial MT"/>
                <a:cs typeface="Arial MT"/>
              </a:rPr>
              <a:t>Multimedia</a:t>
            </a:r>
            <a:r>
              <a:rPr sz="1800" spc="-30" dirty="0">
                <a:solidFill>
                  <a:srgbClr val="FFFFFF"/>
                </a:solidFill>
                <a:latin typeface="Arial MT"/>
                <a:cs typeface="Arial MT"/>
              </a:rPr>
              <a:t> </a:t>
            </a:r>
            <a:r>
              <a:rPr sz="1800" dirty="0">
                <a:solidFill>
                  <a:srgbClr val="FFFFFF"/>
                </a:solidFill>
                <a:latin typeface="Arial MT"/>
                <a:cs typeface="Arial MT"/>
              </a:rPr>
              <a:t>(Game/</a:t>
            </a:r>
            <a:r>
              <a:rPr sz="1800" spc="-55" dirty="0">
                <a:solidFill>
                  <a:srgbClr val="FFFFFF"/>
                </a:solidFill>
                <a:latin typeface="Arial MT"/>
                <a:cs typeface="Arial MT"/>
              </a:rPr>
              <a:t> </a:t>
            </a:r>
            <a:r>
              <a:rPr sz="1800" dirty="0">
                <a:solidFill>
                  <a:srgbClr val="FFFFFF"/>
                </a:solidFill>
                <a:latin typeface="Arial MT"/>
                <a:cs typeface="Arial MT"/>
              </a:rPr>
              <a:t>Virtual</a:t>
            </a:r>
            <a:r>
              <a:rPr sz="1800" spc="-30" dirty="0">
                <a:solidFill>
                  <a:srgbClr val="FFFFFF"/>
                </a:solidFill>
                <a:latin typeface="Arial MT"/>
                <a:cs typeface="Arial MT"/>
              </a:rPr>
              <a:t> </a:t>
            </a:r>
            <a:r>
              <a:rPr sz="1800" spc="-10" dirty="0">
                <a:solidFill>
                  <a:srgbClr val="FFFFFF"/>
                </a:solidFill>
                <a:latin typeface="Arial MT"/>
                <a:cs typeface="Arial MT"/>
              </a:rPr>
              <a:t>Reality)</a:t>
            </a:r>
            <a:endParaRPr sz="1800">
              <a:latin typeface="Arial MT"/>
              <a:cs typeface="Arial MT"/>
            </a:endParaRPr>
          </a:p>
        </p:txBody>
      </p:sp>
      <p:grpSp>
        <p:nvGrpSpPr>
          <p:cNvPr id="28" name="object 28"/>
          <p:cNvGrpSpPr/>
          <p:nvPr/>
        </p:nvGrpSpPr>
        <p:grpSpPr>
          <a:xfrm>
            <a:off x="3575303" y="2676144"/>
            <a:ext cx="6006465" cy="614680"/>
            <a:chOff x="3575303" y="2676144"/>
            <a:chExt cx="6006465" cy="614680"/>
          </a:xfrm>
        </p:grpSpPr>
        <p:pic>
          <p:nvPicPr>
            <p:cNvPr id="29" name="object 29"/>
            <p:cNvPicPr/>
            <p:nvPr/>
          </p:nvPicPr>
          <p:blipFill>
            <a:blip r:embed="rId2" cstate="print"/>
            <a:stretch>
              <a:fillRect/>
            </a:stretch>
          </p:blipFill>
          <p:spPr>
            <a:xfrm>
              <a:off x="3575303" y="2676144"/>
              <a:ext cx="6006084" cy="592836"/>
            </a:xfrm>
            <a:prstGeom prst="rect">
              <a:avLst/>
            </a:prstGeom>
          </p:spPr>
        </p:pic>
        <p:pic>
          <p:nvPicPr>
            <p:cNvPr id="30" name="object 30"/>
            <p:cNvPicPr/>
            <p:nvPr/>
          </p:nvPicPr>
          <p:blipFill>
            <a:blip r:embed="rId12" cstate="print"/>
            <a:stretch>
              <a:fillRect/>
            </a:stretch>
          </p:blipFill>
          <p:spPr>
            <a:xfrm>
              <a:off x="4114799" y="2724912"/>
              <a:ext cx="4928615" cy="565403"/>
            </a:xfrm>
            <a:prstGeom prst="rect">
              <a:avLst/>
            </a:prstGeom>
          </p:spPr>
        </p:pic>
      </p:grpSp>
      <p:sp>
        <p:nvSpPr>
          <p:cNvPr id="31" name="object 31"/>
          <p:cNvSpPr txBox="1"/>
          <p:nvPr/>
        </p:nvSpPr>
        <p:spPr>
          <a:xfrm>
            <a:off x="3617976" y="2699004"/>
            <a:ext cx="5920740" cy="508000"/>
          </a:xfrm>
          <a:prstGeom prst="rect">
            <a:avLst/>
          </a:prstGeom>
          <a:solidFill>
            <a:srgbClr val="DF8F00"/>
          </a:solidFill>
        </p:spPr>
        <p:txBody>
          <a:bodyPr vert="horz" wrap="square" lIns="0" tIns="111125" rIns="0" bIns="0" rtlCol="0">
            <a:spAutoFit/>
          </a:bodyPr>
          <a:lstStyle/>
          <a:p>
            <a:pPr marL="676275">
              <a:lnSpc>
                <a:spcPct val="100000"/>
              </a:lnSpc>
              <a:spcBef>
                <a:spcPts val="875"/>
              </a:spcBef>
            </a:pPr>
            <a:r>
              <a:rPr sz="1800" dirty="0">
                <a:solidFill>
                  <a:srgbClr val="FFFFFF"/>
                </a:solidFill>
                <a:latin typeface="Arial MT"/>
                <a:cs typeface="Arial MT"/>
              </a:rPr>
              <a:t>Analisis</a:t>
            </a:r>
            <a:r>
              <a:rPr sz="1800" spc="-30" dirty="0">
                <a:solidFill>
                  <a:srgbClr val="FFFFFF"/>
                </a:solidFill>
                <a:latin typeface="Arial MT"/>
                <a:cs typeface="Arial MT"/>
              </a:rPr>
              <a:t> </a:t>
            </a:r>
            <a:r>
              <a:rPr sz="1800" dirty="0">
                <a:solidFill>
                  <a:srgbClr val="FFFFFF"/>
                </a:solidFill>
                <a:latin typeface="Arial MT"/>
                <a:cs typeface="Arial MT"/>
              </a:rPr>
              <a:t>Kinerja</a:t>
            </a:r>
            <a:r>
              <a:rPr sz="1800" spc="-5" dirty="0">
                <a:solidFill>
                  <a:srgbClr val="FFFFFF"/>
                </a:solidFill>
                <a:latin typeface="Arial MT"/>
                <a:cs typeface="Arial MT"/>
              </a:rPr>
              <a:t> </a:t>
            </a:r>
            <a:r>
              <a:rPr sz="1800" dirty="0">
                <a:solidFill>
                  <a:srgbClr val="FFFFFF"/>
                </a:solidFill>
                <a:latin typeface="Arial MT"/>
                <a:cs typeface="Arial MT"/>
              </a:rPr>
              <a:t>dan</a:t>
            </a:r>
            <a:r>
              <a:rPr sz="1800" spc="-30" dirty="0">
                <a:solidFill>
                  <a:srgbClr val="FFFFFF"/>
                </a:solidFill>
                <a:latin typeface="Arial MT"/>
                <a:cs typeface="Arial MT"/>
              </a:rPr>
              <a:t> </a:t>
            </a:r>
            <a:r>
              <a:rPr sz="1800" spc="-10" dirty="0">
                <a:solidFill>
                  <a:srgbClr val="FFFFFF"/>
                </a:solidFill>
                <a:latin typeface="Arial MT"/>
                <a:cs typeface="Arial MT"/>
              </a:rPr>
              <a:t>Optimasi</a:t>
            </a:r>
            <a:r>
              <a:rPr sz="1800" spc="-114" dirty="0">
                <a:solidFill>
                  <a:srgbClr val="FFFFFF"/>
                </a:solidFill>
                <a:latin typeface="Arial MT"/>
                <a:cs typeface="Arial MT"/>
              </a:rPr>
              <a:t> </a:t>
            </a:r>
            <a:r>
              <a:rPr sz="1800" spc="-10" dirty="0">
                <a:solidFill>
                  <a:srgbClr val="FFFFFF"/>
                </a:solidFill>
                <a:latin typeface="Arial MT"/>
                <a:cs typeface="Arial MT"/>
              </a:rPr>
              <a:t>Aplikasi/Sistem</a:t>
            </a:r>
            <a:endParaRPr sz="1800">
              <a:latin typeface="Arial MT"/>
              <a:cs typeface="Arial MT"/>
            </a:endParaRPr>
          </a:p>
        </p:txBody>
      </p:sp>
      <p:grpSp>
        <p:nvGrpSpPr>
          <p:cNvPr id="32" name="object 32"/>
          <p:cNvGrpSpPr/>
          <p:nvPr/>
        </p:nvGrpSpPr>
        <p:grpSpPr>
          <a:xfrm>
            <a:off x="3575303" y="5391911"/>
            <a:ext cx="6006465" cy="840105"/>
            <a:chOff x="3575303" y="5391911"/>
            <a:chExt cx="6006465" cy="840105"/>
          </a:xfrm>
        </p:grpSpPr>
        <p:pic>
          <p:nvPicPr>
            <p:cNvPr id="33" name="object 33"/>
            <p:cNvPicPr/>
            <p:nvPr/>
          </p:nvPicPr>
          <p:blipFill>
            <a:blip r:embed="rId2" cstate="print"/>
            <a:stretch>
              <a:fillRect/>
            </a:stretch>
          </p:blipFill>
          <p:spPr>
            <a:xfrm>
              <a:off x="3575303" y="5481827"/>
              <a:ext cx="6006084" cy="592836"/>
            </a:xfrm>
            <a:prstGeom prst="rect">
              <a:avLst/>
            </a:prstGeom>
          </p:spPr>
        </p:pic>
        <p:pic>
          <p:nvPicPr>
            <p:cNvPr id="34" name="object 34"/>
            <p:cNvPicPr/>
            <p:nvPr/>
          </p:nvPicPr>
          <p:blipFill>
            <a:blip r:embed="rId13" cstate="print"/>
            <a:stretch>
              <a:fillRect/>
            </a:stretch>
          </p:blipFill>
          <p:spPr>
            <a:xfrm>
              <a:off x="3579875" y="5391911"/>
              <a:ext cx="5996939" cy="839724"/>
            </a:xfrm>
            <a:prstGeom prst="rect">
              <a:avLst/>
            </a:prstGeom>
          </p:spPr>
        </p:pic>
      </p:grpSp>
      <p:sp>
        <p:nvSpPr>
          <p:cNvPr id="35" name="object 35"/>
          <p:cNvSpPr txBox="1"/>
          <p:nvPr/>
        </p:nvSpPr>
        <p:spPr>
          <a:xfrm>
            <a:off x="3617976" y="5504688"/>
            <a:ext cx="5920740" cy="508000"/>
          </a:xfrm>
          <a:prstGeom prst="rect">
            <a:avLst/>
          </a:prstGeom>
          <a:solidFill>
            <a:srgbClr val="DF8F00"/>
          </a:solidFill>
        </p:spPr>
        <p:txBody>
          <a:bodyPr vert="horz" wrap="square" lIns="0" tIns="0" rIns="0" bIns="0" rtlCol="0">
            <a:spAutoFit/>
          </a:bodyPr>
          <a:lstStyle/>
          <a:p>
            <a:pPr marL="1270" algn="ctr">
              <a:lnSpc>
                <a:spcPts val="1955"/>
              </a:lnSpc>
            </a:pPr>
            <a:r>
              <a:rPr sz="1800" dirty="0">
                <a:solidFill>
                  <a:srgbClr val="FFFFFF"/>
                </a:solidFill>
                <a:latin typeface="Arial MT"/>
                <a:cs typeface="Arial MT"/>
              </a:rPr>
              <a:t>Implementasi</a:t>
            </a:r>
            <a:r>
              <a:rPr sz="1800" spc="-35" dirty="0">
                <a:solidFill>
                  <a:srgbClr val="FFFFFF"/>
                </a:solidFill>
                <a:latin typeface="Arial MT"/>
                <a:cs typeface="Arial MT"/>
              </a:rPr>
              <a:t> </a:t>
            </a:r>
            <a:r>
              <a:rPr sz="1800" dirty="0">
                <a:solidFill>
                  <a:srgbClr val="FFFFFF"/>
                </a:solidFill>
                <a:latin typeface="Arial MT"/>
                <a:cs typeface="Arial MT"/>
              </a:rPr>
              <a:t>dari</a:t>
            </a:r>
            <a:r>
              <a:rPr sz="1800" spc="-25" dirty="0">
                <a:solidFill>
                  <a:srgbClr val="FFFFFF"/>
                </a:solidFill>
                <a:latin typeface="Arial MT"/>
                <a:cs typeface="Arial MT"/>
              </a:rPr>
              <a:t> </a:t>
            </a:r>
            <a:r>
              <a:rPr sz="1800" dirty="0">
                <a:solidFill>
                  <a:srgbClr val="FFFFFF"/>
                </a:solidFill>
                <a:latin typeface="Arial MT"/>
                <a:cs typeface="Arial MT"/>
              </a:rPr>
              <a:t>sebuah</a:t>
            </a:r>
            <a:r>
              <a:rPr sz="1800" spc="-25" dirty="0">
                <a:solidFill>
                  <a:srgbClr val="FFFFFF"/>
                </a:solidFill>
                <a:latin typeface="Arial MT"/>
                <a:cs typeface="Arial MT"/>
              </a:rPr>
              <a:t> </a:t>
            </a:r>
            <a:r>
              <a:rPr sz="1800" dirty="0">
                <a:solidFill>
                  <a:srgbClr val="FFFFFF"/>
                </a:solidFill>
                <a:latin typeface="Arial MT"/>
                <a:cs typeface="Arial MT"/>
              </a:rPr>
              <a:t>konsep</a:t>
            </a:r>
            <a:r>
              <a:rPr sz="1800" spc="-30" dirty="0">
                <a:solidFill>
                  <a:srgbClr val="FFFFFF"/>
                </a:solidFill>
                <a:latin typeface="Arial MT"/>
                <a:cs typeface="Arial MT"/>
              </a:rPr>
              <a:t> </a:t>
            </a:r>
            <a:r>
              <a:rPr sz="1800" dirty="0">
                <a:solidFill>
                  <a:srgbClr val="FFFFFF"/>
                </a:solidFill>
                <a:latin typeface="Arial MT"/>
                <a:cs typeface="Arial MT"/>
              </a:rPr>
              <a:t>teori</a:t>
            </a:r>
            <a:r>
              <a:rPr sz="1800" spc="-20" dirty="0">
                <a:solidFill>
                  <a:srgbClr val="FFFFFF"/>
                </a:solidFill>
                <a:latin typeface="Arial MT"/>
                <a:cs typeface="Arial MT"/>
              </a:rPr>
              <a:t> </a:t>
            </a:r>
            <a:r>
              <a:rPr sz="1800" dirty="0">
                <a:solidFill>
                  <a:srgbClr val="FFFFFF"/>
                </a:solidFill>
                <a:latin typeface="Arial MT"/>
                <a:cs typeface="Arial MT"/>
              </a:rPr>
              <a:t>sistem</a:t>
            </a:r>
            <a:r>
              <a:rPr sz="1800" spc="-35" dirty="0">
                <a:solidFill>
                  <a:srgbClr val="FFFFFF"/>
                </a:solidFill>
                <a:latin typeface="Arial MT"/>
                <a:cs typeface="Arial MT"/>
              </a:rPr>
              <a:t> </a:t>
            </a:r>
            <a:r>
              <a:rPr sz="1800" spc="-10" dirty="0">
                <a:solidFill>
                  <a:srgbClr val="FFFFFF"/>
                </a:solidFill>
                <a:latin typeface="Arial MT"/>
                <a:cs typeface="Arial MT"/>
              </a:rPr>
              <a:t>informasi</a:t>
            </a:r>
            <a:endParaRPr sz="1800">
              <a:latin typeface="Arial MT"/>
              <a:cs typeface="Arial MT"/>
            </a:endParaRPr>
          </a:p>
          <a:p>
            <a:pPr marL="2540" algn="ctr">
              <a:lnSpc>
                <a:spcPts val="2039"/>
              </a:lnSpc>
            </a:pPr>
            <a:r>
              <a:rPr sz="1800" dirty="0">
                <a:solidFill>
                  <a:srgbClr val="FFFFFF"/>
                </a:solidFill>
                <a:latin typeface="Arial MT"/>
                <a:cs typeface="Arial MT"/>
              </a:rPr>
              <a:t>dalam</a:t>
            </a:r>
            <a:r>
              <a:rPr sz="1800" spc="-40" dirty="0">
                <a:solidFill>
                  <a:srgbClr val="FFFFFF"/>
                </a:solidFill>
                <a:latin typeface="Arial MT"/>
                <a:cs typeface="Arial MT"/>
              </a:rPr>
              <a:t> </a:t>
            </a:r>
            <a:r>
              <a:rPr sz="1800" dirty="0">
                <a:solidFill>
                  <a:srgbClr val="FFFFFF"/>
                </a:solidFill>
                <a:latin typeface="Arial MT"/>
                <a:cs typeface="Arial MT"/>
              </a:rPr>
              <a:t>rangka</a:t>
            </a:r>
            <a:r>
              <a:rPr sz="1800" spc="-40" dirty="0">
                <a:solidFill>
                  <a:srgbClr val="FFFFFF"/>
                </a:solidFill>
                <a:latin typeface="Arial MT"/>
                <a:cs typeface="Arial MT"/>
              </a:rPr>
              <a:t> </a:t>
            </a:r>
            <a:r>
              <a:rPr sz="1800" dirty="0">
                <a:solidFill>
                  <a:srgbClr val="FFFFFF"/>
                </a:solidFill>
                <a:latin typeface="Arial MT"/>
                <a:cs typeface="Arial MT"/>
              </a:rPr>
              <a:t>pemecahan</a:t>
            </a:r>
            <a:r>
              <a:rPr sz="1800" spc="-15" dirty="0">
                <a:solidFill>
                  <a:srgbClr val="FFFFFF"/>
                </a:solidFill>
                <a:latin typeface="Arial MT"/>
                <a:cs typeface="Arial MT"/>
              </a:rPr>
              <a:t> </a:t>
            </a:r>
            <a:r>
              <a:rPr sz="1800" spc="-10" dirty="0">
                <a:solidFill>
                  <a:srgbClr val="FFFFFF"/>
                </a:solidFill>
                <a:latin typeface="Arial MT"/>
                <a:cs typeface="Arial MT"/>
              </a:rPr>
              <a:t>masalah</a:t>
            </a:r>
            <a:endParaRPr sz="1800">
              <a:latin typeface="Arial MT"/>
              <a:cs typeface="Arial M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3226689" y="152527"/>
            <a:ext cx="5767070" cy="848360"/>
          </a:xfrm>
          <a:prstGeom prst="rect">
            <a:avLst/>
          </a:prstGeom>
        </p:spPr>
        <p:txBody>
          <a:bodyPr vert="horz" wrap="square" lIns="0" tIns="12700" rIns="0" bIns="0" rtlCol="0">
            <a:spAutoFit/>
          </a:bodyPr>
          <a:lstStyle/>
          <a:p>
            <a:pPr marL="12700">
              <a:lnSpc>
                <a:spcPct val="100000"/>
              </a:lnSpc>
              <a:spcBef>
                <a:spcPts val="100"/>
              </a:spcBef>
            </a:pPr>
            <a:r>
              <a:rPr sz="5400" dirty="0">
                <a:solidFill>
                  <a:schemeClr val="tx1"/>
                </a:solidFill>
                <a:latin typeface="Arial MT"/>
                <a:cs typeface="Arial MT"/>
              </a:rPr>
              <a:t>Kelompok</a:t>
            </a:r>
            <a:r>
              <a:rPr sz="5400" spc="-229" dirty="0">
                <a:solidFill>
                  <a:schemeClr val="tx1"/>
                </a:solidFill>
                <a:latin typeface="Arial MT"/>
                <a:cs typeface="Arial MT"/>
              </a:rPr>
              <a:t> </a:t>
            </a:r>
            <a:r>
              <a:rPr sz="5400" spc="-555" dirty="0">
                <a:solidFill>
                  <a:schemeClr val="tx1"/>
                </a:solidFill>
                <a:latin typeface="Arial MT"/>
                <a:cs typeface="Arial MT"/>
              </a:rPr>
              <a:t>T</a:t>
            </a:r>
            <a:r>
              <a:rPr sz="5400" spc="50" dirty="0">
                <a:solidFill>
                  <a:schemeClr val="tx1"/>
                </a:solidFill>
                <a:latin typeface="Arial MT"/>
                <a:cs typeface="Arial MT"/>
              </a:rPr>
              <a:t>em</a:t>
            </a:r>
            <a:r>
              <a:rPr sz="5400" spc="55" dirty="0">
                <a:solidFill>
                  <a:schemeClr val="tx1"/>
                </a:solidFill>
                <a:latin typeface="Arial MT"/>
                <a:cs typeface="Arial MT"/>
              </a:rPr>
              <a:t>a</a:t>
            </a:r>
            <a:r>
              <a:rPr sz="5400" spc="-130" dirty="0">
                <a:solidFill>
                  <a:schemeClr val="tx1"/>
                </a:solidFill>
                <a:latin typeface="Arial MT"/>
                <a:cs typeface="Arial MT"/>
              </a:rPr>
              <a:t> </a:t>
            </a:r>
            <a:r>
              <a:rPr sz="5400" spc="-25" dirty="0">
                <a:solidFill>
                  <a:schemeClr val="tx1"/>
                </a:solidFill>
                <a:latin typeface="Arial MT"/>
                <a:cs typeface="Arial MT"/>
              </a:rPr>
              <a:t>PI</a:t>
            </a:r>
            <a:endParaRPr sz="5400" dirty="0">
              <a:solidFill>
                <a:schemeClr val="tx1"/>
              </a:solidFill>
              <a:latin typeface="Arial MT"/>
              <a:cs typeface="Arial MT"/>
            </a:endParaRPr>
          </a:p>
        </p:txBody>
      </p:sp>
      <p:grpSp>
        <p:nvGrpSpPr>
          <p:cNvPr id="10" name="object 10"/>
          <p:cNvGrpSpPr/>
          <p:nvPr/>
        </p:nvGrpSpPr>
        <p:grpSpPr>
          <a:xfrm>
            <a:off x="2590800" y="1600200"/>
            <a:ext cx="6006465" cy="840105"/>
            <a:chOff x="3575303" y="1882139"/>
            <a:chExt cx="6006465" cy="840105"/>
          </a:xfrm>
        </p:grpSpPr>
        <p:pic>
          <p:nvPicPr>
            <p:cNvPr id="11" name="object 11"/>
            <p:cNvPicPr/>
            <p:nvPr/>
          </p:nvPicPr>
          <p:blipFill>
            <a:blip r:embed="rId2" cstate="print"/>
            <a:stretch>
              <a:fillRect/>
            </a:stretch>
          </p:blipFill>
          <p:spPr>
            <a:xfrm>
              <a:off x="3575303" y="1970531"/>
              <a:ext cx="6006084" cy="594360"/>
            </a:xfrm>
            <a:prstGeom prst="rect">
              <a:avLst/>
            </a:prstGeom>
          </p:spPr>
        </p:pic>
        <p:pic>
          <p:nvPicPr>
            <p:cNvPr id="12" name="object 12"/>
            <p:cNvPicPr/>
            <p:nvPr/>
          </p:nvPicPr>
          <p:blipFill>
            <a:blip r:embed="rId3" cstate="print"/>
            <a:stretch>
              <a:fillRect/>
            </a:stretch>
          </p:blipFill>
          <p:spPr>
            <a:xfrm>
              <a:off x="3887723" y="1882139"/>
              <a:ext cx="5382768" cy="839724"/>
            </a:xfrm>
            <a:prstGeom prst="rect">
              <a:avLst/>
            </a:prstGeom>
          </p:spPr>
        </p:pic>
      </p:grpSp>
      <p:sp>
        <p:nvSpPr>
          <p:cNvPr id="13" name="object 13"/>
          <p:cNvSpPr txBox="1"/>
          <p:nvPr/>
        </p:nvSpPr>
        <p:spPr>
          <a:xfrm>
            <a:off x="2633473" y="1711453"/>
            <a:ext cx="5920740" cy="525785"/>
          </a:xfrm>
          <a:prstGeom prst="rect">
            <a:avLst/>
          </a:prstGeom>
          <a:solidFill>
            <a:srgbClr val="DF8F00"/>
          </a:solidFill>
        </p:spPr>
        <p:txBody>
          <a:bodyPr vert="horz" wrap="square" lIns="0" tIns="0" rIns="0" bIns="0" rtlCol="0">
            <a:spAutoFit/>
          </a:bodyPr>
          <a:lstStyle/>
          <a:p>
            <a:pPr marL="2540" algn="ctr">
              <a:lnSpc>
                <a:spcPts val="1960"/>
              </a:lnSpc>
            </a:pPr>
            <a:r>
              <a:rPr b="1" dirty="0">
                <a:solidFill>
                  <a:schemeClr val="tx1"/>
                </a:solidFill>
                <a:latin typeface="Arial MT"/>
                <a:cs typeface="Arial MT"/>
              </a:rPr>
              <a:t>Eksplorasi</a:t>
            </a:r>
            <a:r>
              <a:rPr b="1" spc="-75" dirty="0">
                <a:solidFill>
                  <a:schemeClr val="tx1"/>
                </a:solidFill>
                <a:latin typeface="Arial MT"/>
                <a:cs typeface="Arial MT"/>
              </a:rPr>
              <a:t> </a:t>
            </a:r>
            <a:r>
              <a:rPr b="1" spc="-25" dirty="0">
                <a:solidFill>
                  <a:schemeClr val="tx1"/>
                </a:solidFill>
                <a:latin typeface="Arial MT"/>
                <a:cs typeface="Arial MT"/>
              </a:rPr>
              <a:t>Tools,</a:t>
            </a:r>
            <a:r>
              <a:rPr b="1" spc="-55" dirty="0">
                <a:solidFill>
                  <a:schemeClr val="tx1"/>
                </a:solidFill>
                <a:latin typeface="Arial MT"/>
                <a:cs typeface="Arial MT"/>
              </a:rPr>
              <a:t> </a:t>
            </a:r>
            <a:r>
              <a:rPr b="1" dirty="0">
                <a:solidFill>
                  <a:schemeClr val="tx1"/>
                </a:solidFill>
                <a:latin typeface="Arial MT"/>
                <a:cs typeface="Arial MT"/>
              </a:rPr>
              <a:t>Bhs</a:t>
            </a:r>
            <a:r>
              <a:rPr b="1" spc="-45" dirty="0">
                <a:solidFill>
                  <a:schemeClr val="tx1"/>
                </a:solidFill>
                <a:latin typeface="Arial MT"/>
                <a:cs typeface="Arial MT"/>
              </a:rPr>
              <a:t> </a:t>
            </a:r>
            <a:r>
              <a:rPr b="1" dirty="0">
                <a:solidFill>
                  <a:schemeClr val="tx1"/>
                </a:solidFill>
                <a:latin typeface="Arial MT"/>
                <a:cs typeface="Arial MT"/>
              </a:rPr>
              <a:t>Pemrograman</a:t>
            </a:r>
            <a:r>
              <a:rPr b="1" spc="-25" dirty="0">
                <a:solidFill>
                  <a:schemeClr val="tx1"/>
                </a:solidFill>
                <a:latin typeface="Arial MT"/>
                <a:cs typeface="Arial MT"/>
              </a:rPr>
              <a:t> </a:t>
            </a:r>
            <a:r>
              <a:rPr b="1" dirty="0">
                <a:solidFill>
                  <a:schemeClr val="tx1"/>
                </a:solidFill>
                <a:latin typeface="Arial MT"/>
                <a:cs typeface="Arial MT"/>
              </a:rPr>
              <a:t>atau</a:t>
            </a:r>
            <a:r>
              <a:rPr b="1" spc="-125" dirty="0">
                <a:solidFill>
                  <a:schemeClr val="tx1"/>
                </a:solidFill>
                <a:latin typeface="Arial MT"/>
                <a:cs typeface="Arial MT"/>
              </a:rPr>
              <a:t> </a:t>
            </a:r>
            <a:r>
              <a:rPr b="1" spc="-10" dirty="0">
                <a:solidFill>
                  <a:schemeClr val="tx1"/>
                </a:solidFill>
                <a:latin typeface="Arial MT"/>
                <a:cs typeface="Arial MT"/>
              </a:rPr>
              <a:t>Aplikasi</a:t>
            </a:r>
            <a:endParaRPr b="1" dirty="0">
              <a:solidFill>
                <a:schemeClr val="tx1"/>
              </a:solidFill>
              <a:latin typeface="Arial MT"/>
              <a:cs typeface="Arial MT"/>
            </a:endParaRPr>
          </a:p>
          <a:p>
            <a:pPr marL="635" algn="ctr">
              <a:lnSpc>
                <a:spcPts val="2050"/>
              </a:lnSpc>
            </a:pPr>
            <a:r>
              <a:rPr b="1" dirty="0">
                <a:solidFill>
                  <a:schemeClr val="tx1"/>
                </a:solidFill>
                <a:latin typeface="Arial MT"/>
                <a:cs typeface="Arial MT"/>
              </a:rPr>
              <a:t>dengan</a:t>
            </a:r>
            <a:r>
              <a:rPr b="1" spc="-25" dirty="0">
                <a:solidFill>
                  <a:schemeClr val="tx1"/>
                </a:solidFill>
                <a:latin typeface="Arial MT"/>
                <a:cs typeface="Arial MT"/>
              </a:rPr>
              <a:t> </a:t>
            </a:r>
            <a:r>
              <a:rPr b="1" dirty="0">
                <a:solidFill>
                  <a:schemeClr val="tx1"/>
                </a:solidFill>
                <a:latin typeface="Arial MT"/>
                <a:cs typeface="Arial MT"/>
              </a:rPr>
              <a:t>contoh</a:t>
            </a:r>
            <a:r>
              <a:rPr b="1" spc="-40" dirty="0">
                <a:solidFill>
                  <a:schemeClr val="tx1"/>
                </a:solidFill>
                <a:latin typeface="Arial MT"/>
                <a:cs typeface="Arial MT"/>
              </a:rPr>
              <a:t> </a:t>
            </a:r>
            <a:r>
              <a:rPr b="1" spc="-10" dirty="0">
                <a:solidFill>
                  <a:schemeClr val="tx1"/>
                </a:solidFill>
                <a:latin typeface="Arial MT"/>
                <a:cs typeface="Arial MT"/>
              </a:rPr>
              <a:t>penggunaannya</a:t>
            </a:r>
            <a:endParaRPr b="1" dirty="0">
              <a:solidFill>
                <a:schemeClr val="tx1"/>
              </a:solidFill>
              <a:latin typeface="Arial MT"/>
              <a:cs typeface="Arial MT"/>
            </a:endParaRPr>
          </a:p>
        </p:txBody>
      </p:sp>
      <p:sp>
        <p:nvSpPr>
          <p:cNvPr id="36" name="Rectangle 35">
            <a:extLst>
              <a:ext uri="{FF2B5EF4-FFF2-40B4-BE49-F238E27FC236}">
                <a16:creationId xmlns:a16="http://schemas.microsoft.com/office/drawing/2014/main" id="{6EDECBAC-1C74-4324-929E-B3AFDA1A62DD}"/>
              </a:ext>
            </a:extLst>
          </p:cNvPr>
          <p:cNvSpPr/>
          <p:nvPr/>
        </p:nvSpPr>
        <p:spPr>
          <a:xfrm>
            <a:off x="2438400" y="3094772"/>
            <a:ext cx="6705600" cy="923330"/>
          </a:xfrm>
          <a:prstGeom prst="rect">
            <a:avLst/>
          </a:prstGeom>
          <a:solidFill>
            <a:schemeClr val="accent2"/>
          </a:solidFill>
        </p:spPr>
        <p:txBody>
          <a:bodyPr wrap="square">
            <a:spAutoFit/>
          </a:bodyPr>
          <a:lstStyle/>
          <a:p>
            <a:pPr algn="just">
              <a:defRPr/>
            </a:pPr>
            <a:r>
              <a:rPr lang="en-US" b="1" dirty="0" err="1">
                <a:solidFill>
                  <a:schemeClr val="bg1"/>
                </a:solidFill>
              </a:rPr>
              <a:t>Eksplorasi</a:t>
            </a:r>
            <a:r>
              <a:rPr lang="en-US" b="1" dirty="0">
                <a:solidFill>
                  <a:schemeClr val="bg1"/>
                </a:solidFill>
              </a:rPr>
              <a:t>, </a:t>
            </a:r>
            <a:r>
              <a:rPr lang="en-US" b="1" dirty="0" err="1">
                <a:solidFill>
                  <a:schemeClr val="bg1"/>
                </a:solidFill>
              </a:rPr>
              <a:t>disebut</a:t>
            </a:r>
            <a:r>
              <a:rPr lang="en-US" b="1" dirty="0">
                <a:solidFill>
                  <a:schemeClr val="bg1"/>
                </a:solidFill>
              </a:rPr>
              <a:t> juga </a:t>
            </a:r>
            <a:r>
              <a:rPr lang="en-US" b="1" dirty="0" err="1">
                <a:solidFill>
                  <a:schemeClr val="bg1"/>
                </a:solidFill>
              </a:rPr>
              <a:t>penjelajahan</a:t>
            </a:r>
            <a:r>
              <a:rPr lang="en-US" b="1" dirty="0">
                <a:solidFill>
                  <a:schemeClr val="bg1"/>
                </a:solidFill>
              </a:rPr>
              <a:t> </a:t>
            </a:r>
            <a:r>
              <a:rPr lang="en-US" b="1" dirty="0" err="1">
                <a:solidFill>
                  <a:schemeClr val="bg1"/>
                </a:solidFill>
              </a:rPr>
              <a:t>atau</a:t>
            </a:r>
            <a:r>
              <a:rPr lang="en-US" b="1" dirty="0">
                <a:solidFill>
                  <a:schemeClr val="bg1"/>
                </a:solidFill>
              </a:rPr>
              <a:t> </a:t>
            </a:r>
            <a:r>
              <a:rPr lang="en-US" b="1" dirty="0" err="1">
                <a:solidFill>
                  <a:schemeClr val="bg1"/>
                </a:solidFill>
              </a:rPr>
              <a:t>pencarian</a:t>
            </a:r>
            <a:r>
              <a:rPr lang="en-US" b="1" dirty="0">
                <a:solidFill>
                  <a:schemeClr val="bg1"/>
                </a:solidFill>
              </a:rPr>
              <a:t>, adalah </a:t>
            </a:r>
            <a:r>
              <a:rPr lang="en-US" b="1" dirty="0" err="1">
                <a:solidFill>
                  <a:schemeClr val="bg1"/>
                </a:solidFill>
              </a:rPr>
              <a:t>tindakan</a:t>
            </a:r>
            <a:r>
              <a:rPr lang="en-US" b="1" dirty="0">
                <a:solidFill>
                  <a:schemeClr val="bg1"/>
                </a:solidFill>
              </a:rPr>
              <a:t> </a:t>
            </a:r>
            <a:r>
              <a:rPr lang="en-US" b="1" dirty="0" err="1">
                <a:solidFill>
                  <a:schemeClr val="bg1"/>
                </a:solidFill>
              </a:rPr>
              <a:t>mencari</a:t>
            </a:r>
            <a:r>
              <a:rPr lang="en-US" b="1" dirty="0">
                <a:solidFill>
                  <a:schemeClr val="bg1"/>
                </a:solidFill>
              </a:rPr>
              <a:t> </a:t>
            </a:r>
            <a:r>
              <a:rPr lang="en-US" b="1" dirty="0" err="1">
                <a:solidFill>
                  <a:schemeClr val="bg1"/>
                </a:solidFill>
              </a:rPr>
              <a:t>atau</a:t>
            </a:r>
            <a:r>
              <a:rPr lang="en-US" b="1" dirty="0">
                <a:solidFill>
                  <a:schemeClr val="bg1"/>
                </a:solidFill>
              </a:rPr>
              <a:t> </a:t>
            </a:r>
            <a:r>
              <a:rPr lang="en-US" b="1" dirty="0" err="1">
                <a:solidFill>
                  <a:schemeClr val="bg1"/>
                </a:solidFill>
              </a:rPr>
              <a:t>melakukan</a:t>
            </a:r>
            <a:r>
              <a:rPr lang="en-US" b="1" dirty="0">
                <a:solidFill>
                  <a:schemeClr val="bg1"/>
                </a:solidFill>
              </a:rPr>
              <a:t> </a:t>
            </a:r>
            <a:r>
              <a:rPr lang="en-US" b="1" dirty="0" err="1">
                <a:solidFill>
                  <a:schemeClr val="bg1"/>
                </a:solidFill>
              </a:rPr>
              <a:t>penjelajahan</a:t>
            </a:r>
            <a:r>
              <a:rPr lang="en-US" b="1" dirty="0">
                <a:solidFill>
                  <a:schemeClr val="bg1"/>
                </a:solidFill>
              </a:rPr>
              <a:t> </a:t>
            </a:r>
            <a:r>
              <a:rPr lang="en-US" b="1" dirty="0" err="1">
                <a:solidFill>
                  <a:schemeClr val="bg1"/>
                </a:solidFill>
              </a:rPr>
              <a:t>dengan</a:t>
            </a:r>
            <a:r>
              <a:rPr lang="en-US" b="1" dirty="0">
                <a:solidFill>
                  <a:schemeClr val="bg1"/>
                </a:solidFill>
              </a:rPr>
              <a:t> </a:t>
            </a:r>
            <a:r>
              <a:rPr lang="en-US" b="1" dirty="0" err="1">
                <a:solidFill>
                  <a:schemeClr val="bg1"/>
                </a:solidFill>
              </a:rPr>
              <a:t>tujuan</a:t>
            </a:r>
            <a:r>
              <a:rPr lang="en-US" b="1" dirty="0">
                <a:solidFill>
                  <a:schemeClr val="bg1"/>
                </a:solidFill>
              </a:rPr>
              <a:t> </a:t>
            </a:r>
            <a:r>
              <a:rPr lang="en-US" b="1" dirty="0" err="1">
                <a:solidFill>
                  <a:schemeClr val="bg1"/>
                </a:solidFill>
              </a:rPr>
              <a:t>menemukan</a:t>
            </a:r>
            <a:r>
              <a:rPr lang="en-US" b="1" dirty="0">
                <a:solidFill>
                  <a:schemeClr val="bg1"/>
                </a:solidFill>
              </a:rPr>
              <a:t> </a:t>
            </a:r>
            <a:r>
              <a:rPr lang="en-US" b="1" dirty="0" err="1">
                <a:solidFill>
                  <a:schemeClr val="bg1"/>
                </a:solidFill>
              </a:rPr>
              <a:t>sesuatu</a:t>
            </a:r>
            <a:r>
              <a:rPr lang="en-US" b="1" dirty="0">
                <a:solidFill>
                  <a:schemeClr val="bg1"/>
                </a:solidFill>
              </a:rPr>
              <a:t>.</a:t>
            </a:r>
            <a:endParaRPr lang="id-ID" b="1" dirty="0">
              <a:solidFill>
                <a:schemeClr val="bg1"/>
              </a:solidFill>
            </a:endParaRPr>
          </a:p>
        </p:txBody>
      </p:sp>
      <p:sp>
        <p:nvSpPr>
          <p:cNvPr id="37" name="Arrow: Down 36">
            <a:extLst>
              <a:ext uri="{FF2B5EF4-FFF2-40B4-BE49-F238E27FC236}">
                <a16:creationId xmlns:a16="http://schemas.microsoft.com/office/drawing/2014/main" id="{E6E6CD25-BC7A-4659-B2FE-FB9CDCE85042}"/>
              </a:ext>
            </a:extLst>
          </p:cNvPr>
          <p:cNvSpPr/>
          <p:nvPr/>
        </p:nvSpPr>
        <p:spPr>
          <a:xfrm>
            <a:off x="5105400" y="2282952"/>
            <a:ext cx="381000" cy="756285"/>
          </a:xfrm>
          <a:prstGeom prst="down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1">
              <a:ln w="22225">
                <a:solidFill>
                  <a:schemeClr val="accent2"/>
                </a:solidFill>
                <a:prstDash val="solid"/>
              </a:ln>
              <a:solidFill>
                <a:schemeClr val="accent2">
                  <a:lumMod val="40000"/>
                  <a:lumOff val="60000"/>
                </a:schemeClr>
              </a:solidFill>
            </a:endParaRPr>
          </a:p>
        </p:txBody>
      </p:sp>
      <p:sp>
        <p:nvSpPr>
          <p:cNvPr id="9" name="Arrow: Down 8">
            <a:extLst>
              <a:ext uri="{FF2B5EF4-FFF2-40B4-BE49-F238E27FC236}">
                <a16:creationId xmlns:a16="http://schemas.microsoft.com/office/drawing/2014/main" id="{AE4F44AB-D9AC-4D1D-8BB2-0B5267883E8D}"/>
              </a:ext>
            </a:extLst>
          </p:cNvPr>
          <p:cNvSpPr/>
          <p:nvPr/>
        </p:nvSpPr>
        <p:spPr>
          <a:xfrm>
            <a:off x="5106163" y="4073637"/>
            <a:ext cx="381000" cy="756285"/>
          </a:xfrm>
          <a:prstGeom prst="down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1">
              <a:ln w="22225">
                <a:solidFill>
                  <a:schemeClr val="accent2"/>
                </a:solidFill>
                <a:prstDash val="solid"/>
              </a:ln>
              <a:solidFill>
                <a:schemeClr val="accent2">
                  <a:lumMod val="40000"/>
                  <a:lumOff val="60000"/>
                </a:schemeClr>
              </a:solidFill>
            </a:endParaRPr>
          </a:p>
        </p:txBody>
      </p:sp>
      <p:sp>
        <p:nvSpPr>
          <p:cNvPr id="14" name="Rectangle 13">
            <a:extLst>
              <a:ext uri="{FF2B5EF4-FFF2-40B4-BE49-F238E27FC236}">
                <a16:creationId xmlns:a16="http://schemas.microsoft.com/office/drawing/2014/main" id="{C5D9DAC9-6054-4FF5-952D-A6D15DF251C1}"/>
              </a:ext>
            </a:extLst>
          </p:cNvPr>
          <p:cNvSpPr/>
          <p:nvPr/>
        </p:nvSpPr>
        <p:spPr>
          <a:xfrm>
            <a:off x="3619500" y="4860640"/>
            <a:ext cx="3352800" cy="369332"/>
          </a:xfrm>
          <a:prstGeom prst="rect">
            <a:avLst/>
          </a:prstGeom>
          <a:solidFill>
            <a:srgbClr val="7030A0"/>
          </a:solidFill>
        </p:spPr>
        <p:txBody>
          <a:bodyPr wrap="square">
            <a:spAutoFit/>
          </a:bodyPr>
          <a:lstStyle/>
          <a:p>
            <a:pPr algn="just">
              <a:defRPr/>
            </a:pPr>
            <a:r>
              <a:rPr lang="id-ID" b="1" dirty="0">
                <a:solidFill>
                  <a:schemeClr val="bg1"/>
                </a:solidFill>
              </a:rPr>
              <a:t>Bidang Teknologi Informasi</a:t>
            </a:r>
          </a:p>
        </p:txBody>
      </p:sp>
    </p:spTree>
    <p:extLst>
      <p:ext uri="{BB962C8B-B14F-4D97-AF65-F5344CB8AC3E}">
        <p14:creationId xmlns:p14="http://schemas.microsoft.com/office/powerpoint/2010/main" val="398392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C40DC2-C0E9-415E-9C9B-4227BB501F08}"/>
              </a:ext>
            </a:extLst>
          </p:cNvPr>
          <p:cNvPicPr>
            <a:picLocks noChangeAspect="1"/>
          </p:cNvPicPr>
          <p:nvPr/>
        </p:nvPicPr>
        <p:blipFill>
          <a:blip r:embed="rId2"/>
          <a:stretch>
            <a:fillRect/>
          </a:stretch>
        </p:blipFill>
        <p:spPr>
          <a:xfrm>
            <a:off x="625246" y="1600200"/>
            <a:ext cx="7451954" cy="4861295"/>
          </a:xfrm>
          <a:prstGeom prst="rect">
            <a:avLst/>
          </a:prstGeom>
        </p:spPr>
      </p:pic>
      <p:sp>
        <p:nvSpPr>
          <p:cNvPr id="7" name="TextBox 6">
            <a:extLst>
              <a:ext uri="{FF2B5EF4-FFF2-40B4-BE49-F238E27FC236}">
                <a16:creationId xmlns:a16="http://schemas.microsoft.com/office/drawing/2014/main" id="{F37E0A7C-D660-ED53-8A71-C7946188306D}"/>
              </a:ext>
            </a:extLst>
          </p:cNvPr>
          <p:cNvSpPr txBox="1"/>
          <p:nvPr/>
        </p:nvSpPr>
        <p:spPr>
          <a:xfrm>
            <a:off x="579323" y="228600"/>
            <a:ext cx="11033354" cy="1200329"/>
          </a:xfrm>
          <a:prstGeom prst="rect">
            <a:avLst/>
          </a:prstGeom>
          <a:noFill/>
        </p:spPr>
        <p:txBody>
          <a:bodyPr wrap="square">
            <a:spAutoFit/>
          </a:bodyPr>
          <a:lstStyle/>
          <a:p>
            <a:pPr algn="ctr"/>
            <a:r>
              <a:rPr lang="en-ID" sz="3600" dirty="0" err="1">
                <a:solidFill>
                  <a:schemeClr val="bg1"/>
                </a:solidFill>
              </a:rPr>
              <a:t>Eksplorasi</a:t>
            </a:r>
            <a:r>
              <a:rPr lang="en-ID" sz="3600" dirty="0">
                <a:solidFill>
                  <a:schemeClr val="bg1"/>
                </a:solidFill>
              </a:rPr>
              <a:t> Tools, Bhs </a:t>
            </a:r>
            <a:r>
              <a:rPr lang="en-ID" sz="3600" dirty="0" err="1">
                <a:solidFill>
                  <a:schemeClr val="bg1"/>
                </a:solidFill>
              </a:rPr>
              <a:t>Pemrograman</a:t>
            </a:r>
            <a:r>
              <a:rPr lang="en-ID" sz="3600" dirty="0">
                <a:solidFill>
                  <a:schemeClr val="bg1"/>
                </a:solidFill>
              </a:rPr>
              <a:t> </a:t>
            </a:r>
            <a:r>
              <a:rPr lang="en-ID" sz="3600" dirty="0" err="1">
                <a:solidFill>
                  <a:schemeClr val="bg1"/>
                </a:solidFill>
              </a:rPr>
              <a:t>atau</a:t>
            </a:r>
            <a:r>
              <a:rPr lang="en-ID" sz="3600" dirty="0">
                <a:solidFill>
                  <a:schemeClr val="bg1"/>
                </a:solidFill>
              </a:rPr>
              <a:t> </a:t>
            </a:r>
            <a:r>
              <a:rPr lang="en-ID" sz="3600" dirty="0" err="1">
                <a:solidFill>
                  <a:schemeClr val="bg1"/>
                </a:solidFill>
              </a:rPr>
              <a:t>Aplikasi</a:t>
            </a:r>
            <a:endParaRPr lang="en-ID" sz="3600" dirty="0">
              <a:solidFill>
                <a:schemeClr val="bg1"/>
              </a:solidFill>
            </a:endParaRPr>
          </a:p>
          <a:p>
            <a:pPr algn="ctr"/>
            <a:r>
              <a:rPr lang="en-ID" sz="3600" dirty="0">
                <a:solidFill>
                  <a:schemeClr val="bg1"/>
                </a:solidFill>
              </a:rPr>
              <a:t> (</a:t>
            </a:r>
            <a:r>
              <a:rPr lang="en-ID" sz="3600" dirty="0" err="1">
                <a:solidFill>
                  <a:schemeClr val="bg1"/>
                </a:solidFill>
              </a:rPr>
              <a:t>termasuk</a:t>
            </a:r>
            <a:r>
              <a:rPr lang="en-ID" sz="3600" dirty="0">
                <a:solidFill>
                  <a:schemeClr val="bg1"/>
                </a:solidFill>
              </a:rPr>
              <a:t> AI) </a:t>
            </a:r>
            <a:r>
              <a:rPr lang="en-ID" sz="3600" dirty="0" err="1">
                <a:solidFill>
                  <a:schemeClr val="bg1"/>
                </a:solidFill>
              </a:rPr>
              <a:t>dengan</a:t>
            </a:r>
            <a:r>
              <a:rPr lang="en-ID" sz="3600" dirty="0">
                <a:solidFill>
                  <a:schemeClr val="bg1"/>
                </a:solidFill>
              </a:rPr>
              <a:t> </a:t>
            </a:r>
            <a:r>
              <a:rPr lang="en-ID" sz="3600" dirty="0" err="1">
                <a:solidFill>
                  <a:schemeClr val="bg1"/>
                </a:solidFill>
              </a:rPr>
              <a:t>contoh</a:t>
            </a:r>
            <a:r>
              <a:rPr lang="en-ID" sz="3600" dirty="0">
                <a:solidFill>
                  <a:schemeClr val="bg1"/>
                </a:solidFill>
              </a:rPr>
              <a:t> </a:t>
            </a:r>
            <a:r>
              <a:rPr lang="en-ID" sz="3600" dirty="0" err="1">
                <a:solidFill>
                  <a:schemeClr val="bg1"/>
                </a:solidFill>
              </a:rPr>
              <a:t>penggunaannya</a:t>
            </a:r>
            <a:endParaRPr lang="en-ID" sz="3600" dirty="0">
              <a:solidFill>
                <a:schemeClr val="bg1"/>
              </a:solidFill>
            </a:endParaRPr>
          </a:p>
        </p:txBody>
      </p:sp>
    </p:spTree>
    <p:extLst>
      <p:ext uri="{BB962C8B-B14F-4D97-AF65-F5344CB8AC3E}">
        <p14:creationId xmlns:p14="http://schemas.microsoft.com/office/powerpoint/2010/main" val="1407299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DA7398-CD01-494D-8F7B-00E3840812B7}"/>
              </a:ext>
            </a:extLst>
          </p:cNvPr>
          <p:cNvPicPr>
            <a:picLocks noChangeAspect="1"/>
          </p:cNvPicPr>
          <p:nvPr/>
        </p:nvPicPr>
        <p:blipFill>
          <a:blip r:embed="rId2"/>
          <a:stretch>
            <a:fillRect/>
          </a:stretch>
        </p:blipFill>
        <p:spPr>
          <a:xfrm>
            <a:off x="625246" y="1676400"/>
            <a:ext cx="7451954" cy="4827176"/>
          </a:xfrm>
          <a:prstGeom prst="rect">
            <a:avLst/>
          </a:prstGeom>
        </p:spPr>
      </p:pic>
      <p:sp>
        <p:nvSpPr>
          <p:cNvPr id="6" name="TextBox 5">
            <a:extLst>
              <a:ext uri="{FF2B5EF4-FFF2-40B4-BE49-F238E27FC236}">
                <a16:creationId xmlns:a16="http://schemas.microsoft.com/office/drawing/2014/main" id="{1DC37CD2-5F55-ECF9-0EB2-8182FD63DB65}"/>
              </a:ext>
            </a:extLst>
          </p:cNvPr>
          <p:cNvSpPr txBox="1"/>
          <p:nvPr/>
        </p:nvSpPr>
        <p:spPr>
          <a:xfrm>
            <a:off x="579323" y="228600"/>
            <a:ext cx="11033354" cy="1200329"/>
          </a:xfrm>
          <a:prstGeom prst="rect">
            <a:avLst/>
          </a:prstGeom>
          <a:noFill/>
        </p:spPr>
        <p:txBody>
          <a:bodyPr wrap="square">
            <a:spAutoFit/>
          </a:bodyPr>
          <a:lstStyle/>
          <a:p>
            <a:pPr algn="ctr"/>
            <a:r>
              <a:rPr lang="en-ID" sz="3600" dirty="0" err="1">
                <a:solidFill>
                  <a:schemeClr val="bg1"/>
                </a:solidFill>
              </a:rPr>
              <a:t>Eksplorasi</a:t>
            </a:r>
            <a:r>
              <a:rPr lang="en-ID" sz="3600" dirty="0">
                <a:solidFill>
                  <a:schemeClr val="bg1"/>
                </a:solidFill>
              </a:rPr>
              <a:t> Tools, Bhs </a:t>
            </a:r>
            <a:r>
              <a:rPr lang="en-ID" sz="3600" dirty="0" err="1">
                <a:solidFill>
                  <a:schemeClr val="bg1"/>
                </a:solidFill>
              </a:rPr>
              <a:t>Pemrograman</a:t>
            </a:r>
            <a:r>
              <a:rPr lang="en-ID" sz="3600" dirty="0">
                <a:solidFill>
                  <a:schemeClr val="bg1"/>
                </a:solidFill>
              </a:rPr>
              <a:t> </a:t>
            </a:r>
            <a:r>
              <a:rPr lang="en-ID" sz="3600" dirty="0" err="1">
                <a:solidFill>
                  <a:schemeClr val="bg1"/>
                </a:solidFill>
              </a:rPr>
              <a:t>atau</a:t>
            </a:r>
            <a:r>
              <a:rPr lang="en-ID" sz="3600" dirty="0">
                <a:solidFill>
                  <a:schemeClr val="bg1"/>
                </a:solidFill>
              </a:rPr>
              <a:t> </a:t>
            </a:r>
            <a:r>
              <a:rPr lang="en-ID" sz="3600" dirty="0" err="1">
                <a:solidFill>
                  <a:schemeClr val="bg1"/>
                </a:solidFill>
              </a:rPr>
              <a:t>Aplikasi</a:t>
            </a:r>
            <a:endParaRPr lang="en-ID" sz="3600" dirty="0">
              <a:solidFill>
                <a:schemeClr val="bg1"/>
              </a:solidFill>
            </a:endParaRPr>
          </a:p>
          <a:p>
            <a:pPr algn="ctr"/>
            <a:r>
              <a:rPr lang="en-ID" sz="3600" dirty="0">
                <a:solidFill>
                  <a:schemeClr val="bg1"/>
                </a:solidFill>
              </a:rPr>
              <a:t> (</a:t>
            </a:r>
            <a:r>
              <a:rPr lang="en-ID" sz="3600" dirty="0" err="1">
                <a:solidFill>
                  <a:schemeClr val="bg1"/>
                </a:solidFill>
              </a:rPr>
              <a:t>termasuk</a:t>
            </a:r>
            <a:r>
              <a:rPr lang="en-ID" sz="3600" dirty="0">
                <a:solidFill>
                  <a:schemeClr val="bg1"/>
                </a:solidFill>
              </a:rPr>
              <a:t> AI) </a:t>
            </a:r>
            <a:r>
              <a:rPr lang="en-ID" sz="3600" dirty="0" err="1">
                <a:solidFill>
                  <a:schemeClr val="bg1"/>
                </a:solidFill>
              </a:rPr>
              <a:t>dengan</a:t>
            </a:r>
            <a:r>
              <a:rPr lang="en-ID" sz="3600" dirty="0">
                <a:solidFill>
                  <a:schemeClr val="bg1"/>
                </a:solidFill>
              </a:rPr>
              <a:t> </a:t>
            </a:r>
            <a:r>
              <a:rPr lang="en-ID" sz="3600" dirty="0" err="1">
                <a:solidFill>
                  <a:schemeClr val="bg1"/>
                </a:solidFill>
              </a:rPr>
              <a:t>contoh</a:t>
            </a:r>
            <a:r>
              <a:rPr lang="en-ID" sz="3600" dirty="0">
                <a:solidFill>
                  <a:schemeClr val="bg1"/>
                </a:solidFill>
              </a:rPr>
              <a:t> </a:t>
            </a:r>
            <a:r>
              <a:rPr lang="en-ID" sz="3600" dirty="0" err="1">
                <a:solidFill>
                  <a:schemeClr val="bg1"/>
                </a:solidFill>
              </a:rPr>
              <a:t>penggunaannya</a:t>
            </a:r>
            <a:endParaRPr lang="en-ID" sz="3600" dirty="0">
              <a:solidFill>
                <a:schemeClr val="bg1"/>
              </a:solidFill>
            </a:endParaRPr>
          </a:p>
        </p:txBody>
      </p:sp>
    </p:spTree>
    <p:extLst>
      <p:ext uri="{BB962C8B-B14F-4D97-AF65-F5344CB8AC3E}">
        <p14:creationId xmlns:p14="http://schemas.microsoft.com/office/powerpoint/2010/main" val="4074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493360D-3C3A-4D9A-A6A5-0DBD5993030D}"/>
              </a:ext>
            </a:extLst>
          </p:cNvPr>
          <p:cNvPicPr>
            <a:picLocks noChangeAspect="1"/>
          </p:cNvPicPr>
          <p:nvPr/>
        </p:nvPicPr>
        <p:blipFill>
          <a:blip r:embed="rId2"/>
          <a:stretch>
            <a:fillRect/>
          </a:stretch>
        </p:blipFill>
        <p:spPr>
          <a:xfrm>
            <a:off x="625246" y="1676400"/>
            <a:ext cx="7451954" cy="4812091"/>
          </a:xfrm>
          <a:prstGeom prst="rect">
            <a:avLst/>
          </a:prstGeom>
        </p:spPr>
      </p:pic>
      <p:sp>
        <p:nvSpPr>
          <p:cNvPr id="6" name="TextBox 5">
            <a:extLst>
              <a:ext uri="{FF2B5EF4-FFF2-40B4-BE49-F238E27FC236}">
                <a16:creationId xmlns:a16="http://schemas.microsoft.com/office/drawing/2014/main" id="{0EA20F55-8F02-0737-AB72-B86E541D9E12}"/>
              </a:ext>
            </a:extLst>
          </p:cNvPr>
          <p:cNvSpPr txBox="1"/>
          <p:nvPr/>
        </p:nvSpPr>
        <p:spPr>
          <a:xfrm>
            <a:off x="579323" y="228600"/>
            <a:ext cx="11033354" cy="1200329"/>
          </a:xfrm>
          <a:prstGeom prst="rect">
            <a:avLst/>
          </a:prstGeom>
          <a:noFill/>
        </p:spPr>
        <p:txBody>
          <a:bodyPr wrap="square">
            <a:spAutoFit/>
          </a:bodyPr>
          <a:lstStyle/>
          <a:p>
            <a:pPr algn="ctr"/>
            <a:r>
              <a:rPr lang="en-ID" sz="3600" dirty="0" err="1">
                <a:solidFill>
                  <a:schemeClr val="bg1"/>
                </a:solidFill>
              </a:rPr>
              <a:t>Eksplorasi</a:t>
            </a:r>
            <a:r>
              <a:rPr lang="en-ID" sz="3600" dirty="0">
                <a:solidFill>
                  <a:schemeClr val="bg1"/>
                </a:solidFill>
              </a:rPr>
              <a:t> Tools, Bhs </a:t>
            </a:r>
            <a:r>
              <a:rPr lang="en-ID" sz="3600" dirty="0" err="1">
                <a:solidFill>
                  <a:schemeClr val="bg1"/>
                </a:solidFill>
              </a:rPr>
              <a:t>Pemrograman</a:t>
            </a:r>
            <a:r>
              <a:rPr lang="en-ID" sz="3600" dirty="0">
                <a:solidFill>
                  <a:schemeClr val="bg1"/>
                </a:solidFill>
              </a:rPr>
              <a:t> </a:t>
            </a:r>
            <a:r>
              <a:rPr lang="en-ID" sz="3600" dirty="0" err="1">
                <a:solidFill>
                  <a:schemeClr val="bg1"/>
                </a:solidFill>
              </a:rPr>
              <a:t>atau</a:t>
            </a:r>
            <a:r>
              <a:rPr lang="en-ID" sz="3600" dirty="0">
                <a:solidFill>
                  <a:schemeClr val="bg1"/>
                </a:solidFill>
              </a:rPr>
              <a:t> </a:t>
            </a:r>
            <a:r>
              <a:rPr lang="en-ID" sz="3600" dirty="0" err="1">
                <a:solidFill>
                  <a:schemeClr val="bg1"/>
                </a:solidFill>
              </a:rPr>
              <a:t>Aplikasi</a:t>
            </a:r>
            <a:endParaRPr lang="en-ID" sz="3600" dirty="0">
              <a:solidFill>
                <a:schemeClr val="bg1"/>
              </a:solidFill>
            </a:endParaRPr>
          </a:p>
          <a:p>
            <a:pPr algn="ctr"/>
            <a:r>
              <a:rPr lang="en-ID" sz="3600" dirty="0">
                <a:solidFill>
                  <a:schemeClr val="bg1"/>
                </a:solidFill>
              </a:rPr>
              <a:t> (</a:t>
            </a:r>
            <a:r>
              <a:rPr lang="en-ID" sz="3600" dirty="0" err="1">
                <a:solidFill>
                  <a:schemeClr val="bg1"/>
                </a:solidFill>
              </a:rPr>
              <a:t>termasuk</a:t>
            </a:r>
            <a:r>
              <a:rPr lang="en-ID" sz="3600" dirty="0">
                <a:solidFill>
                  <a:schemeClr val="bg1"/>
                </a:solidFill>
              </a:rPr>
              <a:t> AI) </a:t>
            </a:r>
            <a:r>
              <a:rPr lang="en-ID" sz="3600" dirty="0" err="1">
                <a:solidFill>
                  <a:schemeClr val="bg1"/>
                </a:solidFill>
              </a:rPr>
              <a:t>dengan</a:t>
            </a:r>
            <a:r>
              <a:rPr lang="en-ID" sz="3600" dirty="0">
                <a:solidFill>
                  <a:schemeClr val="bg1"/>
                </a:solidFill>
              </a:rPr>
              <a:t> </a:t>
            </a:r>
            <a:r>
              <a:rPr lang="en-ID" sz="3600" dirty="0" err="1">
                <a:solidFill>
                  <a:schemeClr val="bg1"/>
                </a:solidFill>
              </a:rPr>
              <a:t>contoh</a:t>
            </a:r>
            <a:r>
              <a:rPr lang="en-ID" sz="3600" dirty="0">
                <a:solidFill>
                  <a:schemeClr val="bg1"/>
                </a:solidFill>
              </a:rPr>
              <a:t> </a:t>
            </a:r>
            <a:r>
              <a:rPr lang="en-ID" sz="3600" dirty="0" err="1">
                <a:solidFill>
                  <a:schemeClr val="bg1"/>
                </a:solidFill>
              </a:rPr>
              <a:t>penggunaannya</a:t>
            </a:r>
            <a:endParaRPr lang="en-ID" sz="3600" dirty="0">
              <a:solidFill>
                <a:schemeClr val="bg1"/>
              </a:solidFill>
            </a:endParaRPr>
          </a:p>
        </p:txBody>
      </p:sp>
    </p:spTree>
    <p:extLst>
      <p:ext uri="{BB962C8B-B14F-4D97-AF65-F5344CB8AC3E}">
        <p14:creationId xmlns:p14="http://schemas.microsoft.com/office/powerpoint/2010/main" val="1065198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C7CD0E1-A3E7-4D09-9C6C-80A7007BA7E0}"/>
              </a:ext>
            </a:extLst>
          </p:cNvPr>
          <p:cNvPicPr>
            <a:picLocks noChangeAspect="1"/>
          </p:cNvPicPr>
          <p:nvPr/>
        </p:nvPicPr>
        <p:blipFill>
          <a:blip r:embed="rId2"/>
          <a:stretch>
            <a:fillRect/>
          </a:stretch>
        </p:blipFill>
        <p:spPr>
          <a:xfrm>
            <a:off x="630008" y="1467817"/>
            <a:ext cx="7675792" cy="4997829"/>
          </a:xfrm>
          <a:prstGeom prst="rect">
            <a:avLst/>
          </a:prstGeom>
        </p:spPr>
      </p:pic>
      <p:sp>
        <p:nvSpPr>
          <p:cNvPr id="6" name="TextBox 5">
            <a:extLst>
              <a:ext uri="{FF2B5EF4-FFF2-40B4-BE49-F238E27FC236}">
                <a16:creationId xmlns:a16="http://schemas.microsoft.com/office/drawing/2014/main" id="{45C8C7F8-0336-B157-E7B9-578159FF32FA}"/>
              </a:ext>
            </a:extLst>
          </p:cNvPr>
          <p:cNvSpPr txBox="1"/>
          <p:nvPr/>
        </p:nvSpPr>
        <p:spPr>
          <a:xfrm>
            <a:off x="579323" y="152400"/>
            <a:ext cx="11033354" cy="1200329"/>
          </a:xfrm>
          <a:prstGeom prst="rect">
            <a:avLst/>
          </a:prstGeom>
          <a:noFill/>
        </p:spPr>
        <p:txBody>
          <a:bodyPr wrap="square">
            <a:spAutoFit/>
          </a:bodyPr>
          <a:lstStyle/>
          <a:p>
            <a:pPr algn="ctr"/>
            <a:r>
              <a:rPr lang="en-ID" sz="3600" dirty="0" err="1">
                <a:solidFill>
                  <a:schemeClr val="bg1"/>
                </a:solidFill>
              </a:rPr>
              <a:t>Eksplorasi</a:t>
            </a:r>
            <a:r>
              <a:rPr lang="en-ID" sz="3600" dirty="0">
                <a:solidFill>
                  <a:schemeClr val="bg1"/>
                </a:solidFill>
              </a:rPr>
              <a:t> Tools, Bhs </a:t>
            </a:r>
            <a:r>
              <a:rPr lang="en-ID" sz="3600" dirty="0" err="1">
                <a:solidFill>
                  <a:schemeClr val="bg1"/>
                </a:solidFill>
              </a:rPr>
              <a:t>Pemrograman</a:t>
            </a:r>
            <a:r>
              <a:rPr lang="en-ID" sz="3600" dirty="0">
                <a:solidFill>
                  <a:schemeClr val="bg1"/>
                </a:solidFill>
              </a:rPr>
              <a:t> </a:t>
            </a:r>
            <a:r>
              <a:rPr lang="en-ID" sz="3600" dirty="0" err="1">
                <a:solidFill>
                  <a:schemeClr val="bg1"/>
                </a:solidFill>
              </a:rPr>
              <a:t>atau</a:t>
            </a:r>
            <a:r>
              <a:rPr lang="en-ID" sz="3600" dirty="0">
                <a:solidFill>
                  <a:schemeClr val="bg1"/>
                </a:solidFill>
              </a:rPr>
              <a:t> </a:t>
            </a:r>
            <a:r>
              <a:rPr lang="en-ID" sz="3600" dirty="0" err="1">
                <a:solidFill>
                  <a:schemeClr val="bg1"/>
                </a:solidFill>
              </a:rPr>
              <a:t>Aplikasi</a:t>
            </a:r>
            <a:endParaRPr lang="en-ID" sz="3600" dirty="0">
              <a:solidFill>
                <a:schemeClr val="bg1"/>
              </a:solidFill>
            </a:endParaRPr>
          </a:p>
          <a:p>
            <a:pPr algn="ctr"/>
            <a:r>
              <a:rPr lang="en-ID" sz="3600" dirty="0">
                <a:solidFill>
                  <a:schemeClr val="bg1"/>
                </a:solidFill>
              </a:rPr>
              <a:t> (</a:t>
            </a:r>
            <a:r>
              <a:rPr lang="en-ID" sz="3600" dirty="0" err="1">
                <a:solidFill>
                  <a:schemeClr val="bg1"/>
                </a:solidFill>
              </a:rPr>
              <a:t>termasuk</a:t>
            </a:r>
            <a:r>
              <a:rPr lang="en-ID" sz="3600" dirty="0">
                <a:solidFill>
                  <a:schemeClr val="bg1"/>
                </a:solidFill>
              </a:rPr>
              <a:t> AI) </a:t>
            </a:r>
            <a:r>
              <a:rPr lang="en-ID" sz="3600" dirty="0" err="1">
                <a:solidFill>
                  <a:schemeClr val="bg1"/>
                </a:solidFill>
              </a:rPr>
              <a:t>dengan</a:t>
            </a:r>
            <a:r>
              <a:rPr lang="en-ID" sz="3600" dirty="0">
                <a:solidFill>
                  <a:schemeClr val="bg1"/>
                </a:solidFill>
              </a:rPr>
              <a:t> </a:t>
            </a:r>
            <a:r>
              <a:rPr lang="en-ID" sz="3600" dirty="0" err="1">
                <a:solidFill>
                  <a:schemeClr val="bg1"/>
                </a:solidFill>
              </a:rPr>
              <a:t>contoh</a:t>
            </a:r>
            <a:r>
              <a:rPr lang="en-ID" sz="3600" dirty="0">
                <a:solidFill>
                  <a:schemeClr val="bg1"/>
                </a:solidFill>
              </a:rPr>
              <a:t> </a:t>
            </a:r>
            <a:r>
              <a:rPr lang="en-ID" sz="3600" dirty="0" err="1">
                <a:solidFill>
                  <a:schemeClr val="bg1"/>
                </a:solidFill>
              </a:rPr>
              <a:t>penggunaannya</a:t>
            </a:r>
            <a:endParaRPr lang="en-ID" sz="3600" dirty="0">
              <a:solidFill>
                <a:schemeClr val="bg1"/>
              </a:solidFill>
            </a:endParaRPr>
          </a:p>
        </p:txBody>
      </p:sp>
    </p:spTree>
    <p:extLst>
      <p:ext uri="{BB962C8B-B14F-4D97-AF65-F5344CB8AC3E}">
        <p14:creationId xmlns:p14="http://schemas.microsoft.com/office/powerpoint/2010/main" val="2163469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3355199-5080-4703-9B3A-C9D517EC7CE2}"/>
              </a:ext>
            </a:extLst>
          </p:cNvPr>
          <p:cNvPicPr>
            <a:picLocks noChangeAspect="1"/>
          </p:cNvPicPr>
          <p:nvPr/>
        </p:nvPicPr>
        <p:blipFill>
          <a:blip r:embed="rId2"/>
          <a:stretch>
            <a:fillRect/>
          </a:stretch>
        </p:blipFill>
        <p:spPr>
          <a:xfrm>
            <a:off x="701446" y="1600200"/>
            <a:ext cx="7223354" cy="4718482"/>
          </a:xfrm>
          <a:prstGeom prst="rect">
            <a:avLst/>
          </a:prstGeom>
        </p:spPr>
      </p:pic>
      <p:pic>
        <p:nvPicPr>
          <p:cNvPr id="6" name="Picture 5">
            <a:extLst>
              <a:ext uri="{FF2B5EF4-FFF2-40B4-BE49-F238E27FC236}">
                <a16:creationId xmlns:a16="http://schemas.microsoft.com/office/drawing/2014/main" id="{8515B1F8-6869-4487-B3D1-06FB080EC185}"/>
              </a:ext>
            </a:extLst>
          </p:cNvPr>
          <p:cNvPicPr>
            <a:picLocks noChangeAspect="1"/>
          </p:cNvPicPr>
          <p:nvPr/>
        </p:nvPicPr>
        <p:blipFill>
          <a:blip r:embed="rId2"/>
          <a:stretch>
            <a:fillRect/>
          </a:stretch>
        </p:blipFill>
        <p:spPr>
          <a:xfrm>
            <a:off x="3597045" y="4189324"/>
            <a:ext cx="1043373" cy="681558"/>
          </a:xfrm>
          <a:prstGeom prst="rect">
            <a:avLst/>
          </a:prstGeom>
        </p:spPr>
      </p:pic>
      <p:pic>
        <p:nvPicPr>
          <p:cNvPr id="7" name="Picture 2" descr="Apex Designer | Apex Designer Camunda Process Integration">
            <a:extLst>
              <a:ext uri="{FF2B5EF4-FFF2-40B4-BE49-F238E27FC236}">
                <a16:creationId xmlns:a16="http://schemas.microsoft.com/office/drawing/2014/main" id="{BD7E9360-EC74-4EC2-A763-6C92A1359CD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76600" y="4114800"/>
            <a:ext cx="1651000" cy="8667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ow-Code Platform for Process Automation and Enterprise Apps | Bizagi">
            <a:extLst>
              <a:ext uri="{FF2B5EF4-FFF2-40B4-BE49-F238E27FC236}">
                <a16:creationId xmlns:a16="http://schemas.microsoft.com/office/drawing/2014/main" id="{DA91363B-758B-4440-BF42-75C60E2A70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9880" y="4391024"/>
            <a:ext cx="2052639" cy="55721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utodesk 3ds Max – Institut Teknologi dan Bisnis PalComTech">
            <a:extLst>
              <a:ext uri="{FF2B5EF4-FFF2-40B4-BE49-F238E27FC236}">
                <a16:creationId xmlns:a16="http://schemas.microsoft.com/office/drawing/2014/main" id="{E926061E-2966-4722-80D9-4B0AF6BECEE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13123" y="5222339"/>
            <a:ext cx="1676400" cy="9416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3B14830-17B6-B3AF-CF2D-6BFDACA0A2D8}"/>
              </a:ext>
            </a:extLst>
          </p:cNvPr>
          <p:cNvSpPr txBox="1"/>
          <p:nvPr/>
        </p:nvSpPr>
        <p:spPr>
          <a:xfrm>
            <a:off x="579323" y="228600"/>
            <a:ext cx="11033354" cy="1200329"/>
          </a:xfrm>
          <a:prstGeom prst="rect">
            <a:avLst/>
          </a:prstGeom>
          <a:noFill/>
        </p:spPr>
        <p:txBody>
          <a:bodyPr wrap="square">
            <a:spAutoFit/>
          </a:bodyPr>
          <a:lstStyle/>
          <a:p>
            <a:pPr algn="ctr"/>
            <a:r>
              <a:rPr lang="en-ID" sz="3600" dirty="0" err="1">
                <a:solidFill>
                  <a:schemeClr val="bg1"/>
                </a:solidFill>
              </a:rPr>
              <a:t>Eksplorasi</a:t>
            </a:r>
            <a:r>
              <a:rPr lang="en-ID" sz="3600" dirty="0">
                <a:solidFill>
                  <a:schemeClr val="bg1"/>
                </a:solidFill>
              </a:rPr>
              <a:t> Tools, Bhs </a:t>
            </a:r>
            <a:r>
              <a:rPr lang="en-ID" sz="3600" dirty="0" err="1">
                <a:solidFill>
                  <a:schemeClr val="bg1"/>
                </a:solidFill>
              </a:rPr>
              <a:t>Pemrograman</a:t>
            </a:r>
            <a:r>
              <a:rPr lang="en-ID" sz="3600" dirty="0">
                <a:solidFill>
                  <a:schemeClr val="bg1"/>
                </a:solidFill>
              </a:rPr>
              <a:t> </a:t>
            </a:r>
            <a:r>
              <a:rPr lang="en-ID" sz="3600" dirty="0" err="1">
                <a:solidFill>
                  <a:schemeClr val="bg1"/>
                </a:solidFill>
              </a:rPr>
              <a:t>atau</a:t>
            </a:r>
            <a:r>
              <a:rPr lang="en-ID" sz="3600" dirty="0">
                <a:solidFill>
                  <a:schemeClr val="bg1"/>
                </a:solidFill>
              </a:rPr>
              <a:t> </a:t>
            </a:r>
            <a:r>
              <a:rPr lang="en-ID" sz="3600" dirty="0" err="1">
                <a:solidFill>
                  <a:schemeClr val="bg1"/>
                </a:solidFill>
              </a:rPr>
              <a:t>Aplikasi</a:t>
            </a:r>
            <a:endParaRPr lang="en-ID" sz="3600" dirty="0">
              <a:solidFill>
                <a:schemeClr val="bg1"/>
              </a:solidFill>
            </a:endParaRPr>
          </a:p>
          <a:p>
            <a:pPr algn="ctr"/>
            <a:r>
              <a:rPr lang="en-ID" sz="3600" dirty="0">
                <a:solidFill>
                  <a:schemeClr val="bg1"/>
                </a:solidFill>
              </a:rPr>
              <a:t> (</a:t>
            </a:r>
            <a:r>
              <a:rPr lang="en-ID" sz="3600" dirty="0" err="1">
                <a:solidFill>
                  <a:schemeClr val="bg1"/>
                </a:solidFill>
              </a:rPr>
              <a:t>termasuk</a:t>
            </a:r>
            <a:r>
              <a:rPr lang="en-ID" sz="3600" dirty="0">
                <a:solidFill>
                  <a:schemeClr val="bg1"/>
                </a:solidFill>
              </a:rPr>
              <a:t> AI) </a:t>
            </a:r>
            <a:r>
              <a:rPr lang="en-ID" sz="3600" dirty="0" err="1">
                <a:solidFill>
                  <a:schemeClr val="bg1"/>
                </a:solidFill>
              </a:rPr>
              <a:t>dengan</a:t>
            </a:r>
            <a:r>
              <a:rPr lang="en-ID" sz="3600" dirty="0">
                <a:solidFill>
                  <a:schemeClr val="bg1"/>
                </a:solidFill>
              </a:rPr>
              <a:t> </a:t>
            </a:r>
            <a:r>
              <a:rPr lang="en-ID" sz="3600" dirty="0" err="1">
                <a:solidFill>
                  <a:schemeClr val="bg1"/>
                </a:solidFill>
              </a:rPr>
              <a:t>contoh</a:t>
            </a:r>
            <a:r>
              <a:rPr lang="en-ID" sz="3600" dirty="0">
                <a:solidFill>
                  <a:schemeClr val="bg1"/>
                </a:solidFill>
              </a:rPr>
              <a:t> </a:t>
            </a:r>
            <a:r>
              <a:rPr lang="en-ID" sz="3600" dirty="0" err="1">
                <a:solidFill>
                  <a:schemeClr val="bg1"/>
                </a:solidFill>
              </a:rPr>
              <a:t>penggunaannya</a:t>
            </a:r>
            <a:endParaRPr lang="en-ID" sz="3600" dirty="0">
              <a:solidFill>
                <a:schemeClr val="bg1"/>
              </a:solidFill>
            </a:endParaRPr>
          </a:p>
        </p:txBody>
      </p:sp>
    </p:spTree>
    <p:extLst>
      <p:ext uri="{BB962C8B-B14F-4D97-AF65-F5344CB8AC3E}">
        <p14:creationId xmlns:p14="http://schemas.microsoft.com/office/powerpoint/2010/main" val="1842253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F80F00-A814-42C4-BCA2-04E049A17A2A}"/>
              </a:ext>
            </a:extLst>
          </p:cNvPr>
          <p:cNvPicPr>
            <a:picLocks noChangeAspect="1"/>
          </p:cNvPicPr>
          <p:nvPr/>
        </p:nvPicPr>
        <p:blipFill>
          <a:blip r:embed="rId2"/>
          <a:stretch>
            <a:fillRect/>
          </a:stretch>
        </p:blipFill>
        <p:spPr>
          <a:xfrm>
            <a:off x="609600" y="1477342"/>
            <a:ext cx="7467600" cy="4882077"/>
          </a:xfrm>
          <a:prstGeom prst="rect">
            <a:avLst/>
          </a:prstGeom>
        </p:spPr>
      </p:pic>
      <p:sp>
        <p:nvSpPr>
          <p:cNvPr id="6" name="TextBox 5">
            <a:extLst>
              <a:ext uri="{FF2B5EF4-FFF2-40B4-BE49-F238E27FC236}">
                <a16:creationId xmlns:a16="http://schemas.microsoft.com/office/drawing/2014/main" id="{2FAC4414-EB97-F5AE-3011-1C1FD66974B8}"/>
              </a:ext>
            </a:extLst>
          </p:cNvPr>
          <p:cNvSpPr txBox="1"/>
          <p:nvPr/>
        </p:nvSpPr>
        <p:spPr>
          <a:xfrm>
            <a:off x="579323" y="228600"/>
            <a:ext cx="11033354" cy="1200329"/>
          </a:xfrm>
          <a:prstGeom prst="rect">
            <a:avLst/>
          </a:prstGeom>
          <a:noFill/>
        </p:spPr>
        <p:txBody>
          <a:bodyPr wrap="square">
            <a:spAutoFit/>
          </a:bodyPr>
          <a:lstStyle/>
          <a:p>
            <a:pPr algn="ctr"/>
            <a:r>
              <a:rPr lang="en-ID" sz="3600" dirty="0" err="1">
                <a:solidFill>
                  <a:schemeClr val="bg1"/>
                </a:solidFill>
              </a:rPr>
              <a:t>Eksplorasi</a:t>
            </a:r>
            <a:r>
              <a:rPr lang="en-ID" sz="3600" dirty="0">
                <a:solidFill>
                  <a:schemeClr val="bg1"/>
                </a:solidFill>
              </a:rPr>
              <a:t> Tools, Bhs </a:t>
            </a:r>
            <a:r>
              <a:rPr lang="en-ID" sz="3600" dirty="0" err="1">
                <a:solidFill>
                  <a:schemeClr val="bg1"/>
                </a:solidFill>
              </a:rPr>
              <a:t>Pemrograman</a:t>
            </a:r>
            <a:r>
              <a:rPr lang="en-ID" sz="3600" dirty="0">
                <a:solidFill>
                  <a:schemeClr val="bg1"/>
                </a:solidFill>
              </a:rPr>
              <a:t> </a:t>
            </a:r>
            <a:r>
              <a:rPr lang="en-ID" sz="3600" dirty="0" err="1">
                <a:solidFill>
                  <a:schemeClr val="bg1"/>
                </a:solidFill>
              </a:rPr>
              <a:t>atau</a:t>
            </a:r>
            <a:r>
              <a:rPr lang="en-ID" sz="3600" dirty="0">
                <a:solidFill>
                  <a:schemeClr val="bg1"/>
                </a:solidFill>
              </a:rPr>
              <a:t> </a:t>
            </a:r>
            <a:r>
              <a:rPr lang="en-ID" sz="3600" dirty="0" err="1">
                <a:solidFill>
                  <a:schemeClr val="bg1"/>
                </a:solidFill>
              </a:rPr>
              <a:t>Aplikasi</a:t>
            </a:r>
            <a:endParaRPr lang="en-ID" sz="3600" dirty="0">
              <a:solidFill>
                <a:schemeClr val="bg1"/>
              </a:solidFill>
            </a:endParaRPr>
          </a:p>
          <a:p>
            <a:pPr algn="ctr"/>
            <a:r>
              <a:rPr lang="en-ID" sz="3600" dirty="0">
                <a:solidFill>
                  <a:schemeClr val="bg1"/>
                </a:solidFill>
              </a:rPr>
              <a:t> (</a:t>
            </a:r>
            <a:r>
              <a:rPr lang="en-ID" sz="3600" dirty="0" err="1">
                <a:solidFill>
                  <a:schemeClr val="bg1"/>
                </a:solidFill>
              </a:rPr>
              <a:t>termasuk</a:t>
            </a:r>
            <a:r>
              <a:rPr lang="en-ID" sz="3600" dirty="0">
                <a:solidFill>
                  <a:schemeClr val="bg1"/>
                </a:solidFill>
              </a:rPr>
              <a:t> AI) </a:t>
            </a:r>
            <a:r>
              <a:rPr lang="en-ID" sz="3600" dirty="0" err="1">
                <a:solidFill>
                  <a:schemeClr val="bg1"/>
                </a:solidFill>
              </a:rPr>
              <a:t>dengan</a:t>
            </a:r>
            <a:r>
              <a:rPr lang="en-ID" sz="3600" dirty="0">
                <a:solidFill>
                  <a:schemeClr val="bg1"/>
                </a:solidFill>
              </a:rPr>
              <a:t> </a:t>
            </a:r>
            <a:r>
              <a:rPr lang="en-ID" sz="3600" dirty="0" err="1">
                <a:solidFill>
                  <a:schemeClr val="bg1"/>
                </a:solidFill>
              </a:rPr>
              <a:t>contoh</a:t>
            </a:r>
            <a:r>
              <a:rPr lang="en-ID" sz="3600" dirty="0">
                <a:solidFill>
                  <a:schemeClr val="bg1"/>
                </a:solidFill>
              </a:rPr>
              <a:t> </a:t>
            </a:r>
            <a:r>
              <a:rPr lang="en-ID" sz="3600" dirty="0" err="1">
                <a:solidFill>
                  <a:schemeClr val="bg1"/>
                </a:solidFill>
              </a:rPr>
              <a:t>penggunaannya</a:t>
            </a:r>
            <a:endParaRPr lang="en-ID" sz="3600" dirty="0">
              <a:solidFill>
                <a:schemeClr val="bg1"/>
              </a:solidFill>
            </a:endParaRPr>
          </a:p>
        </p:txBody>
      </p:sp>
    </p:spTree>
    <p:extLst>
      <p:ext uri="{BB962C8B-B14F-4D97-AF65-F5344CB8AC3E}">
        <p14:creationId xmlns:p14="http://schemas.microsoft.com/office/powerpoint/2010/main" val="1060464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8C40F-0DD2-8BCA-7268-292B9794698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FB0E29A-B993-3503-B111-5DD0C007F83E}"/>
              </a:ext>
            </a:extLst>
          </p:cNvPr>
          <p:cNvSpPr txBox="1"/>
          <p:nvPr/>
        </p:nvSpPr>
        <p:spPr>
          <a:xfrm>
            <a:off x="762000" y="304800"/>
            <a:ext cx="10418237" cy="1200329"/>
          </a:xfrm>
          <a:prstGeom prst="rect">
            <a:avLst/>
          </a:prstGeom>
          <a:noFill/>
        </p:spPr>
        <p:txBody>
          <a:bodyPr wrap="none" rtlCol="0">
            <a:spAutoFit/>
          </a:bodyPr>
          <a:lstStyle/>
          <a:p>
            <a:r>
              <a:rPr lang="en-ID" sz="3600" dirty="0" err="1">
                <a:solidFill>
                  <a:schemeClr val="bg1"/>
                </a:solidFill>
              </a:rPr>
              <a:t>Eksplorasi</a:t>
            </a:r>
            <a:r>
              <a:rPr lang="en-ID" sz="3600" dirty="0">
                <a:solidFill>
                  <a:schemeClr val="bg1"/>
                </a:solidFill>
              </a:rPr>
              <a:t> Tools, Bhs </a:t>
            </a:r>
            <a:r>
              <a:rPr lang="en-ID" sz="3600" dirty="0" err="1">
                <a:solidFill>
                  <a:schemeClr val="bg1"/>
                </a:solidFill>
              </a:rPr>
              <a:t>Pemrograman</a:t>
            </a:r>
            <a:r>
              <a:rPr lang="en-ID" sz="3600" dirty="0">
                <a:solidFill>
                  <a:schemeClr val="bg1"/>
                </a:solidFill>
              </a:rPr>
              <a:t> </a:t>
            </a:r>
            <a:r>
              <a:rPr lang="en-ID" sz="3600" dirty="0" err="1">
                <a:solidFill>
                  <a:schemeClr val="bg1"/>
                </a:solidFill>
              </a:rPr>
              <a:t>atau</a:t>
            </a:r>
            <a:r>
              <a:rPr lang="en-ID" sz="3600" dirty="0">
                <a:solidFill>
                  <a:schemeClr val="bg1"/>
                </a:solidFill>
              </a:rPr>
              <a:t> </a:t>
            </a:r>
            <a:r>
              <a:rPr lang="en-ID" sz="3600" dirty="0" err="1">
                <a:solidFill>
                  <a:schemeClr val="bg1"/>
                </a:solidFill>
              </a:rPr>
              <a:t>Aplikasi</a:t>
            </a:r>
            <a:endParaRPr lang="en-ID" sz="3600" dirty="0">
              <a:solidFill>
                <a:schemeClr val="bg1"/>
              </a:solidFill>
            </a:endParaRPr>
          </a:p>
          <a:p>
            <a:r>
              <a:rPr lang="en-ID" sz="3600" dirty="0">
                <a:solidFill>
                  <a:schemeClr val="bg1"/>
                </a:solidFill>
              </a:rPr>
              <a:t> (</a:t>
            </a:r>
            <a:r>
              <a:rPr lang="en-ID" sz="3600" dirty="0" err="1">
                <a:solidFill>
                  <a:schemeClr val="bg1"/>
                </a:solidFill>
              </a:rPr>
              <a:t>termasuk</a:t>
            </a:r>
            <a:r>
              <a:rPr lang="en-ID" sz="3600" dirty="0">
                <a:solidFill>
                  <a:schemeClr val="bg1"/>
                </a:solidFill>
              </a:rPr>
              <a:t> AI) </a:t>
            </a:r>
            <a:r>
              <a:rPr lang="en-ID" sz="3600" dirty="0" err="1">
                <a:solidFill>
                  <a:schemeClr val="bg1"/>
                </a:solidFill>
              </a:rPr>
              <a:t>dengan</a:t>
            </a:r>
            <a:r>
              <a:rPr lang="en-ID" sz="3600" dirty="0">
                <a:solidFill>
                  <a:schemeClr val="bg1"/>
                </a:solidFill>
              </a:rPr>
              <a:t> </a:t>
            </a:r>
            <a:r>
              <a:rPr lang="en-ID" sz="3600" dirty="0" err="1">
                <a:solidFill>
                  <a:schemeClr val="bg1"/>
                </a:solidFill>
              </a:rPr>
              <a:t>contoh</a:t>
            </a:r>
            <a:r>
              <a:rPr lang="en-ID" sz="3600" dirty="0">
                <a:solidFill>
                  <a:schemeClr val="bg1"/>
                </a:solidFill>
              </a:rPr>
              <a:t> </a:t>
            </a:r>
            <a:r>
              <a:rPr lang="en-ID" sz="3600" dirty="0" err="1">
                <a:solidFill>
                  <a:schemeClr val="bg1"/>
                </a:solidFill>
              </a:rPr>
              <a:t>penggunaannya</a:t>
            </a:r>
            <a:endParaRPr lang="en-ID" sz="3600" dirty="0">
              <a:solidFill>
                <a:schemeClr val="bg1"/>
              </a:solidFill>
            </a:endParaRPr>
          </a:p>
        </p:txBody>
      </p:sp>
      <p:pic>
        <p:nvPicPr>
          <p:cNvPr id="8" name="Picture 7">
            <a:extLst>
              <a:ext uri="{FF2B5EF4-FFF2-40B4-BE49-F238E27FC236}">
                <a16:creationId xmlns:a16="http://schemas.microsoft.com/office/drawing/2014/main" id="{C6464263-3B7D-967B-1425-94958A4BFF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981200"/>
            <a:ext cx="6629400" cy="4337859"/>
          </a:xfrm>
          <a:prstGeom prst="rect">
            <a:avLst/>
          </a:prstGeom>
        </p:spPr>
      </p:pic>
      <p:sp>
        <p:nvSpPr>
          <p:cNvPr id="9" name="TextBox 8">
            <a:extLst>
              <a:ext uri="{FF2B5EF4-FFF2-40B4-BE49-F238E27FC236}">
                <a16:creationId xmlns:a16="http://schemas.microsoft.com/office/drawing/2014/main" id="{81144B84-7474-18FB-4441-205D3FE1BF82}"/>
              </a:ext>
            </a:extLst>
          </p:cNvPr>
          <p:cNvSpPr txBox="1"/>
          <p:nvPr/>
        </p:nvSpPr>
        <p:spPr>
          <a:xfrm>
            <a:off x="1295400" y="3429000"/>
            <a:ext cx="2890535" cy="1754326"/>
          </a:xfrm>
          <a:prstGeom prst="rect">
            <a:avLst/>
          </a:prstGeom>
          <a:noFill/>
        </p:spPr>
        <p:txBody>
          <a:bodyPr wrap="none" rtlCol="0">
            <a:spAutoFit/>
          </a:bodyPr>
          <a:lstStyle/>
          <a:p>
            <a:r>
              <a:rPr lang="en-US" b="1" u="sng" dirty="0"/>
              <a:t>AI (Artificial intelligence)</a:t>
            </a:r>
          </a:p>
          <a:p>
            <a:pPr marL="342900" indent="-342900">
              <a:buFont typeface="+mj-lt"/>
              <a:buAutoNum type="arabicPeriod"/>
            </a:pPr>
            <a:r>
              <a:rPr lang="en-US" b="1" dirty="0"/>
              <a:t>OpenAI ChatGPT</a:t>
            </a:r>
          </a:p>
          <a:p>
            <a:pPr marL="342900" indent="-342900">
              <a:buFont typeface="+mj-lt"/>
              <a:buAutoNum type="arabicPeriod"/>
            </a:pPr>
            <a:r>
              <a:rPr lang="en-US" b="1" dirty="0"/>
              <a:t>Google Bard</a:t>
            </a:r>
          </a:p>
          <a:p>
            <a:pPr marL="342900" indent="-342900">
              <a:buFont typeface="+mj-lt"/>
              <a:buAutoNum type="arabicPeriod"/>
            </a:pPr>
            <a:r>
              <a:rPr lang="en-US" b="1" dirty="0" err="1"/>
              <a:t>Deepseek</a:t>
            </a:r>
            <a:endParaRPr lang="en-US" b="1" dirty="0"/>
          </a:p>
          <a:p>
            <a:pPr marL="342900" indent="-342900">
              <a:buFont typeface="+mj-lt"/>
              <a:buAutoNum type="arabicPeriod"/>
            </a:pPr>
            <a:r>
              <a:rPr lang="en-US" b="1" dirty="0"/>
              <a:t>Gemini</a:t>
            </a:r>
          </a:p>
          <a:p>
            <a:pPr marL="342900" indent="-342900">
              <a:buFont typeface="+mj-lt"/>
              <a:buAutoNum type="arabicPeriod"/>
            </a:pPr>
            <a:r>
              <a:rPr lang="en-US" b="1" dirty="0"/>
              <a:t>CoPilot</a:t>
            </a:r>
            <a:endParaRPr lang="en-ID" b="1" dirty="0"/>
          </a:p>
        </p:txBody>
      </p:sp>
      <p:pic>
        <p:nvPicPr>
          <p:cNvPr id="1030" name="Picture 6" descr="Image result for deepseek">
            <a:extLst>
              <a:ext uri="{FF2B5EF4-FFF2-40B4-BE49-F238E27FC236}">
                <a16:creationId xmlns:a16="http://schemas.microsoft.com/office/drawing/2014/main" id="{172D05AF-8EF1-64BD-E6CB-F0E4E77FD8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5425" y="3429000"/>
            <a:ext cx="2081212" cy="131039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Image result for chatgpt">
            <a:extLst>
              <a:ext uri="{FF2B5EF4-FFF2-40B4-BE49-F238E27FC236}">
                <a16:creationId xmlns:a16="http://schemas.microsoft.com/office/drawing/2014/main" id="{21974660-D82B-ED23-AC34-D773295A554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8519" t="29352" r="5624" b="29464"/>
          <a:stretch/>
        </p:blipFill>
        <p:spPr bwMode="auto">
          <a:xfrm>
            <a:off x="5237332" y="5105400"/>
            <a:ext cx="1717336" cy="880537"/>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Image result for google bard">
            <a:extLst>
              <a:ext uri="{FF2B5EF4-FFF2-40B4-BE49-F238E27FC236}">
                <a16:creationId xmlns:a16="http://schemas.microsoft.com/office/drawing/2014/main" id="{BF2BA10E-93C9-2D1D-F4CB-AFDF5B400408}"/>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4971"/>
          <a:stretch/>
        </p:blipFill>
        <p:spPr bwMode="auto">
          <a:xfrm>
            <a:off x="4175700" y="4920079"/>
            <a:ext cx="685800" cy="62558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D693D11C-EBC9-BDB3-4B36-BC42789477AA}"/>
              </a:ext>
            </a:extLst>
          </p:cNvPr>
          <p:cNvPicPr>
            <a:picLocks noChangeAspect="1"/>
          </p:cNvPicPr>
          <p:nvPr/>
        </p:nvPicPr>
        <p:blipFill>
          <a:blip r:embed="rId6"/>
          <a:srcRect l="26624" r="26924" b="31758"/>
          <a:stretch/>
        </p:blipFill>
        <p:spPr>
          <a:xfrm>
            <a:off x="2654151" y="5061785"/>
            <a:ext cx="1232050" cy="1062640"/>
          </a:xfrm>
          <a:prstGeom prst="rect">
            <a:avLst/>
          </a:prstGeom>
        </p:spPr>
      </p:pic>
    </p:spTree>
    <p:extLst>
      <p:ext uri="{BB962C8B-B14F-4D97-AF65-F5344CB8AC3E}">
        <p14:creationId xmlns:p14="http://schemas.microsoft.com/office/powerpoint/2010/main" val="9800777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C9A9A-1562-D9F4-522C-8B2C1318F36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25508A6-EDAA-5144-D175-4134FE42C355}"/>
              </a:ext>
            </a:extLst>
          </p:cNvPr>
          <p:cNvSpPr txBox="1"/>
          <p:nvPr/>
        </p:nvSpPr>
        <p:spPr>
          <a:xfrm>
            <a:off x="762000" y="304800"/>
            <a:ext cx="5262979" cy="646331"/>
          </a:xfrm>
          <a:prstGeom prst="rect">
            <a:avLst/>
          </a:prstGeom>
          <a:noFill/>
        </p:spPr>
        <p:txBody>
          <a:bodyPr wrap="none" rtlCol="0">
            <a:spAutoFit/>
          </a:bodyPr>
          <a:lstStyle/>
          <a:p>
            <a:r>
              <a:rPr lang="en-ID" sz="3600" dirty="0" err="1">
                <a:solidFill>
                  <a:schemeClr val="bg1"/>
                </a:solidFill>
              </a:rPr>
              <a:t>Fungsi-Fungsi</a:t>
            </a:r>
            <a:r>
              <a:rPr lang="en-ID" sz="3600" dirty="0">
                <a:solidFill>
                  <a:schemeClr val="bg1"/>
                </a:solidFill>
              </a:rPr>
              <a:t> </a:t>
            </a:r>
            <a:r>
              <a:rPr lang="en-ID" sz="3600" dirty="0" err="1">
                <a:solidFill>
                  <a:schemeClr val="bg1"/>
                </a:solidFill>
              </a:rPr>
              <a:t>dari</a:t>
            </a:r>
            <a:r>
              <a:rPr lang="en-ID" sz="3600" dirty="0">
                <a:solidFill>
                  <a:schemeClr val="bg1"/>
                </a:solidFill>
              </a:rPr>
              <a:t> Tools</a:t>
            </a:r>
          </a:p>
        </p:txBody>
      </p:sp>
      <p:sp>
        <p:nvSpPr>
          <p:cNvPr id="7" name="TextBox 6">
            <a:extLst>
              <a:ext uri="{FF2B5EF4-FFF2-40B4-BE49-F238E27FC236}">
                <a16:creationId xmlns:a16="http://schemas.microsoft.com/office/drawing/2014/main" id="{C48C054B-4D42-49B2-92F7-8A0D25167C6A}"/>
              </a:ext>
            </a:extLst>
          </p:cNvPr>
          <p:cNvSpPr txBox="1"/>
          <p:nvPr/>
        </p:nvSpPr>
        <p:spPr>
          <a:xfrm>
            <a:off x="762000" y="1067336"/>
            <a:ext cx="9905999" cy="6247864"/>
          </a:xfrm>
          <a:prstGeom prst="rect">
            <a:avLst/>
          </a:prstGeom>
          <a:noFill/>
        </p:spPr>
        <p:txBody>
          <a:bodyPr wrap="square" rtlCol="0">
            <a:spAutoFit/>
          </a:bodyPr>
          <a:lstStyle/>
          <a:p>
            <a:r>
              <a:rPr lang="sv-SE" sz="2000" b="1" dirty="0"/>
              <a:t>Menjelaskan fitur utama yang ditawarkan</a:t>
            </a:r>
          </a:p>
          <a:p>
            <a:r>
              <a:rPr lang="sv-SE" sz="2000" dirty="0"/>
              <a:t>→ Menguraikan fitur atau kemampuan utama dari tools/software. Misalnya, ChatGPT memiliki fitur pemrosesan bahasa alami (NLP) yang memungkinkan interaksi berbasis teks yang canggih, sementara TensorFlow memiliki fitur untuk membangun dan melatih model machine learning.</a:t>
            </a:r>
          </a:p>
          <a:p>
            <a:endParaRPr lang="sv-SE" sz="2000" dirty="0"/>
          </a:p>
          <a:p>
            <a:r>
              <a:rPr lang="sv-SE" sz="2000" b="1" dirty="0"/>
              <a:t>Contoh penggunaan dalam skenario nyata</a:t>
            </a:r>
            <a:br>
              <a:rPr lang="sv-SE" sz="2000" dirty="0"/>
            </a:br>
            <a:r>
              <a:rPr lang="sv-SE" sz="2000" dirty="0"/>
              <a:t>→ Memberikan ilustrasi bagaimana tools ini diterapkan dalam kehidupan nyata atau industri tertentu. Misalnya, Google Bard digunakan untuk brainstorming ide konten, sementara OpenAI ChatGPT lebih sering digunakan dalam layanan customer support otomatis.</a:t>
            </a:r>
          </a:p>
          <a:p>
            <a:endParaRPr lang="sv-SE" sz="2000" dirty="0"/>
          </a:p>
          <a:p>
            <a:r>
              <a:rPr lang="sv-SE" sz="2000" b="1" dirty="0"/>
              <a:t>Perbedaan fungsi dibandingkan aplikasi serupa</a:t>
            </a:r>
            <a:br>
              <a:rPr lang="sv-SE" sz="2000" dirty="0"/>
            </a:br>
            <a:r>
              <a:rPr lang="sv-SE" sz="2000" dirty="0"/>
              <a:t>→ Membandingkan bagaimana suatu tools bekerja dibandingkan alternatif lain yang memiliki tujuan serupa. Misalnya, Flask vs. FastAPI dalam membangun API: Flask lebih sederhana dan fleksibel, sedangkan FastAPI lebih cepat dan berbasis asynchronous.</a:t>
            </a:r>
          </a:p>
          <a:p>
            <a:endParaRPr lang="sv-SE" sz="2000" dirty="0"/>
          </a:p>
          <a:p>
            <a:endParaRPr lang="sv-SE" sz="2000" dirty="0"/>
          </a:p>
          <a:p>
            <a:endParaRPr lang="en-ID" sz="2000" dirty="0"/>
          </a:p>
        </p:txBody>
      </p:sp>
    </p:spTree>
    <p:extLst>
      <p:ext uri="{BB962C8B-B14F-4D97-AF65-F5344CB8AC3E}">
        <p14:creationId xmlns:p14="http://schemas.microsoft.com/office/powerpoint/2010/main" val="40189858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136D9-AEA5-4E4A-6CC1-0C0DC090421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0749201-71E5-E046-A6A9-D869D24DF6AA}"/>
              </a:ext>
            </a:extLst>
          </p:cNvPr>
          <p:cNvSpPr txBox="1"/>
          <p:nvPr/>
        </p:nvSpPr>
        <p:spPr>
          <a:xfrm>
            <a:off x="762000" y="304800"/>
            <a:ext cx="4544834" cy="646331"/>
          </a:xfrm>
          <a:prstGeom prst="rect">
            <a:avLst/>
          </a:prstGeom>
          <a:noFill/>
        </p:spPr>
        <p:txBody>
          <a:bodyPr wrap="none" rtlCol="0">
            <a:spAutoFit/>
          </a:bodyPr>
          <a:lstStyle/>
          <a:p>
            <a:r>
              <a:rPr lang="en-ID" sz="3600" dirty="0">
                <a:solidFill>
                  <a:schemeClr val="bg1"/>
                </a:solidFill>
              </a:rPr>
              <a:t>Cara </a:t>
            </a:r>
            <a:r>
              <a:rPr lang="en-ID" sz="3600" dirty="0" err="1">
                <a:solidFill>
                  <a:schemeClr val="bg1"/>
                </a:solidFill>
              </a:rPr>
              <a:t>Kerja</a:t>
            </a:r>
            <a:r>
              <a:rPr lang="en-ID" sz="3600" dirty="0">
                <a:solidFill>
                  <a:schemeClr val="bg1"/>
                </a:solidFill>
              </a:rPr>
              <a:t> </a:t>
            </a:r>
            <a:r>
              <a:rPr lang="en-ID" sz="3600" dirty="0" err="1">
                <a:solidFill>
                  <a:schemeClr val="bg1"/>
                </a:solidFill>
              </a:rPr>
              <a:t>dari</a:t>
            </a:r>
            <a:r>
              <a:rPr lang="en-ID" sz="3600" dirty="0">
                <a:solidFill>
                  <a:schemeClr val="bg1"/>
                </a:solidFill>
              </a:rPr>
              <a:t> Tools</a:t>
            </a:r>
          </a:p>
        </p:txBody>
      </p:sp>
      <p:sp>
        <p:nvSpPr>
          <p:cNvPr id="7" name="TextBox 6">
            <a:extLst>
              <a:ext uri="{FF2B5EF4-FFF2-40B4-BE49-F238E27FC236}">
                <a16:creationId xmlns:a16="http://schemas.microsoft.com/office/drawing/2014/main" id="{2E216F30-0739-1D5E-A9AD-AE71FBCA6816}"/>
              </a:ext>
            </a:extLst>
          </p:cNvPr>
          <p:cNvSpPr txBox="1"/>
          <p:nvPr/>
        </p:nvSpPr>
        <p:spPr>
          <a:xfrm>
            <a:off x="762000" y="1067336"/>
            <a:ext cx="9905999" cy="5693866"/>
          </a:xfrm>
          <a:prstGeom prst="rect">
            <a:avLst/>
          </a:prstGeom>
          <a:noFill/>
        </p:spPr>
        <p:txBody>
          <a:bodyPr wrap="square" rtlCol="0">
            <a:spAutoFit/>
          </a:bodyPr>
          <a:lstStyle/>
          <a:p>
            <a:pPr>
              <a:buNone/>
            </a:pPr>
            <a:r>
              <a:rPr lang="en-ID" dirty="0" err="1"/>
              <a:t>Bagaimana</a:t>
            </a:r>
            <a:r>
              <a:rPr lang="en-ID" dirty="0"/>
              <a:t> </a:t>
            </a:r>
            <a:r>
              <a:rPr lang="en-ID" dirty="0" err="1"/>
              <a:t>suatu</a:t>
            </a:r>
            <a:r>
              <a:rPr lang="en-ID" dirty="0"/>
              <a:t> tools </a:t>
            </a:r>
            <a:r>
              <a:rPr lang="en-ID" dirty="0" err="1"/>
              <a:t>atau</a:t>
            </a:r>
            <a:r>
              <a:rPr lang="en-ID" dirty="0"/>
              <a:t> software </a:t>
            </a:r>
            <a:r>
              <a:rPr lang="en-ID" dirty="0" err="1"/>
              <a:t>beroperasi</a:t>
            </a:r>
            <a:r>
              <a:rPr lang="en-ID" dirty="0"/>
              <a:t> di </a:t>
            </a:r>
            <a:r>
              <a:rPr lang="en-ID" dirty="0" err="1"/>
              <a:t>balik</a:t>
            </a:r>
            <a:r>
              <a:rPr lang="en-ID" dirty="0"/>
              <a:t> </a:t>
            </a:r>
            <a:r>
              <a:rPr lang="en-ID" dirty="0" err="1"/>
              <a:t>layar</a:t>
            </a:r>
            <a:r>
              <a:rPr lang="en-ID" dirty="0"/>
              <a:t>, </a:t>
            </a:r>
            <a:r>
              <a:rPr lang="en-ID" dirty="0" err="1"/>
              <a:t>termasuk</a:t>
            </a:r>
            <a:r>
              <a:rPr lang="en-ID" dirty="0"/>
              <a:t> </a:t>
            </a:r>
            <a:r>
              <a:rPr lang="en-ID" dirty="0" err="1"/>
              <a:t>struktur</a:t>
            </a:r>
            <a:r>
              <a:rPr lang="en-ID" dirty="0"/>
              <a:t> </a:t>
            </a:r>
            <a:r>
              <a:rPr lang="en-ID" dirty="0" err="1"/>
              <a:t>sistem</a:t>
            </a:r>
            <a:r>
              <a:rPr lang="en-ID" dirty="0"/>
              <a:t>, proses internal, dan </a:t>
            </a:r>
            <a:r>
              <a:rPr lang="en-ID" dirty="0" err="1"/>
              <a:t>cara</a:t>
            </a:r>
            <a:r>
              <a:rPr lang="en-ID" dirty="0"/>
              <a:t> </a:t>
            </a:r>
            <a:r>
              <a:rPr lang="en-ID" dirty="0" err="1"/>
              <a:t>berinteraksi</a:t>
            </a:r>
            <a:r>
              <a:rPr lang="en-ID" dirty="0"/>
              <a:t> </a:t>
            </a:r>
            <a:r>
              <a:rPr lang="en-ID" dirty="0" err="1"/>
              <a:t>dengan</a:t>
            </a:r>
            <a:r>
              <a:rPr lang="en-ID" dirty="0"/>
              <a:t> </a:t>
            </a:r>
            <a:r>
              <a:rPr lang="en-ID" dirty="0" err="1"/>
              <a:t>pengguna</a:t>
            </a:r>
            <a:r>
              <a:rPr lang="en-ID" dirty="0"/>
              <a:t> </a:t>
            </a:r>
            <a:r>
              <a:rPr lang="en-ID" dirty="0" err="1"/>
              <a:t>atau</a:t>
            </a:r>
            <a:r>
              <a:rPr lang="en-ID" dirty="0"/>
              <a:t> </a:t>
            </a:r>
            <a:r>
              <a:rPr lang="en-ID" dirty="0" err="1"/>
              <a:t>sistem</a:t>
            </a:r>
            <a:r>
              <a:rPr lang="en-ID" dirty="0"/>
              <a:t> lain. </a:t>
            </a:r>
          </a:p>
          <a:p>
            <a:pPr>
              <a:buFont typeface="+mj-lt"/>
              <a:buAutoNum type="arabicPeriod"/>
            </a:pPr>
            <a:r>
              <a:rPr lang="en-ID" b="1" dirty="0" err="1"/>
              <a:t>Arsitektur</a:t>
            </a:r>
            <a:r>
              <a:rPr lang="en-ID" b="1" dirty="0"/>
              <a:t> dan </a:t>
            </a:r>
            <a:r>
              <a:rPr lang="en-ID" b="1" dirty="0" err="1"/>
              <a:t>Mekanisme</a:t>
            </a:r>
            <a:r>
              <a:rPr lang="en-ID" b="1" dirty="0"/>
              <a:t> </a:t>
            </a:r>
            <a:r>
              <a:rPr lang="en-ID" b="1" dirty="0" err="1"/>
              <a:t>Kerja</a:t>
            </a:r>
            <a:br>
              <a:rPr lang="en-ID" dirty="0"/>
            </a:br>
            <a:r>
              <a:rPr lang="en-ID" dirty="0"/>
              <a:t>→ </a:t>
            </a:r>
            <a:r>
              <a:rPr lang="en-ID" dirty="0" err="1"/>
              <a:t>Menguraikan</a:t>
            </a:r>
            <a:r>
              <a:rPr lang="en-ID" dirty="0"/>
              <a:t> </a:t>
            </a:r>
            <a:r>
              <a:rPr lang="en-ID" dirty="0" err="1"/>
              <a:t>bagaimana</a:t>
            </a:r>
            <a:r>
              <a:rPr lang="en-ID" dirty="0"/>
              <a:t> tools </a:t>
            </a:r>
            <a:r>
              <a:rPr lang="en-ID" dirty="0" err="1"/>
              <a:t>tersebut</a:t>
            </a:r>
            <a:r>
              <a:rPr lang="en-ID" dirty="0"/>
              <a:t> </a:t>
            </a:r>
            <a:r>
              <a:rPr lang="en-ID" dirty="0" err="1"/>
              <a:t>dirancang</a:t>
            </a:r>
            <a:r>
              <a:rPr lang="en-ID" dirty="0"/>
              <a:t> dan </a:t>
            </a:r>
            <a:r>
              <a:rPr lang="en-ID" dirty="0" err="1"/>
              <a:t>bagaimana</a:t>
            </a:r>
            <a:r>
              <a:rPr lang="en-ID" dirty="0"/>
              <a:t> </a:t>
            </a:r>
            <a:r>
              <a:rPr lang="en-ID" dirty="0" err="1"/>
              <a:t>komponen-komponennya</a:t>
            </a:r>
            <a:r>
              <a:rPr lang="en-ID" dirty="0"/>
              <a:t> </a:t>
            </a:r>
            <a:r>
              <a:rPr lang="en-ID" dirty="0" err="1"/>
              <a:t>berinteraksi</a:t>
            </a:r>
            <a:r>
              <a:rPr lang="en-ID" dirty="0"/>
              <a:t>. </a:t>
            </a:r>
            <a:r>
              <a:rPr lang="en-ID" dirty="0" err="1"/>
              <a:t>Misalnya</a:t>
            </a:r>
            <a:r>
              <a:rPr lang="en-ID" dirty="0"/>
              <a:t>:</a:t>
            </a:r>
          </a:p>
          <a:p>
            <a:pPr marL="742950" lvl="1" indent="-285750">
              <a:buFont typeface="+mj-lt"/>
              <a:buAutoNum type="arabicPeriod"/>
            </a:pPr>
            <a:r>
              <a:rPr lang="en-ID" b="1" dirty="0"/>
              <a:t>ChatGPT</a:t>
            </a:r>
            <a:r>
              <a:rPr lang="en-ID" dirty="0"/>
              <a:t> </a:t>
            </a:r>
            <a:r>
              <a:rPr lang="en-ID" dirty="0" err="1"/>
              <a:t>berbasis</a:t>
            </a:r>
            <a:r>
              <a:rPr lang="en-ID" dirty="0"/>
              <a:t> model Transformer </a:t>
            </a:r>
            <a:r>
              <a:rPr lang="en-ID" dirty="0" err="1"/>
              <a:t>dengan</a:t>
            </a:r>
            <a:r>
              <a:rPr lang="en-ID" dirty="0"/>
              <a:t> </a:t>
            </a:r>
            <a:r>
              <a:rPr lang="en-ID" dirty="0" err="1"/>
              <a:t>arsitektur</a:t>
            </a:r>
            <a:r>
              <a:rPr lang="en-ID" dirty="0"/>
              <a:t> deep learning yang </a:t>
            </a:r>
            <a:r>
              <a:rPr lang="en-ID" dirty="0" err="1"/>
              <a:t>terdiri</a:t>
            </a:r>
            <a:r>
              <a:rPr lang="en-ID" dirty="0"/>
              <a:t> </a:t>
            </a:r>
            <a:r>
              <a:rPr lang="en-ID" dirty="0" err="1"/>
              <a:t>dari</a:t>
            </a:r>
            <a:r>
              <a:rPr lang="en-ID" dirty="0"/>
              <a:t> </a:t>
            </a:r>
            <a:r>
              <a:rPr lang="en-ID" dirty="0" err="1"/>
              <a:t>lapisan</a:t>
            </a:r>
            <a:r>
              <a:rPr lang="en-ID" dirty="0"/>
              <a:t> encoder-decoder.</a:t>
            </a:r>
          </a:p>
          <a:p>
            <a:pPr marL="742950" lvl="1" indent="-285750">
              <a:buFont typeface="+mj-lt"/>
              <a:buAutoNum type="arabicPeriod"/>
            </a:pPr>
            <a:r>
              <a:rPr lang="en-ID" b="1" dirty="0"/>
              <a:t>Docker</a:t>
            </a:r>
            <a:r>
              <a:rPr lang="en-ID" dirty="0"/>
              <a:t> </a:t>
            </a:r>
            <a:r>
              <a:rPr lang="en-ID" dirty="0" err="1"/>
              <a:t>menggunakan</a:t>
            </a:r>
            <a:r>
              <a:rPr lang="en-ID" dirty="0"/>
              <a:t> containerization </a:t>
            </a:r>
            <a:r>
              <a:rPr lang="en-ID" dirty="0" err="1"/>
              <a:t>untuk</a:t>
            </a:r>
            <a:r>
              <a:rPr lang="en-ID" dirty="0"/>
              <a:t> </a:t>
            </a:r>
            <a:r>
              <a:rPr lang="en-ID" dirty="0" err="1"/>
              <a:t>menjalankan</a:t>
            </a:r>
            <a:r>
              <a:rPr lang="en-ID" dirty="0"/>
              <a:t> </a:t>
            </a:r>
            <a:r>
              <a:rPr lang="en-ID" dirty="0" err="1"/>
              <a:t>aplikasi</a:t>
            </a:r>
            <a:r>
              <a:rPr lang="en-ID" dirty="0"/>
              <a:t> </a:t>
            </a:r>
            <a:r>
              <a:rPr lang="en-ID" dirty="0" err="1"/>
              <a:t>dalam</a:t>
            </a:r>
            <a:r>
              <a:rPr lang="en-ID" dirty="0"/>
              <a:t> </a:t>
            </a:r>
            <a:r>
              <a:rPr lang="en-ID" dirty="0" err="1"/>
              <a:t>lingkungan</a:t>
            </a:r>
            <a:r>
              <a:rPr lang="en-ID" dirty="0"/>
              <a:t> yang </a:t>
            </a:r>
            <a:r>
              <a:rPr lang="en-ID" dirty="0" err="1"/>
              <a:t>terisolasi</a:t>
            </a:r>
            <a:r>
              <a:rPr lang="en-ID" dirty="0"/>
              <a:t>.</a:t>
            </a:r>
          </a:p>
          <a:p>
            <a:pPr marL="742950" lvl="1" indent="-285750">
              <a:buFont typeface="+mj-lt"/>
              <a:buAutoNum type="arabicPeriod"/>
            </a:pPr>
            <a:r>
              <a:rPr lang="en-ID" b="1" dirty="0" err="1"/>
              <a:t>FastAPI</a:t>
            </a:r>
            <a:r>
              <a:rPr lang="en-ID" dirty="0"/>
              <a:t> </a:t>
            </a:r>
            <a:r>
              <a:rPr lang="en-ID" dirty="0" err="1"/>
              <a:t>memanfaatkan</a:t>
            </a:r>
            <a:r>
              <a:rPr lang="en-ID" dirty="0"/>
              <a:t> asynchronous request handling </a:t>
            </a:r>
            <a:r>
              <a:rPr lang="en-ID" dirty="0" err="1"/>
              <a:t>untuk</a:t>
            </a:r>
            <a:r>
              <a:rPr lang="en-ID" dirty="0"/>
              <a:t> </a:t>
            </a:r>
            <a:r>
              <a:rPr lang="en-ID" dirty="0" err="1"/>
              <a:t>meningkatkan</a:t>
            </a:r>
            <a:r>
              <a:rPr lang="en-ID" dirty="0"/>
              <a:t> </a:t>
            </a:r>
            <a:r>
              <a:rPr lang="en-ID" dirty="0" err="1"/>
              <a:t>efisiensi</a:t>
            </a:r>
            <a:r>
              <a:rPr lang="en-ID" dirty="0"/>
              <a:t> API.</a:t>
            </a:r>
          </a:p>
          <a:p>
            <a:pPr>
              <a:buFont typeface="+mj-lt"/>
              <a:buAutoNum type="arabicPeriod"/>
            </a:pPr>
            <a:r>
              <a:rPr lang="en-ID" b="1" dirty="0"/>
              <a:t>Diagram Alur Proses</a:t>
            </a:r>
            <a:br>
              <a:rPr lang="en-ID" dirty="0"/>
            </a:br>
            <a:r>
              <a:rPr lang="en-ID" dirty="0"/>
              <a:t>→ </a:t>
            </a:r>
            <a:r>
              <a:rPr lang="en-ID" dirty="0" err="1"/>
              <a:t>Menyajikan</a:t>
            </a:r>
            <a:r>
              <a:rPr lang="en-ID" dirty="0"/>
              <a:t> </a:t>
            </a:r>
            <a:r>
              <a:rPr lang="en-ID" dirty="0" err="1"/>
              <a:t>langkah-langkah</a:t>
            </a:r>
            <a:r>
              <a:rPr lang="en-ID" dirty="0"/>
              <a:t> </a:t>
            </a:r>
            <a:r>
              <a:rPr lang="en-ID" dirty="0" err="1"/>
              <a:t>utama</a:t>
            </a:r>
            <a:r>
              <a:rPr lang="en-ID" dirty="0"/>
              <a:t> </a:t>
            </a:r>
            <a:r>
              <a:rPr lang="en-ID" dirty="0" err="1"/>
              <a:t>dalam</a:t>
            </a:r>
            <a:r>
              <a:rPr lang="en-ID" dirty="0"/>
              <a:t> </a:t>
            </a:r>
            <a:r>
              <a:rPr lang="en-ID" dirty="0" err="1"/>
              <a:t>penggunaan</a:t>
            </a:r>
            <a:r>
              <a:rPr lang="en-ID" dirty="0"/>
              <a:t> tools </a:t>
            </a:r>
            <a:r>
              <a:rPr lang="en-ID" dirty="0" err="1"/>
              <a:t>dalam</a:t>
            </a:r>
            <a:r>
              <a:rPr lang="en-ID" dirty="0"/>
              <a:t> </a:t>
            </a:r>
            <a:r>
              <a:rPr lang="en-ID" dirty="0" err="1"/>
              <a:t>bentuk</a:t>
            </a:r>
            <a:r>
              <a:rPr lang="en-ID" dirty="0"/>
              <a:t> diagram. </a:t>
            </a:r>
            <a:r>
              <a:rPr lang="en-ID" dirty="0" err="1"/>
              <a:t>Misalnya</a:t>
            </a:r>
            <a:r>
              <a:rPr lang="en-ID" dirty="0"/>
              <a:t>, </a:t>
            </a:r>
            <a:r>
              <a:rPr lang="en-ID" dirty="0" err="1"/>
              <a:t>dalam</a:t>
            </a:r>
            <a:r>
              <a:rPr lang="en-ID" dirty="0"/>
              <a:t> chatbot AI:</a:t>
            </a:r>
          </a:p>
          <a:p>
            <a:pPr marL="742950" lvl="1" indent="-285750">
              <a:buFont typeface="+mj-lt"/>
              <a:buAutoNum type="arabicPeriod"/>
            </a:pPr>
            <a:r>
              <a:rPr lang="en-ID" dirty="0" err="1"/>
              <a:t>Pengguna</a:t>
            </a:r>
            <a:r>
              <a:rPr lang="en-ID" dirty="0"/>
              <a:t> </a:t>
            </a:r>
            <a:r>
              <a:rPr lang="en-ID" dirty="0" err="1"/>
              <a:t>menginput</a:t>
            </a:r>
            <a:r>
              <a:rPr lang="en-ID" dirty="0"/>
              <a:t> </a:t>
            </a:r>
            <a:r>
              <a:rPr lang="en-ID" dirty="0" err="1"/>
              <a:t>pertanyaan</a:t>
            </a:r>
            <a:r>
              <a:rPr lang="en-ID" dirty="0"/>
              <a:t>.</a:t>
            </a:r>
          </a:p>
          <a:p>
            <a:pPr marL="742950" lvl="1" indent="-285750">
              <a:buFont typeface="+mj-lt"/>
              <a:buAutoNum type="arabicPeriod"/>
            </a:pPr>
            <a:r>
              <a:rPr lang="en-ID" dirty="0"/>
              <a:t>Model NLP </a:t>
            </a:r>
            <a:r>
              <a:rPr lang="en-ID" dirty="0" err="1"/>
              <a:t>memproses</a:t>
            </a:r>
            <a:r>
              <a:rPr lang="en-ID" dirty="0"/>
              <a:t> </a:t>
            </a:r>
            <a:r>
              <a:rPr lang="en-ID" dirty="0" err="1"/>
              <a:t>teks</a:t>
            </a:r>
            <a:r>
              <a:rPr lang="en-ID" dirty="0"/>
              <a:t> dan </a:t>
            </a:r>
            <a:r>
              <a:rPr lang="en-ID" dirty="0" err="1"/>
              <a:t>memahami</a:t>
            </a:r>
            <a:r>
              <a:rPr lang="en-ID" dirty="0"/>
              <a:t> </a:t>
            </a:r>
            <a:r>
              <a:rPr lang="en-ID" dirty="0" err="1"/>
              <a:t>maksudnya</a:t>
            </a:r>
            <a:r>
              <a:rPr lang="en-ID" dirty="0"/>
              <a:t>.</a:t>
            </a:r>
          </a:p>
          <a:p>
            <a:pPr marL="742950" lvl="1" indent="-285750">
              <a:buFont typeface="+mj-lt"/>
              <a:buAutoNum type="arabicPeriod"/>
            </a:pPr>
            <a:r>
              <a:rPr lang="en-ID" dirty="0" err="1"/>
              <a:t>Sistem</a:t>
            </a:r>
            <a:r>
              <a:rPr lang="en-ID" dirty="0"/>
              <a:t> </a:t>
            </a:r>
            <a:r>
              <a:rPr lang="en-ID" dirty="0" err="1"/>
              <a:t>mengambil</a:t>
            </a:r>
            <a:r>
              <a:rPr lang="en-ID" dirty="0"/>
              <a:t> </a:t>
            </a:r>
            <a:r>
              <a:rPr lang="en-ID" dirty="0" err="1"/>
              <a:t>informasi</a:t>
            </a:r>
            <a:r>
              <a:rPr lang="en-ID" dirty="0"/>
              <a:t> </a:t>
            </a:r>
            <a:r>
              <a:rPr lang="en-ID" dirty="0" err="1"/>
              <a:t>dari</a:t>
            </a:r>
            <a:r>
              <a:rPr lang="en-ID" dirty="0"/>
              <a:t> database </a:t>
            </a:r>
            <a:r>
              <a:rPr lang="en-ID" dirty="0" err="1"/>
              <a:t>atau</a:t>
            </a:r>
            <a:r>
              <a:rPr lang="en-ID" dirty="0"/>
              <a:t> model ML.</a:t>
            </a:r>
          </a:p>
          <a:p>
            <a:pPr marL="742950" lvl="1" indent="-285750">
              <a:buFont typeface="+mj-lt"/>
              <a:buAutoNum type="arabicPeriod"/>
            </a:pPr>
            <a:r>
              <a:rPr lang="en-ID" dirty="0" err="1"/>
              <a:t>Jawaban</a:t>
            </a:r>
            <a:r>
              <a:rPr lang="en-ID" dirty="0"/>
              <a:t> </a:t>
            </a:r>
            <a:r>
              <a:rPr lang="en-ID" dirty="0" err="1"/>
              <a:t>dikembalikan</a:t>
            </a:r>
            <a:r>
              <a:rPr lang="en-ID" dirty="0"/>
              <a:t> </a:t>
            </a:r>
            <a:r>
              <a:rPr lang="en-ID" dirty="0" err="1"/>
              <a:t>kepada</a:t>
            </a:r>
            <a:r>
              <a:rPr lang="en-ID" dirty="0"/>
              <a:t> </a:t>
            </a:r>
            <a:r>
              <a:rPr lang="en-ID" dirty="0" err="1"/>
              <a:t>pengguna</a:t>
            </a:r>
            <a:r>
              <a:rPr lang="en-ID" dirty="0"/>
              <a:t>.</a:t>
            </a:r>
          </a:p>
          <a:p>
            <a:endParaRPr lang="sv-SE" sz="2000" dirty="0"/>
          </a:p>
          <a:p>
            <a:endParaRPr lang="en-ID" sz="2000" dirty="0"/>
          </a:p>
        </p:txBody>
      </p:sp>
    </p:spTree>
    <p:extLst>
      <p:ext uri="{BB962C8B-B14F-4D97-AF65-F5344CB8AC3E}">
        <p14:creationId xmlns:p14="http://schemas.microsoft.com/office/powerpoint/2010/main" val="1560343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3AE36-B846-14D9-89F8-28F1AD2B1E0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1F95F56-8916-1455-2BF2-A68AE4CB711A}"/>
              </a:ext>
            </a:extLst>
          </p:cNvPr>
          <p:cNvSpPr txBox="1"/>
          <p:nvPr/>
        </p:nvSpPr>
        <p:spPr>
          <a:xfrm>
            <a:off x="762000" y="304800"/>
            <a:ext cx="4544834" cy="646331"/>
          </a:xfrm>
          <a:prstGeom prst="rect">
            <a:avLst/>
          </a:prstGeom>
          <a:noFill/>
        </p:spPr>
        <p:txBody>
          <a:bodyPr wrap="none" rtlCol="0">
            <a:spAutoFit/>
          </a:bodyPr>
          <a:lstStyle/>
          <a:p>
            <a:r>
              <a:rPr lang="en-ID" sz="3600" dirty="0">
                <a:solidFill>
                  <a:schemeClr val="bg1"/>
                </a:solidFill>
              </a:rPr>
              <a:t>Cara </a:t>
            </a:r>
            <a:r>
              <a:rPr lang="en-ID" sz="3600" dirty="0" err="1">
                <a:solidFill>
                  <a:schemeClr val="bg1"/>
                </a:solidFill>
              </a:rPr>
              <a:t>Kerja</a:t>
            </a:r>
            <a:r>
              <a:rPr lang="en-ID" sz="3600" dirty="0">
                <a:solidFill>
                  <a:schemeClr val="bg1"/>
                </a:solidFill>
              </a:rPr>
              <a:t> </a:t>
            </a:r>
            <a:r>
              <a:rPr lang="en-ID" sz="3600" dirty="0" err="1">
                <a:solidFill>
                  <a:schemeClr val="bg1"/>
                </a:solidFill>
              </a:rPr>
              <a:t>dari</a:t>
            </a:r>
            <a:r>
              <a:rPr lang="en-ID" sz="3600" dirty="0">
                <a:solidFill>
                  <a:schemeClr val="bg1"/>
                </a:solidFill>
              </a:rPr>
              <a:t> Tools</a:t>
            </a:r>
          </a:p>
        </p:txBody>
      </p:sp>
      <p:sp>
        <p:nvSpPr>
          <p:cNvPr id="7" name="TextBox 6">
            <a:extLst>
              <a:ext uri="{FF2B5EF4-FFF2-40B4-BE49-F238E27FC236}">
                <a16:creationId xmlns:a16="http://schemas.microsoft.com/office/drawing/2014/main" id="{3C0186B1-F174-96F2-2FD5-2C2679884111}"/>
              </a:ext>
            </a:extLst>
          </p:cNvPr>
          <p:cNvSpPr txBox="1"/>
          <p:nvPr/>
        </p:nvSpPr>
        <p:spPr>
          <a:xfrm>
            <a:off x="762000" y="1067336"/>
            <a:ext cx="9905999" cy="2954655"/>
          </a:xfrm>
          <a:prstGeom prst="rect">
            <a:avLst/>
          </a:prstGeom>
          <a:noFill/>
        </p:spPr>
        <p:txBody>
          <a:bodyPr wrap="square" rtlCol="0">
            <a:spAutoFit/>
          </a:bodyPr>
          <a:lstStyle/>
          <a:p>
            <a:r>
              <a:rPr lang="en-ID" b="1" dirty="0"/>
              <a:t>3. </a:t>
            </a:r>
            <a:r>
              <a:rPr lang="en-ID" b="1" dirty="0" err="1"/>
              <a:t>Interaksi</a:t>
            </a:r>
            <a:r>
              <a:rPr lang="en-ID" b="1" dirty="0"/>
              <a:t> </a:t>
            </a:r>
            <a:r>
              <a:rPr lang="en-ID" b="1" dirty="0" err="1"/>
              <a:t>dengan</a:t>
            </a:r>
            <a:r>
              <a:rPr lang="en-ID" b="1" dirty="0"/>
              <a:t> </a:t>
            </a:r>
            <a:r>
              <a:rPr lang="en-ID" b="1" dirty="0" err="1"/>
              <a:t>Pengguna</a:t>
            </a:r>
            <a:r>
              <a:rPr lang="en-ID" b="1" dirty="0"/>
              <a:t> dan </a:t>
            </a:r>
            <a:r>
              <a:rPr lang="en-ID" b="1" dirty="0" err="1"/>
              <a:t>Sistem</a:t>
            </a:r>
            <a:r>
              <a:rPr lang="en-ID" b="1" dirty="0"/>
              <a:t> </a:t>
            </a:r>
            <a:r>
              <a:rPr lang="en-ID" b="1" dirty="0" err="1"/>
              <a:t>Lainnya</a:t>
            </a:r>
            <a:br>
              <a:rPr lang="en-ID" dirty="0"/>
            </a:br>
            <a:r>
              <a:rPr lang="en-ID" dirty="0"/>
              <a:t>→ </a:t>
            </a:r>
            <a:r>
              <a:rPr lang="en-ID" dirty="0" err="1"/>
              <a:t>Menjelaskan</a:t>
            </a:r>
            <a:r>
              <a:rPr lang="en-ID" dirty="0"/>
              <a:t> </a:t>
            </a:r>
            <a:r>
              <a:rPr lang="en-ID" dirty="0" err="1"/>
              <a:t>bagaimana</a:t>
            </a:r>
            <a:r>
              <a:rPr lang="en-ID" dirty="0"/>
              <a:t> tools </a:t>
            </a:r>
            <a:r>
              <a:rPr lang="en-ID" dirty="0" err="1"/>
              <a:t>berkomunikasi</a:t>
            </a:r>
            <a:r>
              <a:rPr lang="en-ID" dirty="0"/>
              <a:t> </a:t>
            </a:r>
            <a:r>
              <a:rPr lang="en-ID" dirty="0" err="1"/>
              <a:t>dengan</a:t>
            </a:r>
            <a:r>
              <a:rPr lang="en-ID" dirty="0"/>
              <a:t> </a:t>
            </a:r>
            <a:r>
              <a:rPr lang="en-ID" dirty="0" err="1"/>
              <a:t>pengguna</a:t>
            </a:r>
            <a:r>
              <a:rPr lang="en-ID" dirty="0"/>
              <a:t> </a:t>
            </a:r>
            <a:r>
              <a:rPr lang="en-ID" dirty="0" err="1"/>
              <a:t>atau</a:t>
            </a:r>
            <a:r>
              <a:rPr lang="en-ID" dirty="0"/>
              <a:t> </a:t>
            </a:r>
            <a:r>
              <a:rPr lang="en-ID" dirty="0" err="1"/>
              <a:t>terintegrasi</a:t>
            </a:r>
            <a:r>
              <a:rPr lang="en-ID" dirty="0"/>
              <a:t> </a:t>
            </a:r>
            <a:r>
              <a:rPr lang="en-ID" dirty="0" err="1"/>
              <a:t>dengan</a:t>
            </a:r>
            <a:r>
              <a:rPr lang="en-ID" dirty="0"/>
              <a:t> </a:t>
            </a:r>
            <a:r>
              <a:rPr lang="en-ID" dirty="0" err="1"/>
              <a:t>teknologi</a:t>
            </a:r>
            <a:r>
              <a:rPr lang="en-ID" dirty="0"/>
              <a:t> lain. </a:t>
            </a:r>
            <a:r>
              <a:rPr lang="en-ID" dirty="0" err="1"/>
              <a:t>Contoh</a:t>
            </a:r>
            <a:r>
              <a:rPr lang="en-ID" dirty="0"/>
              <a:t>:</a:t>
            </a:r>
          </a:p>
          <a:p>
            <a:pPr marL="742950" lvl="1" indent="-285750">
              <a:buFont typeface="+mj-lt"/>
              <a:buAutoNum type="arabicPeriod"/>
            </a:pPr>
            <a:r>
              <a:rPr lang="en-ID" b="1" dirty="0"/>
              <a:t>API RESTful</a:t>
            </a:r>
            <a:r>
              <a:rPr lang="en-ID" dirty="0"/>
              <a:t> </a:t>
            </a:r>
            <a:r>
              <a:rPr lang="en-ID" dirty="0" err="1"/>
              <a:t>memungkinkan</a:t>
            </a:r>
            <a:r>
              <a:rPr lang="en-ID" dirty="0"/>
              <a:t> </a:t>
            </a:r>
            <a:r>
              <a:rPr lang="en-ID" dirty="0" err="1"/>
              <a:t>integrasi</a:t>
            </a:r>
            <a:r>
              <a:rPr lang="en-ID" dirty="0"/>
              <a:t> </a:t>
            </a:r>
            <a:r>
              <a:rPr lang="en-ID" dirty="0" err="1"/>
              <a:t>antara</a:t>
            </a:r>
            <a:r>
              <a:rPr lang="en-ID" dirty="0"/>
              <a:t> </a:t>
            </a:r>
            <a:r>
              <a:rPr lang="en-ID" dirty="0" err="1"/>
              <a:t>aplikasi</a:t>
            </a:r>
            <a:r>
              <a:rPr lang="en-ID" dirty="0"/>
              <a:t> web dan mobile.</a:t>
            </a:r>
          </a:p>
          <a:p>
            <a:pPr marL="742950" lvl="1" indent="-285750">
              <a:buFont typeface="+mj-lt"/>
              <a:buAutoNum type="arabicPeriod"/>
            </a:pPr>
            <a:r>
              <a:rPr lang="en-ID" b="1" dirty="0"/>
              <a:t>Machine learning pipeline</a:t>
            </a:r>
            <a:r>
              <a:rPr lang="en-ID" dirty="0"/>
              <a:t> </a:t>
            </a:r>
            <a:r>
              <a:rPr lang="en-ID" dirty="0" err="1"/>
              <a:t>berinteraksi</a:t>
            </a:r>
            <a:r>
              <a:rPr lang="en-ID" dirty="0"/>
              <a:t> </a:t>
            </a:r>
            <a:r>
              <a:rPr lang="en-ID" dirty="0" err="1"/>
              <a:t>dengan</a:t>
            </a:r>
            <a:r>
              <a:rPr lang="en-ID" dirty="0"/>
              <a:t> database </a:t>
            </a:r>
            <a:r>
              <a:rPr lang="en-ID" dirty="0" err="1"/>
              <a:t>untuk</a:t>
            </a:r>
            <a:r>
              <a:rPr lang="en-ID" dirty="0"/>
              <a:t> </a:t>
            </a:r>
            <a:r>
              <a:rPr lang="en-ID" dirty="0" err="1"/>
              <a:t>mengambil</a:t>
            </a:r>
            <a:r>
              <a:rPr lang="en-ID" dirty="0"/>
              <a:t> data </a:t>
            </a:r>
            <a:r>
              <a:rPr lang="en-ID" dirty="0" err="1"/>
              <a:t>pelatihan</a:t>
            </a:r>
            <a:r>
              <a:rPr lang="en-ID" dirty="0"/>
              <a:t>.</a:t>
            </a:r>
          </a:p>
          <a:p>
            <a:pPr marL="742950" lvl="1" indent="-285750">
              <a:buFont typeface="+mj-lt"/>
              <a:buAutoNum type="arabicPeriod"/>
            </a:pPr>
            <a:r>
              <a:rPr lang="en-ID" b="1" dirty="0"/>
              <a:t>Chatbot AI</a:t>
            </a:r>
            <a:r>
              <a:rPr lang="en-ID" dirty="0"/>
              <a:t> </a:t>
            </a:r>
            <a:r>
              <a:rPr lang="en-ID" dirty="0" err="1"/>
              <a:t>dapat</a:t>
            </a:r>
            <a:r>
              <a:rPr lang="en-ID" dirty="0"/>
              <a:t> </a:t>
            </a:r>
            <a:r>
              <a:rPr lang="en-ID" dirty="0" err="1"/>
              <a:t>dihubungkan</a:t>
            </a:r>
            <a:r>
              <a:rPr lang="en-ID" dirty="0"/>
              <a:t> </a:t>
            </a:r>
            <a:r>
              <a:rPr lang="en-ID" dirty="0" err="1"/>
              <a:t>dengan</a:t>
            </a:r>
            <a:r>
              <a:rPr lang="en-ID" dirty="0"/>
              <a:t> </a:t>
            </a:r>
            <a:r>
              <a:rPr lang="en-ID" dirty="0" err="1"/>
              <a:t>sistem</a:t>
            </a:r>
            <a:r>
              <a:rPr lang="en-ID" dirty="0"/>
              <a:t> customer service </a:t>
            </a:r>
            <a:r>
              <a:rPr lang="en-ID" dirty="0" err="1"/>
              <a:t>melalui</a:t>
            </a:r>
            <a:r>
              <a:rPr lang="en-ID" dirty="0"/>
              <a:t> API.</a:t>
            </a:r>
          </a:p>
          <a:p>
            <a:endParaRPr lang="sv-SE" sz="2000" dirty="0"/>
          </a:p>
          <a:p>
            <a:endParaRPr lang="sv-SE" sz="2000" dirty="0"/>
          </a:p>
          <a:p>
            <a:endParaRPr lang="en-ID" sz="2000" dirty="0"/>
          </a:p>
        </p:txBody>
      </p:sp>
    </p:spTree>
    <p:extLst>
      <p:ext uri="{BB962C8B-B14F-4D97-AF65-F5344CB8AC3E}">
        <p14:creationId xmlns:p14="http://schemas.microsoft.com/office/powerpoint/2010/main" val="23590649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8568E-1F0A-A5DB-C64E-31F2E1D47BF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50D1949-FCBC-4E05-6005-A616265EF1E3}"/>
              </a:ext>
            </a:extLst>
          </p:cNvPr>
          <p:cNvSpPr txBox="1"/>
          <p:nvPr/>
        </p:nvSpPr>
        <p:spPr>
          <a:xfrm>
            <a:off x="762000" y="304800"/>
            <a:ext cx="3749744" cy="646331"/>
          </a:xfrm>
          <a:prstGeom prst="rect">
            <a:avLst/>
          </a:prstGeom>
          <a:noFill/>
        </p:spPr>
        <p:txBody>
          <a:bodyPr wrap="none" rtlCol="0">
            <a:spAutoFit/>
          </a:bodyPr>
          <a:lstStyle/>
          <a:p>
            <a:r>
              <a:rPr lang="en-ID" sz="3600" dirty="0">
                <a:solidFill>
                  <a:schemeClr val="bg1"/>
                </a:solidFill>
              </a:rPr>
              <a:t>Library </a:t>
            </a:r>
            <a:r>
              <a:rPr lang="en-ID" sz="3600" dirty="0" err="1">
                <a:solidFill>
                  <a:schemeClr val="bg1"/>
                </a:solidFill>
              </a:rPr>
              <a:t>dari</a:t>
            </a:r>
            <a:r>
              <a:rPr lang="en-ID" sz="3600" dirty="0">
                <a:solidFill>
                  <a:schemeClr val="bg1"/>
                </a:solidFill>
              </a:rPr>
              <a:t> Tools</a:t>
            </a:r>
          </a:p>
        </p:txBody>
      </p:sp>
      <p:sp>
        <p:nvSpPr>
          <p:cNvPr id="7" name="TextBox 6">
            <a:extLst>
              <a:ext uri="{FF2B5EF4-FFF2-40B4-BE49-F238E27FC236}">
                <a16:creationId xmlns:a16="http://schemas.microsoft.com/office/drawing/2014/main" id="{56B77EAF-8385-5BC9-76A8-3FA8494431E0}"/>
              </a:ext>
            </a:extLst>
          </p:cNvPr>
          <p:cNvSpPr txBox="1"/>
          <p:nvPr/>
        </p:nvSpPr>
        <p:spPr>
          <a:xfrm>
            <a:off x="762000" y="990600"/>
            <a:ext cx="10896600" cy="6217087"/>
          </a:xfrm>
          <a:prstGeom prst="rect">
            <a:avLst/>
          </a:prstGeom>
          <a:noFill/>
        </p:spPr>
        <p:txBody>
          <a:bodyPr wrap="square" rtlCol="0">
            <a:spAutoFit/>
          </a:bodyPr>
          <a:lstStyle/>
          <a:p>
            <a:pPr>
              <a:buNone/>
            </a:pPr>
            <a:r>
              <a:rPr lang="en-ID" b="1" dirty="0"/>
              <a:t>Library </a:t>
            </a:r>
            <a:r>
              <a:rPr lang="en-ID" b="1" dirty="0" err="1"/>
              <a:t>dari</a:t>
            </a:r>
            <a:r>
              <a:rPr lang="en-ID" b="1" dirty="0"/>
              <a:t> Tools</a:t>
            </a:r>
            <a:r>
              <a:rPr lang="en-ID" dirty="0"/>
              <a:t> </a:t>
            </a:r>
            <a:r>
              <a:rPr lang="en-ID" dirty="0" err="1"/>
              <a:t>membahas</a:t>
            </a:r>
            <a:r>
              <a:rPr lang="en-ID" dirty="0"/>
              <a:t> </a:t>
            </a:r>
            <a:r>
              <a:rPr lang="en-ID" dirty="0" err="1"/>
              <a:t>pustaka</a:t>
            </a:r>
            <a:r>
              <a:rPr lang="en-ID" dirty="0"/>
              <a:t> (library) </a:t>
            </a:r>
            <a:r>
              <a:rPr lang="en-ID" dirty="0" err="1"/>
              <a:t>atau</a:t>
            </a:r>
            <a:r>
              <a:rPr lang="en-ID" dirty="0"/>
              <a:t> </a:t>
            </a:r>
            <a:r>
              <a:rPr lang="en-ID" dirty="0" err="1"/>
              <a:t>kerangka</a:t>
            </a:r>
            <a:r>
              <a:rPr lang="en-ID" dirty="0"/>
              <a:t> </a:t>
            </a:r>
            <a:r>
              <a:rPr lang="en-ID" dirty="0" err="1"/>
              <a:t>kerja</a:t>
            </a:r>
            <a:r>
              <a:rPr lang="en-ID" dirty="0"/>
              <a:t> (framework) yang </a:t>
            </a:r>
            <a:r>
              <a:rPr lang="en-ID" dirty="0" err="1"/>
              <a:t>digunakan</a:t>
            </a:r>
            <a:r>
              <a:rPr lang="en-ID" dirty="0"/>
              <a:t> </a:t>
            </a:r>
            <a:r>
              <a:rPr lang="en-ID" dirty="0" err="1"/>
              <a:t>dalam</a:t>
            </a:r>
            <a:r>
              <a:rPr lang="en-ID" dirty="0"/>
              <a:t> </a:t>
            </a:r>
            <a:r>
              <a:rPr lang="en-ID" dirty="0" err="1"/>
              <a:t>suatu</a:t>
            </a:r>
            <a:r>
              <a:rPr lang="en-ID" dirty="0"/>
              <a:t> tools </a:t>
            </a:r>
            <a:r>
              <a:rPr lang="en-ID" dirty="0" err="1"/>
              <a:t>serta</a:t>
            </a:r>
            <a:r>
              <a:rPr lang="en-ID" dirty="0"/>
              <a:t> </a:t>
            </a:r>
            <a:r>
              <a:rPr lang="en-ID" dirty="0" err="1"/>
              <a:t>bagaimana</a:t>
            </a:r>
            <a:r>
              <a:rPr lang="en-ID" dirty="0"/>
              <a:t> tools </a:t>
            </a:r>
            <a:r>
              <a:rPr lang="en-ID" dirty="0" err="1"/>
              <a:t>tersebut</a:t>
            </a:r>
            <a:r>
              <a:rPr lang="en-ID" dirty="0"/>
              <a:t> </a:t>
            </a:r>
            <a:r>
              <a:rPr lang="en-ID" dirty="0" err="1"/>
              <a:t>berinteraksi</a:t>
            </a:r>
            <a:r>
              <a:rPr lang="en-ID" dirty="0"/>
              <a:t> </a:t>
            </a:r>
            <a:r>
              <a:rPr lang="en-ID" dirty="0" err="1"/>
              <a:t>dengan</a:t>
            </a:r>
            <a:r>
              <a:rPr lang="en-ID" dirty="0"/>
              <a:t> </a:t>
            </a:r>
            <a:r>
              <a:rPr lang="en-ID" dirty="0" err="1"/>
              <a:t>teknologi</a:t>
            </a:r>
            <a:r>
              <a:rPr lang="en-ID" dirty="0"/>
              <a:t> lain. </a:t>
            </a:r>
          </a:p>
          <a:p>
            <a:pPr>
              <a:buFont typeface="+mj-lt"/>
              <a:buAutoNum type="arabicPeriod"/>
            </a:pPr>
            <a:r>
              <a:rPr lang="en-ID" b="1" dirty="0"/>
              <a:t>Library </a:t>
            </a:r>
            <a:r>
              <a:rPr lang="en-ID" b="1" dirty="0" err="1"/>
              <a:t>atau</a:t>
            </a:r>
            <a:r>
              <a:rPr lang="en-ID" b="1" dirty="0"/>
              <a:t> Framework yang </a:t>
            </a:r>
            <a:r>
              <a:rPr lang="en-ID" b="1" dirty="0" err="1"/>
              <a:t>Digunakan</a:t>
            </a:r>
            <a:br>
              <a:rPr lang="en-ID" dirty="0"/>
            </a:br>
            <a:r>
              <a:rPr lang="en-ID" dirty="0"/>
              <a:t>→ </a:t>
            </a:r>
            <a:r>
              <a:rPr lang="en-ID" dirty="0" err="1"/>
              <a:t>Menjelaskan</a:t>
            </a:r>
            <a:r>
              <a:rPr lang="en-ID" dirty="0"/>
              <a:t> </a:t>
            </a:r>
            <a:r>
              <a:rPr lang="en-ID" dirty="0" err="1"/>
              <a:t>komponen</a:t>
            </a:r>
            <a:r>
              <a:rPr lang="en-ID" dirty="0"/>
              <a:t> inti yang </a:t>
            </a:r>
            <a:r>
              <a:rPr lang="en-ID" dirty="0" err="1"/>
              <a:t>membangun</a:t>
            </a:r>
            <a:r>
              <a:rPr lang="en-ID" dirty="0"/>
              <a:t> tools </a:t>
            </a:r>
            <a:r>
              <a:rPr lang="en-ID" dirty="0" err="1"/>
              <a:t>tersebut</a:t>
            </a:r>
            <a:r>
              <a:rPr lang="en-ID" dirty="0"/>
              <a:t>. Library dan framework </a:t>
            </a:r>
            <a:r>
              <a:rPr lang="en-ID" dirty="0" err="1"/>
              <a:t>adalah</a:t>
            </a:r>
            <a:r>
              <a:rPr lang="en-ID" dirty="0"/>
              <a:t> </a:t>
            </a:r>
            <a:r>
              <a:rPr lang="en-ID" dirty="0" err="1"/>
              <a:t>kumpulan</a:t>
            </a:r>
            <a:r>
              <a:rPr lang="en-ID" dirty="0"/>
              <a:t> </a:t>
            </a:r>
            <a:r>
              <a:rPr lang="en-ID" dirty="0" err="1"/>
              <a:t>kode</a:t>
            </a:r>
            <a:r>
              <a:rPr lang="en-ID" dirty="0"/>
              <a:t> yang </a:t>
            </a:r>
            <a:r>
              <a:rPr lang="en-ID" dirty="0" err="1"/>
              <a:t>sudah</a:t>
            </a:r>
            <a:r>
              <a:rPr lang="en-ID" dirty="0"/>
              <a:t> </a:t>
            </a:r>
            <a:r>
              <a:rPr lang="en-ID" dirty="0" err="1"/>
              <a:t>disusun</a:t>
            </a:r>
            <a:r>
              <a:rPr lang="en-ID" dirty="0"/>
              <a:t> </a:t>
            </a:r>
            <a:r>
              <a:rPr lang="en-ID" dirty="0" err="1"/>
              <a:t>untuk</a:t>
            </a:r>
            <a:r>
              <a:rPr lang="en-ID" dirty="0"/>
              <a:t> </a:t>
            </a:r>
            <a:r>
              <a:rPr lang="en-ID" dirty="0" err="1"/>
              <a:t>memudahkan</a:t>
            </a:r>
            <a:r>
              <a:rPr lang="en-ID" dirty="0"/>
              <a:t> </a:t>
            </a:r>
            <a:r>
              <a:rPr lang="en-ID" dirty="0" err="1"/>
              <a:t>pengembangan</a:t>
            </a:r>
            <a:r>
              <a:rPr lang="en-ID" dirty="0"/>
              <a:t> </a:t>
            </a:r>
            <a:r>
              <a:rPr lang="en-ID" dirty="0" err="1"/>
              <a:t>aplikasi</a:t>
            </a:r>
            <a:r>
              <a:rPr lang="en-ID" dirty="0"/>
              <a:t>.</a:t>
            </a:r>
          </a:p>
          <a:p>
            <a:pPr marL="742950" lvl="1" indent="-285750">
              <a:buFont typeface="+mj-lt"/>
              <a:buAutoNum type="arabicPeriod"/>
            </a:pPr>
            <a:r>
              <a:rPr lang="en-ID" dirty="0" err="1"/>
              <a:t>Contoh</a:t>
            </a:r>
            <a:r>
              <a:rPr lang="en-ID" dirty="0"/>
              <a:t>: </a:t>
            </a:r>
          </a:p>
          <a:p>
            <a:pPr marL="1143000" lvl="2" indent="-228600">
              <a:buFont typeface="+mj-lt"/>
              <a:buAutoNum type="arabicPeriod"/>
            </a:pPr>
            <a:r>
              <a:rPr lang="en-ID" b="1" dirty="0"/>
              <a:t>ChatGPT</a:t>
            </a:r>
            <a:r>
              <a:rPr lang="en-ID" dirty="0"/>
              <a:t> </a:t>
            </a:r>
            <a:r>
              <a:rPr lang="en-ID" dirty="0" err="1"/>
              <a:t>menggunakan</a:t>
            </a:r>
            <a:r>
              <a:rPr lang="en-ID" dirty="0"/>
              <a:t> </a:t>
            </a:r>
            <a:r>
              <a:rPr lang="en-ID" b="1" dirty="0"/>
              <a:t>Transformers (Hugging Face)</a:t>
            </a:r>
            <a:r>
              <a:rPr lang="en-ID" dirty="0"/>
              <a:t> dan </a:t>
            </a:r>
            <a:r>
              <a:rPr lang="en-ID" b="1" dirty="0" err="1"/>
              <a:t>PyTorch</a:t>
            </a:r>
            <a:r>
              <a:rPr lang="en-ID" dirty="0"/>
              <a:t> </a:t>
            </a:r>
            <a:r>
              <a:rPr lang="en-ID" dirty="0" err="1"/>
              <a:t>atau</a:t>
            </a:r>
            <a:r>
              <a:rPr lang="en-ID" dirty="0"/>
              <a:t> </a:t>
            </a:r>
            <a:r>
              <a:rPr lang="en-ID" b="1" dirty="0"/>
              <a:t>TensorFlow</a:t>
            </a:r>
            <a:r>
              <a:rPr lang="en-ID" dirty="0"/>
              <a:t> </a:t>
            </a:r>
            <a:r>
              <a:rPr lang="en-ID" dirty="0" err="1"/>
              <a:t>untuk</a:t>
            </a:r>
            <a:r>
              <a:rPr lang="en-ID" dirty="0"/>
              <a:t> model AI-</a:t>
            </a:r>
            <a:r>
              <a:rPr lang="en-ID" dirty="0" err="1"/>
              <a:t>nya</a:t>
            </a:r>
            <a:r>
              <a:rPr lang="en-ID" dirty="0"/>
              <a:t>.</a:t>
            </a:r>
          </a:p>
          <a:p>
            <a:pPr marL="1143000" lvl="2" indent="-228600">
              <a:buFont typeface="+mj-lt"/>
              <a:buAutoNum type="arabicPeriod"/>
            </a:pPr>
            <a:r>
              <a:rPr lang="en-ID" b="1" dirty="0" err="1"/>
              <a:t>FastAPI</a:t>
            </a:r>
            <a:r>
              <a:rPr lang="en-ID" dirty="0"/>
              <a:t> </a:t>
            </a:r>
            <a:r>
              <a:rPr lang="en-ID" dirty="0" err="1"/>
              <a:t>berbasis</a:t>
            </a:r>
            <a:r>
              <a:rPr lang="en-ID" dirty="0"/>
              <a:t> </a:t>
            </a:r>
            <a:r>
              <a:rPr lang="en-ID" b="1" dirty="0"/>
              <a:t>Starlette</a:t>
            </a:r>
            <a:r>
              <a:rPr lang="en-ID" dirty="0"/>
              <a:t> dan </a:t>
            </a:r>
            <a:r>
              <a:rPr lang="en-ID" b="1" dirty="0" err="1"/>
              <a:t>Pydantic</a:t>
            </a:r>
            <a:r>
              <a:rPr lang="en-ID" dirty="0"/>
              <a:t> </a:t>
            </a:r>
            <a:r>
              <a:rPr lang="en-ID" dirty="0" err="1"/>
              <a:t>untuk</a:t>
            </a:r>
            <a:r>
              <a:rPr lang="en-ID" dirty="0"/>
              <a:t> </a:t>
            </a:r>
            <a:r>
              <a:rPr lang="en-ID" dirty="0" err="1"/>
              <a:t>pengelolaan</a:t>
            </a:r>
            <a:r>
              <a:rPr lang="en-ID" dirty="0"/>
              <a:t> request API dan </a:t>
            </a:r>
            <a:r>
              <a:rPr lang="en-ID" dirty="0" err="1"/>
              <a:t>validasi</a:t>
            </a:r>
            <a:r>
              <a:rPr lang="en-ID" dirty="0"/>
              <a:t> data.</a:t>
            </a:r>
          </a:p>
          <a:p>
            <a:pPr marL="1143000" lvl="2" indent="-228600">
              <a:buFont typeface="+mj-lt"/>
              <a:buAutoNum type="arabicPeriod"/>
            </a:pPr>
            <a:r>
              <a:rPr lang="en-ID" b="1" dirty="0"/>
              <a:t>Scikit-learn</a:t>
            </a:r>
            <a:r>
              <a:rPr lang="en-ID" dirty="0"/>
              <a:t> </a:t>
            </a:r>
            <a:r>
              <a:rPr lang="en-ID" dirty="0" err="1"/>
              <a:t>mengandalkan</a:t>
            </a:r>
            <a:r>
              <a:rPr lang="en-ID" dirty="0"/>
              <a:t> </a:t>
            </a:r>
            <a:r>
              <a:rPr lang="en-ID" b="1" dirty="0"/>
              <a:t>NumPy</a:t>
            </a:r>
            <a:r>
              <a:rPr lang="en-ID" dirty="0"/>
              <a:t>, </a:t>
            </a:r>
            <a:r>
              <a:rPr lang="en-ID" b="1" dirty="0"/>
              <a:t>Pandas</a:t>
            </a:r>
            <a:r>
              <a:rPr lang="en-ID" dirty="0"/>
              <a:t>, dan </a:t>
            </a:r>
            <a:r>
              <a:rPr lang="en-ID" b="1" dirty="0"/>
              <a:t>Matplotlib</a:t>
            </a:r>
            <a:r>
              <a:rPr lang="en-ID" dirty="0"/>
              <a:t> </a:t>
            </a:r>
            <a:r>
              <a:rPr lang="en-ID" dirty="0" err="1"/>
              <a:t>untuk</a:t>
            </a:r>
            <a:r>
              <a:rPr lang="en-ID" dirty="0"/>
              <a:t> </a:t>
            </a:r>
            <a:r>
              <a:rPr lang="en-ID" dirty="0" err="1"/>
              <a:t>analisis</a:t>
            </a:r>
            <a:r>
              <a:rPr lang="en-ID" dirty="0"/>
              <a:t> data dan machine learning.</a:t>
            </a:r>
          </a:p>
          <a:p>
            <a:pPr>
              <a:buFont typeface="+mj-lt"/>
              <a:buAutoNum type="arabicPeriod"/>
            </a:pPr>
            <a:r>
              <a:rPr lang="en-ID" b="1" dirty="0"/>
              <a:t>Integrasi </a:t>
            </a:r>
            <a:r>
              <a:rPr lang="en-ID" b="1" dirty="0" err="1"/>
              <a:t>dengan</a:t>
            </a:r>
            <a:r>
              <a:rPr lang="en-ID" b="1" dirty="0"/>
              <a:t> Library Lain</a:t>
            </a:r>
            <a:br>
              <a:rPr lang="en-ID" dirty="0"/>
            </a:br>
            <a:r>
              <a:rPr lang="en-ID" dirty="0"/>
              <a:t>→ </a:t>
            </a:r>
            <a:r>
              <a:rPr lang="en-ID" dirty="0" err="1"/>
              <a:t>Bagaimana</a:t>
            </a:r>
            <a:r>
              <a:rPr lang="en-ID" dirty="0"/>
              <a:t> tools </a:t>
            </a:r>
            <a:r>
              <a:rPr lang="en-ID" dirty="0" err="1"/>
              <a:t>dapat</a:t>
            </a:r>
            <a:r>
              <a:rPr lang="en-ID" dirty="0"/>
              <a:t> </a:t>
            </a:r>
            <a:r>
              <a:rPr lang="en-ID" dirty="0" err="1"/>
              <a:t>berinteraksi</a:t>
            </a:r>
            <a:r>
              <a:rPr lang="en-ID" dirty="0"/>
              <a:t> </a:t>
            </a:r>
            <a:r>
              <a:rPr lang="en-ID" dirty="0" err="1"/>
              <a:t>atau</a:t>
            </a:r>
            <a:r>
              <a:rPr lang="en-ID" dirty="0"/>
              <a:t> </a:t>
            </a:r>
            <a:r>
              <a:rPr lang="en-ID" dirty="0" err="1"/>
              <a:t>berkolaborasi</a:t>
            </a:r>
            <a:r>
              <a:rPr lang="en-ID" dirty="0"/>
              <a:t> </a:t>
            </a:r>
            <a:r>
              <a:rPr lang="en-ID" dirty="0" err="1"/>
              <a:t>dengan</a:t>
            </a:r>
            <a:r>
              <a:rPr lang="en-ID" dirty="0"/>
              <a:t> </a:t>
            </a:r>
            <a:r>
              <a:rPr lang="en-ID" dirty="0" err="1"/>
              <a:t>pustaka</a:t>
            </a:r>
            <a:r>
              <a:rPr lang="en-ID" dirty="0"/>
              <a:t> lain </a:t>
            </a:r>
            <a:r>
              <a:rPr lang="en-ID" dirty="0" err="1"/>
              <a:t>untuk</a:t>
            </a:r>
            <a:r>
              <a:rPr lang="en-ID" dirty="0"/>
              <a:t> </a:t>
            </a:r>
            <a:r>
              <a:rPr lang="en-ID" dirty="0" err="1"/>
              <a:t>memperluas</a:t>
            </a:r>
            <a:r>
              <a:rPr lang="en-ID" dirty="0"/>
              <a:t> </a:t>
            </a:r>
            <a:r>
              <a:rPr lang="en-ID" dirty="0" err="1"/>
              <a:t>fungsinya</a:t>
            </a:r>
            <a:r>
              <a:rPr lang="en-ID" dirty="0"/>
              <a:t>.</a:t>
            </a:r>
          </a:p>
          <a:p>
            <a:pPr marL="742950" lvl="1" indent="-285750">
              <a:buFont typeface="+mj-lt"/>
              <a:buAutoNum type="arabicPeriod"/>
            </a:pPr>
            <a:r>
              <a:rPr lang="en-ID" dirty="0" err="1"/>
              <a:t>Contoh</a:t>
            </a:r>
            <a:r>
              <a:rPr lang="en-ID" dirty="0"/>
              <a:t>: </a:t>
            </a:r>
          </a:p>
          <a:p>
            <a:pPr marL="1143000" lvl="2" indent="-228600">
              <a:buFont typeface="+mj-lt"/>
              <a:buAutoNum type="arabicPeriod"/>
            </a:pPr>
            <a:r>
              <a:rPr lang="en-ID" b="1" dirty="0"/>
              <a:t>TensorFlow</a:t>
            </a:r>
            <a:r>
              <a:rPr lang="en-ID" dirty="0"/>
              <a:t> </a:t>
            </a:r>
            <a:r>
              <a:rPr lang="en-ID" dirty="0" err="1"/>
              <a:t>bisa</a:t>
            </a:r>
            <a:r>
              <a:rPr lang="en-ID" dirty="0"/>
              <a:t> </a:t>
            </a:r>
            <a:r>
              <a:rPr lang="en-ID" dirty="0" err="1"/>
              <a:t>diintegrasikan</a:t>
            </a:r>
            <a:r>
              <a:rPr lang="en-ID" dirty="0"/>
              <a:t> </a:t>
            </a:r>
            <a:r>
              <a:rPr lang="en-ID" dirty="0" err="1"/>
              <a:t>dengan</a:t>
            </a:r>
            <a:r>
              <a:rPr lang="en-ID" dirty="0"/>
              <a:t> </a:t>
            </a:r>
            <a:r>
              <a:rPr lang="en-ID" b="1" dirty="0" err="1"/>
              <a:t>Keras</a:t>
            </a:r>
            <a:r>
              <a:rPr lang="en-ID" dirty="0"/>
              <a:t> </a:t>
            </a:r>
            <a:r>
              <a:rPr lang="en-ID" dirty="0" err="1"/>
              <a:t>untuk</a:t>
            </a:r>
            <a:r>
              <a:rPr lang="en-ID" dirty="0"/>
              <a:t> model deep learning yang </a:t>
            </a:r>
            <a:r>
              <a:rPr lang="en-ID" dirty="0" err="1"/>
              <a:t>lebih</a:t>
            </a:r>
            <a:r>
              <a:rPr lang="en-ID" dirty="0"/>
              <a:t> </a:t>
            </a:r>
            <a:r>
              <a:rPr lang="en-ID" dirty="0" err="1"/>
              <a:t>mudah</a:t>
            </a:r>
            <a:r>
              <a:rPr lang="en-ID" dirty="0"/>
              <a:t> </a:t>
            </a:r>
            <a:r>
              <a:rPr lang="en-ID" dirty="0" err="1"/>
              <a:t>digunakan</a:t>
            </a:r>
            <a:r>
              <a:rPr lang="en-ID" dirty="0"/>
              <a:t>.</a:t>
            </a:r>
          </a:p>
          <a:p>
            <a:pPr marL="1143000" lvl="2" indent="-228600">
              <a:buFont typeface="+mj-lt"/>
              <a:buAutoNum type="arabicPeriod"/>
            </a:pPr>
            <a:r>
              <a:rPr lang="en-ID" b="1" dirty="0"/>
              <a:t>Docker</a:t>
            </a:r>
            <a:r>
              <a:rPr lang="en-ID" dirty="0"/>
              <a:t> </a:t>
            </a:r>
            <a:r>
              <a:rPr lang="en-ID" dirty="0" err="1"/>
              <a:t>dapat</a:t>
            </a:r>
            <a:r>
              <a:rPr lang="en-ID" dirty="0"/>
              <a:t> </a:t>
            </a:r>
            <a:r>
              <a:rPr lang="en-ID" dirty="0" err="1"/>
              <a:t>digunakan</a:t>
            </a:r>
            <a:r>
              <a:rPr lang="en-ID" dirty="0"/>
              <a:t> </a:t>
            </a:r>
            <a:r>
              <a:rPr lang="en-ID" dirty="0" err="1"/>
              <a:t>untuk</a:t>
            </a:r>
            <a:r>
              <a:rPr lang="en-ID" dirty="0"/>
              <a:t> </a:t>
            </a:r>
            <a:r>
              <a:rPr lang="en-ID" dirty="0" err="1"/>
              <a:t>mengelola</a:t>
            </a:r>
            <a:r>
              <a:rPr lang="en-ID" dirty="0"/>
              <a:t> environment </a:t>
            </a:r>
            <a:r>
              <a:rPr lang="en-ID" dirty="0" err="1"/>
              <a:t>aplikasi</a:t>
            </a:r>
            <a:r>
              <a:rPr lang="en-ID" dirty="0"/>
              <a:t> </a:t>
            </a:r>
            <a:r>
              <a:rPr lang="en-ID" dirty="0" err="1"/>
              <a:t>berbasis</a:t>
            </a:r>
            <a:r>
              <a:rPr lang="en-ID" dirty="0"/>
              <a:t> </a:t>
            </a:r>
            <a:r>
              <a:rPr lang="en-ID" b="1" dirty="0"/>
              <a:t>Python</a:t>
            </a:r>
            <a:r>
              <a:rPr lang="en-ID" dirty="0"/>
              <a:t>, </a:t>
            </a:r>
            <a:r>
              <a:rPr lang="en-ID" b="1" dirty="0"/>
              <a:t>Node.js</a:t>
            </a:r>
            <a:r>
              <a:rPr lang="en-ID" dirty="0"/>
              <a:t>, </a:t>
            </a:r>
            <a:r>
              <a:rPr lang="en-ID" dirty="0" err="1"/>
              <a:t>atau</a:t>
            </a:r>
            <a:r>
              <a:rPr lang="en-ID" dirty="0"/>
              <a:t> </a:t>
            </a:r>
            <a:r>
              <a:rPr lang="en-ID" b="1" dirty="0"/>
              <a:t>Go</a:t>
            </a:r>
            <a:r>
              <a:rPr lang="en-ID" dirty="0"/>
              <a:t>.</a:t>
            </a:r>
          </a:p>
          <a:p>
            <a:pPr marL="1143000" lvl="2" indent="-228600">
              <a:buFont typeface="+mj-lt"/>
              <a:buAutoNum type="arabicPeriod"/>
            </a:pPr>
            <a:r>
              <a:rPr lang="en-ID" b="1" dirty="0" err="1"/>
              <a:t>Jupyter</a:t>
            </a:r>
            <a:r>
              <a:rPr lang="en-ID" b="1" dirty="0"/>
              <a:t> Notebook</a:t>
            </a:r>
            <a:r>
              <a:rPr lang="en-ID" dirty="0"/>
              <a:t> </a:t>
            </a:r>
            <a:r>
              <a:rPr lang="en-ID" dirty="0" err="1"/>
              <a:t>bisa</a:t>
            </a:r>
            <a:r>
              <a:rPr lang="en-ID" dirty="0"/>
              <a:t> </a:t>
            </a:r>
            <a:r>
              <a:rPr lang="en-ID" dirty="0" err="1"/>
              <a:t>menggunakan</a:t>
            </a:r>
            <a:r>
              <a:rPr lang="en-ID" dirty="0"/>
              <a:t> library </a:t>
            </a:r>
            <a:r>
              <a:rPr lang="en-ID" dirty="0" err="1"/>
              <a:t>seperti</a:t>
            </a:r>
            <a:r>
              <a:rPr lang="en-ID" dirty="0"/>
              <a:t> </a:t>
            </a:r>
            <a:r>
              <a:rPr lang="en-ID" b="1" dirty="0"/>
              <a:t>Matplotlib</a:t>
            </a:r>
            <a:r>
              <a:rPr lang="en-ID" dirty="0"/>
              <a:t>, </a:t>
            </a:r>
            <a:r>
              <a:rPr lang="en-ID" b="1" dirty="0"/>
              <a:t>Seaborn</a:t>
            </a:r>
            <a:r>
              <a:rPr lang="en-ID" dirty="0"/>
              <a:t>, dan </a:t>
            </a:r>
            <a:r>
              <a:rPr lang="en-ID" b="1" dirty="0" err="1"/>
              <a:t>Plotly</a:t>
            </a:r>
            <a:r>
              <a:rPr lang="en-ID" dirty="0"/>
              <a:t> </a:t>
            </a:r>
            <a:r>
              <a:rPr lang="en-ID" dirty="0" err="1"/>
              <a:t>untuk</a:t>
            </a:r>
            <a:r>
              <a:rPr lang="en-ID" dirty="0"/>
              <a:t> </a:t>
            </a:r>
            <a:r>
              <a:rPr lang="en-ID" dirty="0" err="1"/>
              <a:t>visualisasi</a:t>
            </a:r>
            <a:r>
              <a:rPr lang="en-ID" dirty="0"/>
              <a:t> data.</a:t>
            </a:r>
          </a:p>
          <a:p>
            <a:endParaRPr lang="en-ID" sz="2000" dirty="0"/>
          </a:p>
        </p:txBody>
      </p:sp>
    </p:spTree>
    <p:extLst>
      <p:ext uri="{BB962C8B-B14F-4D97-AF65-F5344CB8AC3E}">
        <p14:creationId xmlns:p14="http://schemas.microsoft.com/office/powerpoint/2010/main" val="4045839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BF810-0A81-93A9-DE1A-93AB89C012F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77F8859-BE93-1C63-30AD-4F168A264A7F}"/>
              </a:ext>
            </a:extLst>
          </p:cNvPr>
          <p:cNvSpPr txBox="1"/>
          <p:nvPr/>
        </p:nvSpPr>
        <p:spPr>
          <a:xfrm>
            <a:off x="762000" y="304800"/>
            <a:ext cx="3749744" cy="646331"/>
          </a:xfrm>
          <a:prstGeom prst="rect">
            <a:avLst/>
          </a:prstGeom>
          <a:noFill/>
        </p:spPr>
        <p:txBody>
          <a:bodyPr wrap="none" rtlCol="0">
            <a:spAutoFit/>
          </a:bodyPr>
          <a:lstStyle/>
          <a:p>
            <a:r>
              <a:rPr lang="en-ID" sz="3600" dirty="0">
                <a:solidFill>
                  <a:schemeClr val="bg1"/>
                </a:solidFill>
              </a:rPr>
              <a:t>Library </a:t>
            </a:r>
            <a:r>
              <a:rPr lang="en-ID" sz="3600" dirty="0" err="1">
                <a:solidFill>
                  <a:schemeClr val="bg1"/>
                </a:solidFill>
              </a:rPr>
              <a:t>dari</a:t>
            </a:r>
            <a:r>
              <a:rPr lang="en-ID" sz="3600" dirty="0">
                <a:solidFill>
                  <a:schemeClr val="bg1"/>
                </a:solidFill>
              </a:rPr>
              <a:t> Tools</a:t>
            </a:r>
          </a:p>
        </p:txBody>
      </p:sp>
      <p:sp>
        <p:nvSpPr>
          <p:cNvPr id="7" name="TextBox 6">
            <a:extLst>
              <a:ext uri="{FF2B5EF4-FFF2-40B4-BE49-F238E27FC236}">
                <a16:creationId xmlns:a16="http://schemas.microsoft.com/office/drawing/2014/main" id="{E753FFB0-A052-4F42-21FE-B40F0CC5D0F7}"/>
              </a:ext>
            </a:extLst>
          </p:cNvPr>
          <p:cNvSpPr txBox="1"/>
          <p:nvPr/>
        </p:nvSpPr>
        <p:spPr>
          <a:xfrm>
            <a:off x="762000" y="1067336"/>
            <a:ext cx="10896600" cy="2954655"/>
          </a:xfrm>
          <a:prstGeom prst="rect">
            <a:avLst/>
          </a:prstGeom>
          <a:noFill/>
        </p:spPr>
        <p:txBody>
          <a:bodyPr wrap="square" rtlCol="0">
            <a:spAutoFit/>
          </a:bodyPr>
          <a:lstStyle/>
          <a:p>
            <a:r>
              <a:rPr lang="en-ID" b="1" dirty="0"/>
              <a:t>3. </a:t>
            </a:r>
            <a:r>
              <a:rPr lang="en-ID" b="1" dirty="0" err="1"/>
              <a:t>Ketersediaan</a:t>
            </a:r>
            <a:r>
              <a:rPr lang="en-ID" b="1" dirty="0"/>
              <a:t> </a:t>
            </a:r>
            <a:r>
              <a:rPr lang="en-ID" b="1" dirty="0" err="1"/>
              <a:t>Dokumentasi</a:t>
            </a:r>
            <a:r>
              <a:rPr lang="en-ID" b="1" dirty="0"/>
              <a:t> dan </a:t>
            </a:r>
            <a:r>
              <a:rPr lang="en-ID" b="1" dirty="0" err="1"/>
              <a:t>Komunitas</a:t>
            </a:r>
            <a:br>
              <a:rPr lang="en-ID" dirty="0"/>
            </a:br>
            <a:r>
              <a:rPr lang="en-ID" dirty="0"/>
              <a:t>→ </a:t>
            </a:r>
            <a:r>
              <a:rPr lang="en-ID" dirty="0" err="1"/>
              <a:t>Dokumentasi</a:t>
            </a:r>
            <a:r>
              <a:rPr lang="en-ID" dirty="0"/>
              <a:t> yang </a:t>
            </a:r>
            <a:r>
              <a:rPr lang="en-ID" dirty="0" err="1"/>
              <a:t>baik</a:t>
            </a:r>
            <a:r>
              <a:rPr lang="en-ID" dirty="0"/>
              <a:t> dan </a:t>
            </a:r>
            <a:r>
              <a:rPr lang="en-ID" dirty="0" err="1"/>
              <a:t>komunitas</a:t>
            </a:r>
            <a:r>
              <a:rPr lang="en-ID" dirty="0"/>
              <a:t> </a:t>
            </a:r>
            <a:r>
              <a:rPr lang="en-ID" dirty="0" err="1"/>
              <a:t>aktif</a:t>
            </a:r>
            <a:r>
              <a:rPr lang="en-ID" dirty="0"/>
              <a:t> sangat </a:t>
            </a:r>
            <a:r>
              <a:rPr lang="en-ID" dirty="0" err="1"/>
              <a:t>penting</a:t>
            </a:r>
            <a:r>
              <a:rPr lang="en-ID" dirty="0"/>
              <a:t> agar tools </a:t>
            </a:r>
            <a:r>
              <a:rPr lang="en-ID" dirty="0" err="1"/>
              <a:t>mudah</a:t>
            </a:r>
            <a:r>
              <a:rPr lang="en-ID" dirty="0"/>
              <a:t> </a:t>
            </a:r>
            <a:r>
              <a:rPr lang="en-ID" dirty="0" err="1"/>
              <a:t>dipelajari</a:t>
            </a:r>
            <a:r>
              <a:rPr lang="en-ID" dirty="0"/>
              <a:t> dan </a:t>
            </a:r>
            <a:r>
              <a:rPr lang="en-ID" dirty="0" err="1"/>
              <a:t>digunakan</a:t>
            </a:r>
            <a:r>
              <a:rPr lang="en-ID" dirty="0"/>
              <a:t>.</a:t>
            </a:r>
          </a:p>
          <a:p>
            <a:pPr marL="742950" lvl="1" indent="-285750">
              <a:buFont typeface="+mj-lt"/>
              <a:buAutoNum type="arabicPeriod"/>
            </a:pPr>
            <a:r>
              <a:rPr lang="en-ID" dirty="0" err="1"/>
              <a:t>Contoh</a:t>
            </a:r>
            <a:r>
              <a:rPr lang="en-ID" dirty="0"/>
              <a:t>: </a:t>
            </a:r>
          </a:p>
          <a:p>
            <a:pPr marL="1143000" lvl="2" indent="-228600">
              <a:buFont typeface="+mj-lt"/>
              <a:buAutoNum type="arabicPeriod"/>
            </a:pPr>
            <a:r>
              <a:rPr lang="en-ID" b="1" dirty="0"/>
              <a:t>TensorFlow</a:t>
            </a:r>
            <a:r>
              <a:rPr lang="en-ID" dirty="0"/>
              <a:t> </a:t>
            </a:r>
            <a:r>
              <a:rPr lang="en-ID" dirty="0" err="1"/>
              <a:t>memiliki</a:t>
            </a:r>
            <a:r>
              <a:rPr lang="en-ID" dirty="0"/>
              <a:t> </a:t>
            </a:r>
            <a:r>
              <a:rPr lang="en-ID" dirty="0" err="1"/>
              <a:t>dokumentasi</a:t>
            </a:r>
            <a:r>
              <a:rPr lang="en-ID" dirty="0"/>
              <a:t> </a:t>
            </a:r>
            <a:r>
              <a:rPr lang="en-ID" dirty="0" err="1"/>
              <a:t>lengkap</a:t>
            </a:r>
            <a:r>
              <a:rPr lang="en-ID" dirty="0"/>
              <a:t> dan tutorial </a:t>
            </a:r>
            <a:r>
              <a:rPr lang="en-ID" dirty="0" err="1"/>
              <a:t>resmi</a:t>
            </a:r>
            <a:r>
              <a:rPr lang="en-ID" dirty="0"/>
              <a:t> </a:t>
            </a:r>
            <a:r>
              <a:rPr lang="en-ID" dirty="0" err="1"/>
              <a:t>dari</a:t>
            </a:r>
            <a:r>
              <a:rPr lang="en-ID" dirty="0"/>
              <a:t> Google.</a:t>
            </a:r>
          </a:p>
          <a:p>
            <a:pPr marL="1143000" lvl="2" indent="-228600">
              <a:buFont typeface="+mj-lt"/>
              <a:buAutoNum type="arabicPeriod"/>
            </a:pPr>
            <a:r>
              <a:rPr lang="en-ID" b="1" dirty="0" err="1"/>
              <a:t>FastAPI</a:t>
            </a:r>
            <a:r>
              <a:rPr lang="en-ID" dirty="0"/>
              <a:t> </a:t>
            </a:r>
            <a:r>
              <a:rPr lang="en-ID" dirty="0" err="1"/>
              <a:t>berkembang</a:t>
            </a:r>
            <a:r>
              <a:rPr lang="en-ID" dirty="0"/>
              <a:t> </a:t>
            </a:r>
            <a:r>
              <a:rPr lang="en-ID" dirty="0" err="1"/>
              <a:t>pesat</a:t>
            </a:r>
            <a:r>
              <a:rPr lang="en-ID" dirty="0"/>
              <a:t> </a:t>
            </a:r>
            <a:r>
              <a:rPr lang="en-ID" dirty="0" err="1"/>
              <a:t>karena</a:t>
            </a:r>
            <a:r>
              <a:rPr lang="en-ID" dirty="0"/>
              <a:t> </a:t>
            </a:r>
            <a:r>
              <a:rPr lang="en-ID" dirty="0" err="1"/>
              <a:t>komunitasnya</a:t>
            </a:r>
            <a:r>
              <a:rPr lang="en-ID" dirty="0"/>
              <a:t> </a:t>
            </a:r>
            <a:r>
              <a:rPr lang="en-ID" dirty="0" err="1"/>
              <a:t>aktif</a:t>
            </a:r>
            <a:r>
              <a:rPr lang="en-ID" dirty="0"/>
              <a:t> </a:t>
            </a:r>
            <a:r>
              <a:rPr lang="en-ID" dirty="0" err="1"/>
              <a:t>dalam</a:t>
            </a:r>
            <a:r>
              <a:rPr lang="en-ID" dirty="0"/>
              <a:t> </a:t>
            </a:r>
            <a:r>
              <a:rPr lang="en-ID" dirty="0" err="1"/>
              <a:t>berbagi</a:t>
            </a:r>
            <a:r>
              <a:rPr lang="en-ID" dirty="0"/>
              <a:t> </a:t>
            </a:r>
            <a:r>
              <a:rPr lang="en-ID" dirty="0" err="1"/>
              <a:t>contoh</a:t>
            </a:r>
            <a:r>
              <a:rPr lang="en-ID" dirty="0"/>
              <a:t> </a:t>
            </a:r>
            <a:r>
              <a:rPr lang="en-ID" dirty="0" err="1"/>
              <a:t>penggunaan</a:t>
            </a:r>
            <a:r>
              <a:rPr lang="en-ID" dirty="0"/>
              <a:t>.</a:t>
            </a:r>
          </a:p>
          <a:p>
            <a:pPr marL="1143000" lvl="2" indent="-228600">
              <a:buFont typeface="+mj-lt"/>
              <a:buAutoNum type="arabicPeriod"/>
            </a:pPr>
            <a:r>
              <a:rPr lang="en-ID" b="1" dirty="0" err="1"/>
              <a:t>PyTorch</a:t>
            </a:r>
            <a:r>
              <a:rPr lang="en-ID" dirty="0"/>
              <a:t> </a:t>
            </a:r>
            <a:r>
              <a:rPr lang="en-ID" dirty="0" err="1"/>
              <a:t>terkenal</a:t>
            </a:r>
            <a:r>
              <a:rPr lang="en-ID" dirty="0"/>
              <a:t> </a:t>
            </a:r>
            <a:r>
              <a:rPr lang="en-ID" dirty="0" err="1"/>
              <a:t>dengan</a:t>
            </a:r>
            <a:r>
              <a:rPr lang="en-ID" dirty="0"/>
              <a:t> </a:t>
            </a:r>
            <a:r>
              <a:rPr lang="en-ID" dirty="0" err="1"/>
              <a:t>dokumentasi</a:t>
            </a:r>
            <a:r>
              <a:rPr lang="en-ID" dirty="0"/>
              <a:t> yang </a:t>
            </a:r>
            <a:r>
              <a:rPr lang="en-ID" dirty="0" err="1"/>
              <a:t>mudah</a:t>
            </a:r>
            <a:r>
              <a:rPr lang="en-ID" dirty="0"/>
              <a:t> </a:t>
            </a:r>
            <a:r>
              <a:rPr lang="en-ID" dirty="0" err="1"/>
              <a:t>dipahami</a:t>
            </a:r>
            <a:r>
              <a:rPr lang="en-ID" dirty="0"/>
              <a:t> dan </a:t>
            </a:r>
            <a:r>
              <a:rPr lang="en-ID" dirty="0" err="1"/>
              <a:t>dukungan</a:t>
            </a:r>
            <a:r>
              <a:rPr lang="en-ID" dirty="0"/>
              <a:t> </a:t>
            </a:r>
            <a:r>
              <a:rPr lang="en-ID" dirty="0" err="1"/>
              <a:t>komunitas</a:t>
            </a:r>
            <a:r>
              <a:rPr lang="en-ID" dirty="0"/>
              <a:t> yang </a:t>
            </a:r>
            <a:r>
              <a:rPr lang="en-ID" dirty="0" err="1"/>
              <a:t>besar</a:t>
            </a:r>
            <a:r>
              <a:rPr lang="en-ID" dirty="0"/>
              <a:t> di GitHub.</a:t>
            </a:r>
          </a:p>
          <a:p>
            <a:endParaRPr lang="sv-SE" sz="2000" dirty="0"/>
          </a:p>
          <a:p>
            <a:endParaRPr lang="sv-SE" sz="2000" dirty="0"/>
          </a:p>
          <a:p>
            <a:endParaRPr lang="en-ID" sz="2000" dirty="0"/>
          </a:p>
        </p:txBody>
      </p:sp>
    </p:spTree>
    <p:extLst>
      <p:ext uri="{BB962C8B-B14F-4D97-AF65-F5344CB8AC3E}">
        <p14:creationId xmlns:p14="http://schemas.microsoft.com/office/powerpoint/2010/main" val="16495952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A6FB5-AEC0-67DB-C6EF-7D7864469E7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AD75688-62DD-C48A-6151-C38996DE459D}"/>
              </a:ext>
            </a:extLst>
          </p:cNvPr>
          <p:cNvSpPr txBox="1"/>
          <p:nvPr/>
        </p:nvSpPr>
        <p:spPr>
          <a:xfrm>
            <a:off x="762000" y="304800"/>
            <a:ext cx="4570482" cy="646331"/>
          </a:xfrm>
          <a:prstGeom prst="rect">
            <a:avLst/>
          </a:prstGeom>
          <a:noFill/>
        </p:spPr>
        <p:txBody>
          <a:bodyPr wrap="none" rtlCol="0">
            <a:spAutoFit/>
          </a:bodyPr>
          <a:lstStyle/>
          <a:p>
            <a:r>
              <a:rPr lang="en-ID" sz="3600" dirty="0" err="1">
                <a:solidFill>
                  <a:schemeClr val="bg1"/>
                </a:solidFill>
              </a:rPr>
              <a:t>Pengaplikasian</a:t>
            </a:r>
            <a:r>
              <a:rPr lang="en-ID" sz="3600" dirty="0">
                <a:solidFill>
                  <a:schemeClr val="bg1"/>
                </a:solidFill>
              </a:rPr>
              <a:t> Tools</a:t>
            </a:r>
          </a:p>
        </p:txBody>
      </p:sp>
      <p:sp>
        <p:nvSpPr>
          <p:cNvPr id="7" name="TextBox 6">
            <a:extLst>
              <a:ext uri="{FF2B5EF4-FFF2-40B4-BE49-F238E27FC236}">
                <a16:creationId xmlns:a16="http://schemas.microsoft.com/office/drawing/2014/main" id="{E93A61D2-5EC0-BFF1-3C71-AC200D985C8A}"/>
              </a:ext>
            </a:extLst>
          </p:cNvPr>
          <p:cNvSpPr txBox="1"/>
          <p:nvPr/>
        </p:nvSpPr>
        <p:spPr>
          <a:xfrm>
            <a:off x="762000" y="1067336"/>
            <a:ext cx="10896600" cy="4862870"/>
          </a:xfrm>
          <a:prstGeom prst="rect">
            <a:avLst/>
          </a:prstGeom>
          <a:noFill/>
        </p:spPr>
        <p:txBody>
          <a:bodyPr wrap="square" rtlCol="0">
            <a:spAutoFit/>
          </a:bodyPr>
          <a:lstStyle/>
          <a:p>
            <a:pPr>
              <a:buNone/>
            </a:pPr>
            <a:r>
              <a:rPr lang="en-ID" dirty="0" err="1"/>
              <a:t>Bagaimana</a:t>
            </a:r>
            <a:r>
              <a:rPr lang="en-ID" dirty="0"/>
              <a:t> </a:t>
            </a:r>
            <a:r>
              <a:rPr lang="en-ID" dirty="0" err="1"/>
              <a:t>suatu</a:t>
            </a:r>
            <a:r>
              <a:rPr lang="en-ID" dirty="0"/>
              <a:t> tools </a:t>
            </a:r>
            <a:r>
              <a:rPr lang="en-ID" dirty="0" err="1"/>
              <a:t>digunakan</a:t>
            </a:r>
            <a:r>
              <a:rPr lang="en-ID" dirty="0"/>
              <a:t> </a:t>
            </a:r>
            <a:r>
              <a:rPr lang="en-ID" dirty="0" err="1"/>
              <a:t>dalam</a:t>
            </a:r>
            <a:r>
              <a:rPr lang="en-ID" dirty="0"/>
              <a:t> dunia </a:t>
            </a:r>
            <a:r>
              <a:rPr lang="en-ID" dirty="0" err="1"/>
              <a:t>nyata</a:t>
            </a:r>
            <a:r>
              <a:rPr lang="en-ID" dirty="0"/>
              <a:t>, </a:t>
            </a:r>
            <a:r>
              <a:rPr lang="en-ID" dirty="0" err="1"/>
              <a:t>baik</a:t>
            </a:r>
            <a:r>
              <a:rPr lang="en-ID" dirty="0"/>
              <a:t> </a:t>
            </a:r>
            <a:r>
              <a:rPr lang="en-ID" dirty="0" err="1"/>
              <a:t>dalam</a:t>
            </a:r>
            <a:r>
              <a:rPr lang="en-ID" dirty="0"/>
              <a:t> </a:t>
            </a:r>
            <a:r>
              <a:rPr lang="en-ID" dirty="0" err="1"/>
              <a:t>proyek</a:t>
            </a:r>
            <a:r>
              <a:rPr lang="en-ID" dirty="0"/>
              <a:t>, </a:t>
            </a:r>
            <a:r>
              <a:rPr lang="en-ID" dirty="0" err="1"/>
              <a:t>industri</a:t>
            </a:r>
            <a:r>
              <a:rPr lang="en-ID" dirty="0"/>
              <a:t>, </a:t>
            </a:r>
            <a:r>
              <a:rPr lang="en-ID" dirty="0" err="1"/>
              <a:t>maupun</a:t>
            </a:r>
            <a:r>
              <a:rPr lang="en-ID" dirty="0"/>
              <a:t> </a:t>
            </a:r>
            <a:r>
              <a:rPr lang="en-ID" dirty="0" err="1"/>
              <a:t>studi</a:t>
            </a:r>
            <a:r>
              <a:rPr lang="en-ID" dirty="0"/>
              <a:t> </a:t>
            </a:r>
            <a:r>
              <a:rPr lang="en-ID" dirty="0" err="1"/>
              <a:t>kasus</a:t>
            </a:r>
            <a:r>
              <a:rPr lang="en-ID" dirty="0"/>
              <a:t> </a:t>
            </a:r>
            <a:r>
              <a:rPr lang="en-ID" dirty="0" err="1"/>
              <a:t>spesifik</a:t>
            </a:r>
            <a:r>
              <a:rPr lang="en-ID" dirty="0"/>
              <a:t>. </a:t>
            </a:r>
          </a:p>
          <a:p>
            <a:pPr>
              <a:buFont typeface="+mj-lt"/>
              <a:buAutoNum type="arabicPeriod"/>
            </a:pPr>
            <a:r>
              <a:rPr lang="en-ID" b="1" dirty="0" err="1"/>
              <a:t>Contoh</a:t>
            </a:r>
            <a:r>
              <a:rPr lang="en-ID" b="1" dirty="0"/>
              <a:t> </a:t>
            </a:r>
            <a:r>
              <a:rPr lang="en-ID" b="1" dirty="0" err="1"/>
              <a:t>Proyek</a:t>
            </a:r>
            <a:r>
              <a:rPr lang="en-ID" b="1" dirty="0"/>
              <a:t> </a:t>
            </a:r>
            <a:r>
              <a:rPr lang="en-ID" b="1" dirty="0" err="1"/>
              <a:t>Nyata</a:t>
            </a:r>
            <a:r>
              <a:rPr lang="en-ID" b="1" dirty="0"/>
              <a:t> </a:t>
            </a:r>
            <a:r>
              <a:rPr lang="en-ID" b="1" dirty="0" err="1"/>
              <a:t>Menggunakan</a:t>
            </a:r>
            <a:r>
              <a:rPr lang="en-ID" b="1" dirty="0"/>
              <a:t> Tools</a:t>
            </a:r>
            <a:br>
              <a:rPr lang="en-ID" dirty="0"/>
            </a:br>
            <a:r>
              <a:rPr lang="en-ID" dirty="0"/>
              <a:t>→ </a:t>
            </a:r>
            <a:r>
              <a:rPr lang="en-ID" dirty="0" err="1"/>
              <a:t>Menampilkan</a:t>
            </a:r>
            <a:r>
              <a:rPr lang="en-ID" dirty="0"/>
              <a:t> </a:t>
            </a:r>
            <a:r>
              <a:rPr lang="en-ID" dirty="0" err="1"/>
              <a:t>proyek</a:t>
            </a:r>
            <a:r>
              <a:rPr lang="en-ID" dirty="0"/>
              <a:t> </a:t>
            </a:r>
            <a:r>
              <a:rPr lang="en-ID" dirty="0" err="1"/>
              <a:t>konkret</a:t>
            </a:r>
            <a:r>
              <a:rPr lang="en-ID" dirty="0"/>
              <a:t> yang </a:t>
            </a:r>
            <a:r>
              <a:rPr lang="en-ID" dirty="0" err="1"/>
              <a:t>telah</a:t>
            </a:r>
            <a:r>
              <a:rPr lang="en-ID" dirty="0"/>
              <a:t> </a:t>
            </a:r>
            <a:r>
              <a:rPr lang="en-ID" dirty="0" err="1"/>
              <a:t>berhasil</a:t>
            </a:r>
            <a:r>
              <a:rPr lang="en-ID" dirty="0"/>
              <a:t> </a:t>
            </a:r>
            <a:r>
              <a:rPr lang="en-ID" dirty="0" err="1"/>
              <a:t>menggunakan</a:t>
            </a:r>
            <a:r>
              <a:rPr lang="en-ID" dirty="0"/>
              <a:t> tools </a:t>
            </a:r>
            <a:r>
              <a:rPr lang="en-ID" dirty="0" err="1"/>
              <a:t>tertentu</a:t>
            </a:r>
            <a:r>
              <a:rPr lang="en-ID" dirty="0"/>
              <a:t>.</a:t>
            </a:r>
          </a:p>
          <a:p>
            <a:pPr marL="742950" lvl="1" indent="-285750">
              <a:buFont typeface="+mj-lt"/>
              <a:buAutoNum type="arabicPeriod"/>
            </a:pPr>
            <a:r>
              <a:rPr lang="en-ID" dirty="0" err="1"/>
              <a:t>Contoh</a:t>
            </a:r>
            <a:r>
              <a:rPr lang="en-ID" dirty="0"/>
              <a:t>: </a:t>
            </a:r>
          </a:p>
          <a:p>
            <a:pPr marL="1143000" lvl="2" indent="-228600">
              <a:buFont typeface="+mj-lt"/>
              <a:buAutoNum type="arabicPeriod"/>
            </a:pPr>
            <a:r>
              <a:rPr lang="en-ID" b="1" dirty="0"/>
              <a:t>ChatGPT API</a:t>
            </a:r>
            <a:r>
              <a:rPr lang="en-ID" dirty="0"/>
              <a:t> </a:t>
            </a:r>
            <a:r>
              <a:rPr lang="en-ID" dirty="0" err="1"/>
              <a:t>digunakan</a:t>
            </a:r>
            <a:r>
              <a:rPr lang="en-ID" dirty="0"/>
              <a:t> </a:t>
            </a:r>
            <a:r>
              <a:rPr lang="en-ID" dirty="0" err="1"/>
              <a:t>dalam</a:t>
            </a:r>
            <a:r>
              <a:rPr lang="en-ID" dirty="0"/>
              <a:t> </a:t>
            </a:r>
            <a:r>
              <a:rPr lang="en-ID" dirty="0" err="1"/>
              <a:t>layanan</a:t>
            </a:r>
            <a:r>
              <a:rPr lang="en-ID" dirty="0"/>
              <a:t> chatbot customer service e-commerce.</a:t>
            </a:r>
          </a:p>
          <a:p>
            <a:pPr marL="1143000" lvl="2" indent="-228600">
              <a:buFont typeface="+mj-lt"/>
              <a:buAutoNum type="arabicPeriod"/>
            </a:pPr>
            <a:r>
              <a:rPr lang="en-ID" b="1" dirty="0"/>
              <a:t>TensorFlow</a:t>
            </a:r>
            <a:r>
              <a:rPr lang="en-ID" dirty="0"/>
              <a:t> </a:t>
            </a:r>
            <a:r>
              <a:rPr lang="en-ID" dirty="0" err="1"/>
              <a:t>digunakan</a:t>
            </a:r>
            <a:r>
              <a:rPr lang="en-ID" dirty="0"/>
              <a:t> </a:t>
            </a:r>
            <a:r>
              <a:rPr lang="en-ID" dirty="0" err="1"/>
              <a:t>dalam</a:t>
            </a:r>
            <a:r>
              <a:rPr lang="en-ID" dirty="0"/>
              <a:t> </a:t>
            </a:r>
            <a:r>
              <a:rPr lang="en-ID" dirty="0" err="1"/>
              <a:t>proyek</a:t>
            </a:r>
            <a:r>
              <a:rPr lang="en-ID" dirty="0"/>
              <a:t> </a:t>
            </a:r>
            <a:r>
              <a:rPr lang="en-ID" dirty="0" err="1"/>
              <a:t>pengenalan</a:t>
            </a:r>
            <a:r>
              <a:rPr lang="en-ID" dirty="0"/>
              <a:t> </a:t>
            </a:r>
            <a:r>
              <a:rPr lang="en-ID" dirty="0" err="1"/>
              <a:t>wajah</a:t>
            </a:r>
            <a:r>
              <a:rPr lang="en-ID" dirty="0"/>
              <a:t> di </a:t>
            </a:r>
            <a:r>
              <a:rPr lang="en-ID" dirty="0" err="1"/>
              <a:t>sistem</a:t>
            </a:r>
            <a:r>
              <a:rPr lang="en-ID" dirty="0"/>
              <a:t> </a:t>
            </a:r>
            <a:r>
              <a:rPr lang="en-ID" dirty="0" err="1"/>
              <a:t>keamanan</a:t>
            </a:r>
            <a:r>
              <a:rPr lang="en-ID" dirty="0"/>
              <a:t>.</a:t>
            </a:r>
          </a:p>
          <a:p>
            <a:pPr marL="1143000" lvl="2" indent="-228600">
              <a:buFont typeface="+mj-lt"/>
              <a:buAutoNum type="arabicPeriod"/>
            </a:pPr>
            <a:r>
              <a:rPr lang="en-ID" b="1" dirty="0"/>
              <a:t>Docker</a:t>
            </a:r>
            <a:r>
              <a:rPr lang="en-ID" dirty="0"/>
              <a:t> </a:t>
            </a:r>
            <a:r>
              <a:rPr lang="en-ID" dirty="0" err="1"/>
              <a:t>digunakan</a:t>
            </a:r>
            <a:r>
              <a:rPr lang="en-ID" dirty="0"/>
              <a:t> </a:t>
            </a:r>
            <a:r>
              <a:rPr lang="en-ID" dirty="0" err="1"/>
              <a:t>untuk</a:t>
            </a:r>
            <a:r>
              <a:rPr lang="en-ID" dirty="0"/>
              <a:t> </a:t>
            </a:r>
            <a:r>
              <a:rPr lang="en-ID" dirty="0" err="1"/>
              <a:t>membangun</a:t>
            </a:r>
            <a:r>
              <a:rPr lang="en-ID" dirty="0"/>
              <a:t> </a:t>
            </a:r>
            <a:r>
              <a:rPr lang="en-ID" dirty="0" err="1"/>
              <a:t>infrastruktur</a:t>
            </a:r>
            <a:r>
              <a:rPr lang="en-ID" dirty="0"/>
              <a:t> </a:t>
            </a:r>
            <a:r>
              <a:rPr lang="en-ID" dirty="0" err="1"/>
              <a:t>aplikasi</a:t>
            </a:r>
            <a:r>
              <a:rPr lang="en-ID" dirty="0"/>
              <a:t> </a:t>
            </a:r>
            <a:r>
              <a:rPr lang="en-ID" dirty="0" err="1"/>
              <a:t>berbasis</a:t>
            </a:r>
            <a:r>
              <a:rPr lang="en-ID" dirty="0"/>
              <a:t> microservices.</a:t>
            </a:r>
          </a:p>
          <a:p>
            <a:pPr>
              <a:buFont typeface="+mj-lt"/>
              <a:buAutoNum type="arabicPeriod"/>
            </a:pPr>
            <a:r>
              <a:rPr lang="en-ID" b="1" dirty="0" err="1"/>
              <a:t>Implementasi</a:t>
            </a:r>
            <a:r>
              <a:rPr lang="en-ID" b="1" dirty="0"/>
              <a:t> </a:t>
            </a:r>
            <a:r>
              <a:rPr lang="en-ID" b="1" dirty="0" err="1"/>
              <a:t>dalam</a:t>
            </a:r>
            <a:r>
              <a:rPr lang="en-ID" b="1" dirty="0"/>
              <a:t> </a:t>
            </a:r>
            <a:r>
              <a:rPr lang="en-ID" b="1" dirty="0" err="1"/>
              <a:t>Berbagai</a:t>
            </a:r>
            <a:r>
              <a:rPr lang="en-ID" b="1" dirty="0"/>
              <a:t> Industri</a:t>
            </a:r>
            <a:br>
              <a:rPr lang="en-ID" dirty="0"/>
            </a:br>
            <a:r>
              <a:rPr lang="en-ID" dirty="0"/>
              <a:t>→ </a:t>
            </a:r>
            <a:r>
              <a:rPr lang="en-ID" dirty="0" err="1"/>
              <a:t>Menjelaskan</a:t>
            </a:r>
            <a:r>
              <a:rPr lang="en-ID" dirty="0"/>
              <a:t> </a:t>
            </a:r>
            <a:r>
              <a:rPr lang="en-ID" dirty="0" err="1"/>
              <a:t>bagaimana</a:t>
            </a:r>
            <a:r>
              <a:rPr lang="en-ID" dirty="0"/>
              <a:t> tools </a:t>
            </a:r>
            <a:r>
              <a:rPr lang="en-ID" dirty="0" err="1"/>
              <a:t>diterapkan</a:t>
            </a:r>
            <a:r>
              <a:rPr lang="en-ID" dirty="0"/>
              <a:t> </a:t>
            </a:r>
            <a:r>
              <a:rPr lang="en-ID" dirty="0" err="1"/>
              <a:t>dalam</a:t>
            </a:r>
            <a:r>
              <a:rPr lang="en-ID" dirty="0"/>
              <a:t> </a:t>
            </a:r>
            <a:r>
              <a:rPr lang="en-ID" dirty="0" err="1"/>
              <a:t>berbagai</a:t>
            </a:r>
            <a:r>
              <a:rPr lang="en-ID" dirty="0"/>
              <a:t> </a:t>
            </a:r>
            <a:r>
              <a:rPr lang="en-ID" dirty="0" err="1"/>
              <a:t>sektor</a:t>
            </a:r>
            <a:r>
              <a:rPr lang="en-ID" dirty="0"/>
              <a:t> </a:t>
            </a:r>
            <a:r>
              <a:rPr lang="en-ID" dirty="0" err="1"/>
              <a:t>industri</a:t>
            </a:r>
            <a:r>
              <a:rPr lang="en-ID" dirty="0"/>
              <a:t>.</a:t>
            </a:r>
          </a:p>
          <a:p>
            <a:pPr marL="742950" lvl="1" indent="-285750">
              <a:buFont typeface="+mj-lt"/>
              <a:buAutoNum type="arabicPeriod"/>
            </a:pPr>
            <a:r>
              <a:rPr lang="en-ID" dirty="0" err="1"/>
              <a:t>Contoh</a:t>
            </a:r>
            <a:r>
              <a:rPr lang="en-ID" dirty="0"/>
              <a:t>: </a:t>
            </a:r>
          </a:p>
          <a:p>
            <a:pPr marL="1143000" lvl="2" indent="-228600">
              <a:buFont typeface="+mj-lt"/>
              <a:buAutoNum type="arabicPeriod"/>
            </a:pPr>
            <a:r>
              <a:rPr lang="en-ID" b="1" dirty="0"/>
              <a:t>AI dan Machine Learning</a:t>
            </a:r>
            <a:r>
              <a:rPr lang="en-ID" dirty="0"/>
              <a:t> (TensorFlow, </a:t>
            </a:r>
            <a:r>
              <a:rPr lang="en-ID" dirty="0" err="1"/>
              <a:t>PyTorch</a:t>
            </a:r>
            <a:r>
              <a:rPr lang="en-ID" dirty="0"/>
              <a:t>) </a:t>
            </a:r>
            <a:r>
              <a:rPr lang="en-ID" dirty="0" err="1"/>
              <a:t>dalam</a:t>
            </a:r>
            <a:r>
              <a:rPr lang="en-ID" dirty="0"/>
              <a:t> </a:t>
            </a:r>
            <a:r>
              <a:rPr lang="en-ID" b="1" dirty="0" err="1"/>
              <a:t>kesehatan</a:t>
            </a:r>
            <a:r>
              <a:rPr lang="en-ID" dirty="0"/>
              <a:t> </a:t>
            </a:r>
            <a:r>
              <a:rPr lang="en-ID" dirty="0" err="1"/>
              <a:t>untuk</a:t>
            </a:r>
            <a:r>
              <a:rPr lang="en-ID" dirty="0"/>
              <a:t> </a:t>
            </a:r>
            <a:r>
              <a:rPr lang="en-ID" dirty="0" err="1"/>
              <a:t>mendeteksi</a:t>
            </a:r>
            <a:r>
              <a:rPr lang="en-ID" dirty="0"/>
              <a:t> </a:t>
            </a:r>
            <a:r>
              <a:rPr lang="en-ID" dirty="0" err="1"/>
              <a:t>penyakit</a:t>
            </a:r>
            <a:r>
              <a:rPr lang="en-ID" dirty="0"/>
              <a:t> </a:t>
            </a:r>
            <a:r>
              <a:rPr lang="en-ID" dirty="0" err="1"/>
              <a:t>dari</a:t>
            </a:r>
            <a:r>
              <a:rPr lang="en-ID" dirty="0"/>
              <a:t> </a:t>
            </a:r>
            <a:r>
              <a:rPr lang="en-ID" dirty="0" err="1"/>
              <a:t>hasil</a:t>
            </a:r>
            <a:r>
              <a:rPr lang="en-ID" dirty="0"/>
              <a:t> </a:t>
            </a:r>
            <a:r>
              <a:rPr lang="en-ID" dirty="0" err="1"/>
              <a:t>radiologi</a:t>
            </a:r>
            <a:r>
              <a:rPr lang="en-ID" dirty="0"/>
              <a:t>.</a:t>
            </a:r>
          </a:p>
          <a:p>
            <a:pPr marL="1143000" lvl="2" indent="-228600">
              <a:buFont typeface="+mj-lt"/>
              <a:buAutoNum type="arabicPeriod"/>
            </a:pPr>
            <a:r>
              <a:rPr lang="en-ID" b="1" dirty="0"/>
              <a:t>Big Data</a:t>
            </a:r>
            <a:r>
              <a:rPr lang="en-ID" dirty="0"/>
              <a:t> (Apache Spark, Hadoop) </a:t>
            </a:r>
            <a:r>
              <a:rPr lang="en-ID" dirty="0" err="1"/>
              <a:t>dalam</a:t>
            </a:r>
            <a:r>
              <a:rPr lang="en-ID" dirty="0"/>
              <a:t> </a:t>
            </a:r>
            <a:r>
              <a:rPr lang="en-ID" b="1" dirty="0" err="1"/>
              <a:t>keuangan</a:t>
            </a:r>
            <a:r>
              <a:rPr lang="en-ID" dirty="0"/>
              <a:t> </a:t>
            </a:r>
            <a:r>
              <a:rPr lang="en-ID" dirty="0" err="1"/>
              <a:t>untuk</a:t>
            </a:r>
            <a:r>
              <a:rPr lang="en-ID" dirty="0"/>
              <a:t> </a:t>
            </a:r>
            <a:r>
              <a:rPr lang="en-ID" dirty="0" err="1"/>
              <a:t>analisis</a:t>
            </a:r>
            <a:r>
              <a:rPr lang="en-ID" dirty="0"/>
              <a:t> </a:t>
            </a:r>
            <a:r>
              <a:rPr lang="en-ID" dirty="0" err="1"/>
              <a:t>risiko</a:t>
            </a:r>
            <a:r>
              <a:rPr lang="en-ID" dirty="0"/>
              <a:t> </a:t>
            </a:r>
            <a:r>
              <a:rPr lang="en-ID" dirty="0" err="1"/>
              <a:t>kredit</a:t>
            </a:r>
            <a:r>
              <a:rPr lang="en-ID" dirty="0"/>
              <a:t>.</a:t>
            </a:r>
          </a:p>
          <a:p>
            <a:pPr marL="1143000" lvl="2" indent="-228600">
              <a:buFont typeface="+mj-lt"/>
              <a:buAutoNum type="arabicPeriod"/>
            </a:pPr>
            <a:r>
              <a:rPr lang="en-ID" b="1" dirty="0" err="1"/>
              <a:t>Automasi</a:t>
            </a:r>
            <a:r>
              <a:rPr lang="en-ID" b="1" dirty="0"/>
              <a:t> IT</a:t>
            </a:r>
            <a:r>
              <a:rPr lang="en-ID" dirty="0"/>
              <a:t> (Ansible, Kubernetes) </a:t>
            </a:r>
            <a:r>
              <a:rPr lang="en-ID" dirty="0" err="1"/>
              <a:t>dalam</a:t>
            </a:r>
            <a:r>
              <a:rPr lang="en-ID" dirty="0"/>
              <a:t> </a:t>
            </a:r>
            <a:r>
              <a:rPr lang="en-ID" b="1" dirty="0" err="1"/>
              <a:t>teknologi</a:t>
            </a:r>
            <a:r>
              <a:rPr lang="en-ID" b="1" dirty="0"/>
              <a:t> </a:t>
            </a:r>
            <a:r>
              <a:rPr lang="en-ID" b="1" dirty="0" err="1"/>
              <a:t>informasi</a:t>
            </a:r>
            <a:r>
              <a:rPr lang="en-ID" dirty="0"/>
              <a:t> </a:t>
            </a:r>
            <a:r>
              <a:rPr lang="en-ID" dirty="0" err="1"/>
              <a:t>untuk</a:t>
            </a:r>
            <a:r>
              <a:rPr lang="en-ID" dirty="0"/>
              <a:t> deployment </a:t>
            </a:r>
            <a:r>
              <a:rPr lang="en-ID" dirty="0" err="1"/>
              <a:t>aplikasi</a:t>
            </a:r>
            <a:r>
              <a:rPr lang="en-ID" dirty="0"/>
              <a:t> </a:t>
            </a:r>
            <a:r>
              <a:rPr lang="en-ID" dirty="0" err="1"/>
              <a:t>skala</a:t>
            </a:r>
            <a:r>
              <a:rPr lang="en-ID" dirty="0"/>
              <a:t> </a:t>
            </a:r>
            <a:r>
              <a:rPr lang="en-ID" dirty="0" err="1"/>
              <a:t>besar</a:t>
            </a:r>
            <a:r>
              <a:rPr lang="en-ID" dirty="0"/>
              <a:t>.</a:t>
            </a:r>
            <a:endParaRPr lang="sv-SE" sz="2000" dirty="0"/>
          </a:p>
          <a:p>
            <a:endParaRPr lang="en-ID" sz="2000" dirty="0"/>
          </a:p>
        </p:txBody>
      </p:sp>
    </p:spTree>
    <p:extLst>
      <p:ext uri="{BB962C8B-B14F-4D97-AF65-F5344CB8AC3E}">
        <p14:creationId xmlns:p14="http://schemas.microsoft.com/office/powerpoint/2010/main" val="3057899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E31E7-BFC6-B9B8-488C-155F7AA5219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6D52722-54DB-7A6A-5AC7-2C21C67EAB1B}"/>
              </a:ext>
            </a:extLst>
          </p:cNvPr>
          <p:cNvSpPr txBox="1"/>
          <p:nvPr/>
        </p:nvSpPr>
        <p:spPr>
          <a:xfrm>
            <a:off x="762000" y="304800"/>
            <a:ext cx="4570482" cy="646331"/>
          </a:xfrm>
          <a:prstGeom prst="rect">
            <a:avLst/>
          </a:prstGeom>
          <a:noFill/>
        </p:spPr>
        <p:txBody>
          <a:bodyPr wrap="none" rtlCol="0">
            <a:spAutoFit/>
          </a:bodyPr>
          <a:lstStyle/>
          <a:p>
            <a:r>
              <a:rPr lang="en-ID" sz="3600" dirty="0" err="1">
                <a:solidFill>
                  <a:schemeClr val="bg1"/>
                </a:solidFill>
              </a:rPr>
              <a:t>Pengaplikasian</a:t>
            </a:r>
            <a:r>
              <a:rPr lang="en-ID" sz="3600" dirty="0">
                <a:solidFill>
                  <a:schemeClr val="bg1"/>
                </a:solidFill>
              </a:rPr>
              <a:t> Tools</a:t>
            </a:r>
          </a:p>
        </p:txBody>
      </p:sp>
      <p:sp>
        <p:nvSpPr>
          <p:cNvPr id="7" name="TextBox 6">
            <a:extLst>
              <a:ext uri="{FF2B5EF4-FFF2-40B4-BE49-F238E27FC236}">
                <a16:creationId xmlns:a16="http://schemas.microsoft.com/office/drawing/2014/main" id="{035D2CD5-B9D3-B70D-7102-4D8B020DB9CB}"/>
              </a:ext>
            </a:extLst>
          </p:cNvPr>
          <p:cNvSpPr txBox="1"/>
          <p:nvPr/>
        </p:nvSpPr>
        <p:spPr>
          <a:xfrm>
            <a:off x="762000" y="1067336"/>
            <a:ext cx="10896600" cy="2646878"/>
          </a:xfrm>
          <a:prstGeom prst="rect">
            <a:avLst/>
          </a:prstGeom>
          <a:noFill/>
        </p:spPr>
        <p:txBody>
          <a:bodyPr wrap="square" rtlCol="0">
            <a:spAutoFit/>
          </a:bodyPr>
          <a:lstStyle/>
          <a:p>
            <a:r>
              <a:rPr lang="en-ID" b="1" dirty="0"/>
              <a:t>3. </a:t>
            </a:r>
            <a:r>
              <a:rPr lang="en-ID" b="1" dirty="0" err="1"/>
              <a:t>Demonstrasi</a:t>
            </a:r>
            <a:r>
              <a:rPr lang="en-ID" b="1" dirty="0"/>
              <a:t> </a:t>
            </a:r>
            <a:r>
              <a:rPr lang="en-ID" b="1" dirty="0" err="1"/>
              <a:t>Penggunaan</a:t>
            </a:r>
            <a:r>
              <a:rPr lang="en-ID" b="1" dirty="0"/>
              <a:t> </a:t>
            </a:r>
            <a:r>
              <a:rPr lang="en-ID" b="1" dirty="0" err="1"/>
              <a:t>dengan</a:t>
            </a:r>
            <a:r>
              <a:rPr lang="en-ID" b="1" dirty="0"/>
              <a:t> Studi Kasus</a:t>
            </a:r>
            <a:br>
              <a:rPr lang="en-ID" dirty="0"/>
            </a:br>
            <a:r>
              <a:rPr lang="en-ID" dirty="0"/>
              <a:t>→ </a:t>
            </a:r>
            <a:r>
              <a:rPr lang="en-ID" dirty="0" err="1"/>
              <a:t>Menunjukkan</a:t>
            </a:r>
            <a:r>
              <a:rPr lang="en-ID" dirty="0"/>
              <a:t> </a:t>
            </a:r>
            <a:r>
              <a:rPr lang="en-ID" dirty="0" err="1"/>
              <a:t>cara</a:t>
            </a:r>
            <a:r>
              <a:rPr lang="en-ID" dirty="0"/>
              <a:t> </a:t>
            </a:r>
            <a:r>
              <a:rPr lang="en-ID" dirty="0" err="1"/>
              <a:t>kerja</a:t>
            </a:r>
            <a:r>
              <a:rPr lang="en-ID" dirty="0"/>
              <a:t> tools </a:t>
            </a:r>
            <a:r>
              <a:rPr lang="en-ID" dirty="0" err="1"/>
              <a:t>dalam</a:t>
            </a:r>
            <a:r>
              <a:rPr lang="en-ID" dirty="0"/>
              <a:t> </a:t>
            </a:r>
            <a:r>
              <a:rPr lang="en-ID" dirty="0" err="1"/>
              <a:t>kasus</a:t>
            </a:r>
            <a:r>
              <a:rPr lang="en-ID" dirty="0"/>
              <a:t> </a:t>
            </a:r>
            <a:r>
              <a:rPr lang="en-ID" dirty="0" err="1"/>
              <a:t>spesifik</a:t>
            </a:r>
            <a:r>
              <a:rPr lang="en-ID" dirty="0"/>
              <a:t>.</a:t>
            </a:r>
          </a:p>
          <a:p>
            <a:pPr marL="742950" lvl="1" indent="-285750">
              <a:buFont typeface="+mj-lt"/>
              <a:buAutoNum type="arabicPeriod"/>
            </a:pPr>
            <a:r>
              <a:rPr lang="en-ID" dirty="0" err="1"/>
              <a:t>Contoh</a:t>
            </a:r>
            <a:r>
              <a:rPr lang="en-ID" dirty="0"/>
              <a:t>: </a:t>
            </a:r>
          </a:p>
          <a:p>
            <a:pPr marL="1143000" lvl="2" indent="-228600">
              <a:buFont typeface="+mj-lt"/>
              <a:buAutoNum type="arabicPeriod"/>
            </a:pPr>
            <a:r>
              <a:rPr lang="en-ID" dirty="0"/>
              <a:t>Studi </a:t>
            </a:r>
            <a:r>
              <a:rPr lang="en-ID" dirty="0" err="1"/>
              <a:t>kasus</a:t>
            </a:r>
            <a:r>
              <a:rPr lang="en-ID" dirty="0"/>
              <a:t> </a:t>
            </a:r>
            <a:r>
              <a:rPr lang="en-ID" dirty="0" err="1"/>
              <a:t>membandingkan</a:t>
            </a:r>
            <a:r>
              <a:rPr lang="en-ID" dirty="0"/>
              <a:t> </a:t>
            </a:r>
            <a:r>
              <a:rPr lang="en-ID" b="1" dirty="0"/>
              <a:t>Scikit-learn vs TensorFlow</a:t>
            </a:r>
            <a:r>
              <a:rPr lang="en-ID" dirty="0"/>
              <a:t> </a:t>
            </a:r>
            <a:r>
              <a:rPr lang="en-ID" dirty="0" err="1"/>
              <a:t>dalam</a:t>
            </a:r>
            <a:r>
              <a:rPr lang="en-ID" dirty="0"/>
              <a:t> </a:t>
            </a:r>
            <a:r>
              <a:rPr lang="en-ID" dirty="0" err="1"/>
              <a:t>klasifikasi</a:t>
            </a:r>
            <a:r>
              <a:rPr lang="en-ID" dirty="0"/>
              <a:t> </a:t>
            </a:r>
            <a:r>
              <a:rPr lang="en-ID" dirty="0" err="1"/>
              <a:t>gambar</a:t>
            </a:r>
            <a:r>
              <a:rPr lang="en-ID" dirty="0"/>
              <a:t>.</a:t>
            </a:r>
          </a:p>
          <a:p>
            <a:pPr marL="1143000" lvl="2" indent="-228600">
              <a:buFont typeface="+mj-lt"/>
              <a:buAutoNum type="arabicPeriod"/>
            </a:pPr>
            <a:r>
              <a:rPr lang="en-ID" dirty="0"/>
              <a:t>Studi </a:t>
            </a:r>
            <a:r>
              <a:rPr lang="en-ID" dirty="0" err="1"/>
              <a:t>kasus</a:t>
            </a:r>
            <a:r>
              <a:rPr lang="en-ID" dirty="0"/>
              <a:t> </a:t>
            </a:r>
            <a:r>
              <a:rPr lang="en-ID" dirty="0" err="1"/>
              <a:t>penggunaan</a:t>
            </a:r>
            <a:r>
              <a:rPr lang="en-ID" dirty="0"/>
              <a:t> </a:t>
            </a:r>
            <a:r>
              <a:rPr lang="en-ID" b="1" dirty="0" err="1"/>
              <a:t>FastAPI</a:t>
            </a:r>
            <a:r>
              <a:rPr lang="en-ID" dirty="0"/>
              <a:t> </a:t>
            </a:r>
            <a:r>
              <a:rPr lang="en-ID" dirty="0" err="1"/>
              <a:t>dalam</a:t>
            </a:r>
            <a:r>
              <a:rPr lang="en-ID" dirty="0"/>
              <a:t> </a:t>
            </a:r>
            <a:r>
              <a:rPr lang="en-ID" dirty="0" err="1"/>
              <a:t>membangun</a:t>
            </a:r>
            <a:r>
              <a:rPr lang="en-ID" dirty="0"/>
              <a:t> REST API </a:t>
            </a:r>
            <a:r>
              <a:rPr lang="en-ID" dirty="0" err="1"/>
              <a:t>untuk</a:t>
            </a:r>
            <a:r>
              <a:rPr lang="en-ID" dirty="0"/>
              <a:t> </a:t>
            </a:r>
            <a:r>
              <a:rPr lang="en-ID" dirty="0" err="1"/>
              <a:t>aplikasi</a:t>
            </a:r>
            <a:r>
              <a:rPr lang="en-ID" dirty="0"/>
              <a:t> mobile.</a:t>
            </a:r>
          </a:p>
          <a:p>
            <a:pPr marL="1143000" lvl="2" indent="-228600">
              <a:buFont typeface="+mj-lt"/>
              <a:buAutoNum type="arabicPeriod"/>
            </a:pPr>
            <a:r>
              <a:rPr lang="en-ID" dirty="0"/>
              <a:t>Studi </a:t>
            </a:r>
            <a:r>
              <a:rPr lang="en-ID" dirty="0" err="1"/>
              <a:t>kasus</a:t>
            </a:r>
            <a:r>
              <a:rPr lang="en-ID" dirty="0"/>
              <a:t> </a:t>
            </a:r>
            <a:r>
              <a:rPr lang="en-ID" dirty="0" err="1"/>
              <a:t>pemanfaatan</a:t>
            </a:r>
            <a:r>
              <a:rPr lang="en-ID" dirty="0"/>
              <a:t> </a:t>
            </a:r>
            <a:r>
              <a:rPr lang="en-ID" b="1" dirty="0"/>
              <a:t>OpenAI API</a:t>
            </a:r>
            <a:r>
              <a:rPr lang="en-ID" dirty="0"/>
              <a:t> </a:t>
            </a:r>
            <a:r>
              <a:rPr lang="en-ID" dirty="0" err="1"/>
              <a:t>untuk</a:t>
            </a:r>
            <a:r>
              <a:rPr lang="en-ID" dirty="0"/>
              <a:t> </a:t>
            </a:r>
            <a:r>
              <a:rPr lang="en-ID" dirty="0" err="1"/>
              <a:t>menghasilkan</a:t>
            </a:r>
            <a:r>
              <a:rPr lang="en-ID" dirty="0"/>
              <a:t> </a:t>
            </a:r>
            <a:r>
              <a:rPr lang="en-ID" dirty="0" err="1"/>
              <a:t>teks</a:t>
            </a:r>
            <a:r>
              <a:rPr lang="en-ID" dirty="0"/>
              <a:t> </a:t>
            </a:r>
            <a:r>
              <a:rPr lang="en-ID" dirty="0" err="1"/>
              <a:t>otomatis</a:t>
            </a:r>
            <a:r>
              <a:rPr lang="en-ID" dirty="0"/>
              <a:t> </a:t>
            </a:r>
            <a:r>
              <a:rPr lang="en-ID" dirty="0" err="1"/>
              <a:t>dalam</a:t>
            </a:r>
            <a:r>
              <a:rPr lang="en-ID" dirty="0"/>
              <a:t> </a:t>
            </a:r>
            <a:r>
              <a:rPr lang="en-ID" dirty="0" err="1"/>
              <a:t>penulisan</a:t>
            </a:r>
            <a:r>
              <a:rPr lang="en-ID" dirty="0"/>
              <a:t> </a:t>
            </a:r>
            <a:r>
              <a:rPr lang="en-ID" dirty="0" err="1"/>
              <a:t>artikel</a:t>
            </a:r>
            <a:r>
              <a:rPr lang="en-ID" dirty="0"/>
              <a:t>.</a:t>
            </a:r>
          </a:p>
          <a:p>
            <a:endParaRPr lang="sv-SE" sz="2000" dirty="0"/>
          </a:p>
          <a:p>
            <a:endParaRPr lang="en-ID" sz="2000" dirty="0"/>
          </a:p>
        </p:txBody>
      </p:sp>
    </p:spTree>
    <p:extLst>
      <p:ext uri="{BB962C8B-B14F-4D97-AF65-F5344CB8AC3E}">
        <p14:creationId xmlns:p14="http://schemas.microsoft.com/office/powerpoint/2010/main" val="33468905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A5877-B1BD-55C5-13DA-82742DD68F9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65C9B24-441F-F7E5-4298-552F3D0D3E10}"/>
              </a:ext>
            </a:extLst>
          </p:cNvPr>
          <p:cNvSpPr txBox="1"/>
          <p:nvPr/>
        </p:nvSpPr>
        <p:spPr>
          <a:xfrm>
            <a:off x="762000" y="304800"/>
            <a:ext cx="9058890" cy="646331"/>
          </a:xfrm>
          <a:prstGeom prst="rect">
            <a:avLst/>
          </a:prstGeom>
          <a:noFill/>
        </p:spPr>
        <p:txBody>
          <a:bodyPr wrap="none" rtlCol="0">
            <a:spAutoFit/>
          </a:bodyPr>
          <a:lstStyle/>
          <a:p>
            <a:r>
              <a:rPr lang="en-ID" sz="3600" dirty="0" err="1">
                <a:solidFill>
                  <a:schemeClr val="bg1"/>
                </a:solidFill>
              </a:rPr>
              <a:t>Kelebihan</a:t>
            </a:r>
            <a:r>
              <a:rPr lang="en-ID" sz="3600" dirty="0">
                <a:solidFill>
                  <a:schemeClr val="bg1"/>
                </a:solidFill>
              </a:rPr>
              <a:t> Tools </a:t>
            </a:r>
            <a:r>
              <a:rPr lang="en-ID" sz="3600" dirty="0" err="1">
                <a:solidFill>
                  <a:schemeClr val="bg1"/>
                </a:solidFill>
              </a:rPr>
              <a:t>Dibanding</a:t>
            </a:r>
            <a:r>
              <a:rPr lang="en-ID" sz="3600" dirty="0">
                <a:solidFill>
                  <a:schemeClr val="bg1"/>
                </a:solidFill>
              </a:rPr>
              <a:t> </a:t>
            </a:r>
            <a:r>
              <a:rPr lang="en-ID" sz="3600" dirty="0" err="1">
                <a:solidFill>
                  <a:schemeClr val="bg1"/>
                </a:solidFill>
              </a:rPr>
              <a:t>Aplikasi</a:t>
            </a:r>
            <a:r>
              <a:rPr lang="en-ID" sz="3600" dirty="0">
                <a:solidFill>
                  <a:schemeClr val="bg1"/>
                </a:solidFill>
              </a:rPr>
              <a:t> </a:t>
            </a:r>
            <a:r>
              <a:rPr lang="en-ID" sz="3600" dirty="0" err="1">
                <a:solidFill>
                  <a:schemeClr val="bg1"/>
                </a:solidFill>
              </a:rPr>
              <a:t>Sejenis</a:t>
            </a:r>
            <a:endParaRPr lang="en-ID" sz="3600" dirty="0">
              <a:solidFill>
                <a:schemeClr val="bg1"/>
              </a:solidFill>
            </a:endParaRPr>
          </a:p>
        </p:txBody>
      </p:sp>
      <p:sp>
        <p:nvSpPr>
          <p:cNvPr id="7" name="TextBox 6">
            <a:extLst>
              <a:ext uri="{FF2B5EF4-FFF2-40B4-BE49-F238E27FC236}">
                <a16:creationId xmlns:a16="http://schemas.microsoft.com/office/drawing/2014/main" id="{C50783A7-9508-6B46-9823-E6A22BD0FBC1}"/>
              </a:ext>
            </a:extLst>
          </p:cNvPr>
          <p:cNvSpPr txBox="1"/>
          <p:nvPr/>
        </p:nvSpPr>
        <p:spPr>
          <a:xfrm>
            <a:off x="762000" y="1067336"/>
            <a:ext cx="10896600" cy="5386090"/>
          </a:xfrm>
          <a:prstGeom prst="rect">
            <a:avLst/>
          </a:prstGeom>
          <a:noFill/>
        </p:spPr>
        <p:txBody>
          <a:bodyPr wrap="square" rtlCol="0">
            <a:spAutoFit/>
          </a:bodyPr>
          <a:lstStyle/>
          <a:p>
            <a:pPr>
              <a:buNone/>
            </a:pPr>
            <a:r>
              <a:rPr lang="en-ID" b="1" dirty="0" err="1"/>
              <a:t>Kelebihan</a:t>
            </a:r>
            <a:r>
              <a:rPr lang="en-ID" b="1" dirty="0"/>
              <a:t> Tools </a:t>
            </a:r>
            <a:r>
              <a:rPr lang="en-ID" b="1" dirty="0" err="1"/>
              <a:t>Dibanding</a:t>
            </a:r>
            <a:r>
              <a:rPr lang="en-ID" b="1" dirty="0"/>
              <a:t> </a:t>
            </a:r>
            <a:r>
              <a:rPr lang="en-ID" b="1" dirty="0" err="1"/>
              <a:t>Aplikasi</a:t>
            </a:r>
            <a:r>
              <a:rPr lang="en-ID" b="1" dirty="0"/>
              <a:t> </a:t>
            </a:r>
            <a:r>
              <a:rPr lang="en-ID" b="1" dirty="0" err="1"/>
              <a:t>Sejenis</a:t>
            </a:r>
            <a:r>
              <a:rPr lang="en-ID" dirty="0"/>
              <a:t> </a:t>
            </a:r>
            <a:r>
              <a:rPr lang="en-ID" dirty="0" err="1"/>
              <a:t>membahas</a:t>
            </a:r>
            <a:r>
              <a:rPr lang="en-ID" dirty="0"/>
              <a:t> </a:t>
            </a:r>
            <a:r>
              <a:rPr lang="en-ID" dirty="0" err="1"/>
              <a:t>mengapa</a:t>
            </a:r>
            <a:r>
              <a:rPr lang="en-ID" dirty="0"/>
              <a:t> </a:t>
            </a:r>
            <a:r>
              <a:rPr lang="en-ID" dirty="0" err="1"/>
              <a:t>suatu</a:t>
            </a:r>
            <a:r>
              <a:rPr lang="en-ID" dirty="0"/>
              <a:t> tools </a:t>
            </a:r>
            <a:r>
              <a:rPr lang="en-ID" dirty="0" err="1"/>
              <a:t>lebih</a:t>
            </a:r>
            <a:r>
              <a:rPr lang="en-ID" dirty="0"/>
              <a:t> </a:t>
            </a:r>
            <a:r>
              <a:rPr lang="en-ID" dirty="0" err="1"/>
              <a:t>unggul</a:t>
            </a:r>
            <a:r>
              <a:rPr lang="en-ID" dirty="0"/>
              <a:t> </a:t>
            </a:r>
            <a:r>
              <a:rPr lang="en-ID" dirty="0" err="1"/>
              <a:t>dibandingkan</a:t>
            </a:r>
            <a:r>
              <a:rPr lang="en-ID" dirty="0"/>
              <a:t> </a:t>
            </a:r>
            <a:r>
              <a:rPr lang="en-ID" dirty="0" err="1"/>
              <a:t>dengan</a:t>
            </a:r>
            <a:r>
              <a:rPr lang="en-ID" dirty="0"/>
              <a:t> </a:t>
            </a:r>
            <a:r>
              <a:rPr lang="en-ID" dirty="0" err="1"/>
              <a:t>teknologi</a:t>
            </a:r>
            <a:r>
              <a:rPr lang="en-ID" dirty="0"/>
              <a:t> lain yang </a:t>
            </a:r>
            <a:r>
              <a:rPr lang="en-ID" dirty="0" err="1"/>
              <a:t>memiliki</a:t>
            </a:r>
            <a:r>
              <a:rPr lang="en-ID" dirty="0"/>
              <a:t> </a:t>
            </a:r>
            <a:r>
              <a:rPr lang="en-ID" dirty="0" err="1"/>
              <a:t>fungsi</a:t>
            </a:r>
            <a:r>
              <a:rPr lang="en-ID" dirty="0"/>
              <a:t> </a:t>
            </a:r>
            <a:r>
              <a:rPr lang="en-ID" dirty="0" err="1"/>
              <a:t>serupa</a:t>
            </a:r>
            <a:r>
              <a:rPr lang="en-ID" dirty="0"/>
              <a:t>. </a:t>
            </a:r>
            <a:r>
              <a:rPr lang="en-ID" dirty="0" err="1"/>
              <a:t>Berikut</a:t>
            </a:r>
            <a:r>
              <a:rPr lang="en-ID" dirty="0"/>
              <a:t> </a:t>
            </a:r>
            <a:r>
              <a:rPr lang="en-ID" dirty="0" err="1"/>
              <a:t>penjelasannya</a:t>
            </a:r>
            <a:r>
              <a:rPr lang="en-ID" dirty="0"/>
              <a:t>:</a:t>
            </a:r>
          </a:p>
          <a:p>
            <a:pPr>
              <a:buFont typeface="+mj-lt"/>
              <a:buAutoNum type="arabicPeriod"/>
            </a:pPr>
            <a:r>
              <a:rPr lang="en-ID" b="1" dirty="0" err="1"/>
              <a:t>Perbandingan</a:t>
            </a:r>
            <a:r>
              <a:rPr lang="en-ID" b="1" dirty="0"/>
              <a:t> </a:t>
            </a:r>
            <a:r>
              <a:rPr lang="en-ID" b="1" dirty="0" err="1"/>
              <a:t>dengan</a:t>
            </a:r>
            <a:r>
              <a:rPr lang="en-ID" b="1" dirty="0"/>
              <a:t> Software </a:t>
            </a:r>
            <a:r>
              <a:rPr lang="en-ID" b="1" dirty="0" err="1"/>
              <a:t>atau</a:t>
            </a:r>
            <a:r>
              <a:rPr lang="en-ID" b="1" dirty="0"/>
              <a:t> </a:t>
            </a:r>
            <a:r>
              <a:rPr lang="en-ID" b="1" dirty="0" err="1"/>
              <a:t>Teknologi</a:t>
            </a:r>
            <a:r>
              <a:rPr lang="en-ID" b="1" dirty="0"/>
              <a:t> Lain</a:t>
            </a:r>
            <a:br>
              <a:rPr lang="en-ID" dirty="0"/>
            </a:br>
            <a:r>
              <a:rPr lang="en-ID" dirty="0"/>
              <a:t>→ </a:t>
            </a:r>
            <a:r>
              <a:rPr lang="en-ID" dirty="0" err="1"/>
              <a:t>Mengidentifikasi</a:t>
            </a:r>
            <a:r>
              <a:rPr lang="en-ID" dirty="0"/>
              <a:t> </a:t>
            </a:r>
            <a:r>
              <a:rPr lang="en-ID" dirty="0" err="1"/>
              <a:t>perbedaan</a:t>
            </a:r>
            <a:r>
              <a:rPr lang="en-ID" dirty="0"/>
              <a:t> </a:t>
            </a:r>
            <a:r>
              <a:rPr lang="en-ID" dirty="0" err="1"/>
              <a:t>antara</a:t>
            </a:r>
            <a:r>
              <a:rPr lang="en-ID" dirty="0"/>
              <a:t> tools yang </a:t>
            </a:r>
            <a:r>
              <a:rPr lang="en-ID" dirty="0" err="1"/>
              <a:t>dieksplorasi</a:t>
            </a:r>
            <a:r>
              <a:rPr lang="en-ID" dirty="0"/>
              <a:t> </a:t>
            </a:r>
            <a:r>
              <a:rPr lang="en-ID" dirty="0" err="1"/>
              <a:t>dengan</a:t>
            </a:r>
            <a:r>
              <a:rPr lang="en-ID" dirty="0"/>
              <a:t> </a:t>
            </a:r>
            <a:r>
              <a:rPr lang="en-ID" dirty="0" err="1"/>
              <a:t>alternatif</a:t>
            </a:r>
            <a:r>
              <a:rPr lang="en-ID" dirty="0"/>
              <a:t> </a:t>
            </a:r>
            <a:r>
              <a:rPr lang="en-ID" dirty="0" err="1"/>
              <a:t>lainnya</a:t>
            </a:r>
            <a:r>
              <a:rPr lang="en-ID" dirty="0"/>
              <a:t>.</a:t>
            </a:r>
          </a:p>
          <a:p>
            <a:pPr marL="742950" lvl="1" indent="-285750">
              <a:buFont typeface="+mj-lt"/>
              <a:buAutoNum type="arabicPeriod"/>
            </a:pPr>
            <a:r>
              <a:rPr lang="en-ID" dirty="0" err="1"/>
              <a:t>Contoh</a:t>
            </a:r>
            <a:r>
              <a:rPr lang="en-ID" dirty="0"/>
              <a:t>: </a:t>
            </a:r>
          </a:p>
          <a:p>
            <a:pPr marL="1143000" lvl="2" indent="-228600">
              <a:buFont typeface="+mj-lt"/>
              <a:buAutoNum type="arabicPeriod"/>
            </a:pPr>
            <a:r>
              <a:rPr lang="en-ID" b="1" dirty="0" err="1"/>
              <a:t>FastAPI</a:t>
            </a:r>
            <a:r>
              <a:rPr lang="en-ID" b="1" dirty="0"/>
              <a:t> vs Flask</a:t>
            </a:r>
            <a:r>
              <a:rPr lang="en-ID" dirty="0"/>
              <a:t>: </a:t>
            </a:r>
            <a:r>
              <a:rPr lang="en-ID" dirty="0" err="1"/>
              <a:t>FastAPI</a:t>
            </a:r>
            <a:r>
              <a:rPr lang="en-ID" dirty="0"/>
              <a:t> </a:t>
            </a:r>
            <a:r>
              <a:rPr lang="en-ID" dirty="0" err="1"/>
              <a:t>lebih</a:t>
            </a:r>
            <a:r>
              <a:rPr lang="en-ID" dirty="0"/>
              <a:t> </a:t>
            </a:r>
            <a:r>
              <a:rPr lang="en-ID" dirty="0" err="1"/>
              <a:t>cepat</a:t>
            </a:r>
            <a:r>
              <a:rPr lang="en-ID" dirty="0"/>
              <a:t> </a:t>
            </a:r>
            <a:r>
              <a:rPr lang="en-ID" dirty="0" err="1"/>
              <a:t>karena</a:t>
            </a:r>
            <a:r>
              <a:rPr lang="en-ID" dirty="0"/>
              <a:t> </a:t>
            </a:r>
            <a:r>
              <a:rPr lang="en-ID" dirty="0" err="1"/>
              <a:t>berbasis</a:t>
            </a:r>
            <a:r>
              <a:rPr lang="en-ID" dirty="0"/>
              <a:t> </a:t>
            </a:r>
            <a:r>
              <a:rPr lang="en-ID" b="1" dirty="0"/>
              <a:t>async</a:t>
            </a:r>
            <a:r>
              <a:rPr lang="en-ID" dirty="0"/>
              <a:t>, </a:t>
            </a:r>
            <a:r>
              <a:rPr lang="en-ID" dirty="0" err="1"/>
              <a:t>sedangkan</a:t>
            </a:r>
            <a:r>
              <a:rPr lang="en-ID" dirty="0"/>
              <a:t> Flask </a:t>
            </a:r>
            <a:r>
              <a:rPr lang="en-ID" dirty="0" err="1"/>
              <a:t>lebih</a:t>
            </a:r>
            <a:r>
              <a:rPr lang="en-ID" dirty="0"/>
              <a:t> </a:t>
            </a:r>
            <a:r>
              <a:rPr lang="en-ID" dirty="0" err="1"/>
              <a:t>ringan</a:t>
            </a:r>
            <a:r>
              <a:rPr lang="en-ID" dirty="0"/>
              <a:t> </a:t>
            </a:r>
            <a:r>
              <a:rPr lang="en-ID" dirty="0" err="1"/>
              <a:t>untuk</a:t>
            </a:r>
            <a:r>
              <a:rPr lang="en-ID" dirty="0"/>
              <a:t> </a:t>
            </a:r>
            <a:r>
              <a:rPr lang="en-ID" dirty="0" err="1"/>
              <a:t>aplikasi</a:t>
            </a:r>
            <a:r>
              <a:rPr lang="en-ID" dirty="0"/>
              <a:t> </a:t>
            </a:r>
            <a:r>
              <a:rPr lang="en-ID" dirty="0" err="1"/>
              <a:t>kecil</a:t>
            </a:r>
            <a:r>
              <a:rPr lang="en-ID" dirty="0"/>
              <a:t>.</a:t>
            </a:r>
          </a:p>
          <a:p>
            <a:pPr marL="1143000" lvl="2" indent="-228600">
              <a:buFont typeface="+mj-lt"/>
              <a:buAutoNum type="arabicPeriod"/>
            </a:pPr>
            <a:r>
              <a:rPr lang="en-ID" b="1" dirty="0"/>
              <a:t>TensorFlow vs </a:t>
            </a:r>
            <a:r>
              <a:rPr lang="en-ID" b="1" dirty="0" err="1"/>
              <a:t>PyTorch</a:t>
            </a:r>
            <a:r>
              <a:rPr lang="en-ID" dirty="0"/>
              <a:t>: TensorFlow </a:t>
            </a:r>
            <a:r>
              <a:rPr lang="en-ID" dirty="0" err="1"/>
              <a:t>lebih</a:t>
            </a:r>
            <a:r>
              <a:rPr lang="en-ID" dirty="0"/>
              <a:t> </a:t>
            </a:r>
            <a:r>
              <a:rPr lang="en-ID" dirty="0" err="1"/>
              <a:t>matang</a:t>
            </a:r>
            <a:r>
              <a:rPr lang="en-ID" dirty="0"/>
              <a:t> </a:t>
            </a:r>
            <a:r>
              <a:rPr lang="en-ID" dirty="0" err="1"/>
              <a:t>untuk</a:t>
            </a:r>
            <a:r>
              <a:rPr lang="en-ID" dirty="0"/>
              <a:t> deployment, </a:t>
            </a:r>
            <a:r>
              <a:rPr lang="en-ID" dirty="0" err="1"/>
              <a:t>sementara</a:t>
            </a:r>
            <a:r>
              <a:rPr lang="en-ID" dirty="0"/>
              <a:t> </a:t>
            </a:r>
            <a:r>
              <a:rPr lang="en-ID" dirty="0" err="1"/>
              <a:t>PyTorch</a:t>
            </a:r>
            <a:r>
              <a:rPr lang="en-ID" dirty="0"/>
              <a:t> </a:t>
            </a:r>
            <a:r>
              <a:rPr lang="en-ID" dirty="0" err="1"/>
              <a:t>lebih</a:t>
            </a:r>
            <a:r>
              <a:rPr lang="en-ID" dirty="0"/>
              <a:t> </a:t>
            </a:r>
            <a:r>
              <a:rPr lang="en-ID" dirty="0" err="1"/>
              <a:t>fleksibel</a:t>
            </a:r>
            <a:r>
              <a:rPr lang="en-ID" dirty="0"/>
              <a:t> </a:t>
            </a:r>
            <a:r>
              <a:rPr lang="en-ID" dirty="0" err="1"/>
              <a:t>untuk</a:t>
            </a:r>
            <a:r>
              <a:rPr lang="en-ID" dirty="0"/>
              <a:t> </a:t>
            </a:r>
            <a:r>
              <a:rPr lang="en-ID" dirty="0" err="1"/>
              <a:t>penelitian</a:t>
            </a:r>
            <a:r>
              <a:rPr lang="en-ID" dirty="0"/>
              <a:t>.</a:t>
            </a:r>
          </a:p>
          <a:p>
            <a:pPr marL="1143000" lvl="2" indent="-228600">
              <a:buFont typeface="+mj-lt"/>
              <a:buAutoNum type="arabicPeriod"/>
            </a:pPr>
            <a:r>
              <a:rPr lang="en-ID" b="1" dirty="0"/>
              <a:t>Google </a:t>
            </a:r>
            <a:r>
              <a:rPr lang="en-ID" b="1" dirty="0" err="1"/>
              <a:t>Colab</a:t>
            </a:r>
            <a:r>
              <a:rPr lang="en-ID" b="1" dirty="0"/>
              <a:t> vs </a:t>
            </a:r>
            <a:r>
              <a:rPr lang="en-ID" b="1" dirty="0" err="1"/>
              <a:t>Jupyter</a:t>
            </a:r>
            <a:r>
              <a:rPr lang="en-ID" b="1" dirty="0"/>
              <a:t> Notebook</a:t>
            </a:r>
            <a:r>
              <a:rPr lang="en-ID" dirty="0"/>
              <a:t>: Google </a:t>
            </a:r>
            <a:r>
              <a:rPr lang="en-ID" dirty="0" err="1"/>
              <a:t>Colab</a:t>
            </a:r>
            <a:r>
              <a:rPr lang="en-ID" dirty="0"/>
              <a:t> </a:t>
            </a:r>
            <a:r>
              <a:rPr lang="en-ID" dirty="0" err="1"/>
              <a:t>memungkinkan</a:t>
            </a:r>
            <a:r>
              <a:rPr lang="en-ID" dirty="0"/>
              <a:t> </a:t>
            </a:r>
            <a:r>
              <a:rPr lang="en-ID" dirty="0" err="1"/>
              <a:t>eksekusi</a:t>
            </a:r>
            <a:r>
              <a:rPr lang="en-ID" dirty="0"/>
              <a:t> cloud gratis, </a:t>
            </a:r>
            <a:r>
              <a:rPr lang="en-ID" dirty="0" err="1"/>
              <a:t>sedangkan</a:t>
            </a:r>
            <a:r>
              <a:rPr lang="en-ID" dirty="0"/>
              <a:t> </a:t>
            </a:r>
            <a:r>
              <a:rPr lang="en-ID" dirty="0" err="1"/>
              <a:t>Jupyter</a:t>
            </a:r>
            <a:r>
              <a:rPr lang="en-ID" dirty="0"/>
              <a:t> </a:t>
            </a:r>
            <a:r>
              <a:rPr lang="en-ID" dirty="0" err="1"/>
              <a:t>lebih</a:t>
            </a:r>
            <a:r>
              <a:rPr lang="en-ID" dirty="0"/>
              <a:t> </a:t>
            </a:r>
            <a:r>
              <a:rPr lang="en-ID" dirty="0" err="1"/>
              <a:t>fleksibel</a:t>
            </a:r>
            <a:r>
              <a:rPr lang="en-ID" dirty="0"/>
              <a:t> </a:t>
            </a:r>
            <a:r>
              <a:rPr lang="en-ID" dirty="0" err="1"/>
              <a:t>untuk</a:t>
            </a:r>
            <a:r>
              <a:rPr lang="en-ID" dirty="0"/>
              <a:t> </a:t>
            </a:r>
            <a:r>
              <a:rPr lang="en-ID" dirty="0" err="1"/>
              <a:t>lokal</a:t>
            </a:r>
            <a:r>
              <a:rPr lang="en-ID" dirty="0"/>
              <a:t>.</a:t>
            </a:r>
          </a:p>
          <a:p>
            <a:pPr>
              <a:buFont typeface="+mj-lt"/>
              <a:buAutoNum type="arabicPeriod"/>
            </a:pPr>
            <a:r>
              <a:rPr lang="en-ID" b="1" dirty="0" err="1"/>
              <a:t>Keunggulan</a:t>
            </a:r>
            <a:r>
              <a:rPr lang="en-ID" b="1" dirty="0"/>
              <a:t> </a:t>
            </a:r>
            <a:r>
              <a:rPr lang="en-ID" b="1" dirty="0" err="1"/>
              <a:t>dalam</a:t>
            </a:r>
            <a:r>
              <a:rPr lang="en-ID" b="1" dirty="0"/>
              <a:t> </a:t>
            </a:r>
            <a:r>
              <a:rPr lang="en-ID" b="1" dirty="0" err="1"/>
              <a:t>Efisiensi</a:t>
            </a:r>
            <a:r>
              <a:rPr lang="en-ID" b="1" dirty="0"/>
              <a:t>, </a:t>
            </a:r>
            <a:r>
              <a:rPr lang="en-ID" b="1" dirty="0" err="1"/>
              <a:t>Fleksibilitas</a:t>
            </a:r>
            <a:r>
              <a:rPr lang="en-ID" b="1" dirty="0"/>
              <a:t>, dan </a:t>
            </a:r>
            <a:r>
              <a:rPr lang="en-ID" b="1" dirty="0" err="1"/>
              <a:t>Kemudahan</a:t>
            </a:r>
            <a:r>
              <a:rPr lang="en-ID" b="1" dirty="0"/>
              <a:t> </a:t>
            </a:r>
            <a:r>
              <a:rPr lang="en-ID" b="1" dirty="0" err="1"/>
              <a:t>Penggunaan</a:t>
            </a:r>
            <a:br>
              <a:rPr lang="en-ID" dirty="0"/>
            </a:br>
            <a:r>
              <a:rPr lang="en-ID" dirty="0"/>
              <a:t>→ </a:t>
            </a:r>
            <a:r>
              <a:rPr lang="en-ID" dirty="0" err="1"/>
              <a:t>Menunjukkan</a:t>
            </a:r>
            <a:r>
              <a:rPr lang="en-ID" dirty="0"/>
              <a:t> </a:t>
            </a:r>
            <a:r>
              <a:rPr lang="en-ID" dirty="0" err="1"/>
              <a:t>aspek</a:t>
            </a:r>
            <a:r>
              <a:rPr lang="en-ID" dirty="0"/>
              <a:t> yang </a:t>
            </a:r>
            <a:r>
              <a:rPr lang="en-ID" dirty="0" err="1"/>
              <a:t>membuat</a:t>
            </a:r>
            <a:r>
              <a:rPr lang="en-ID" dirty="0"/>
              <a:t> tools </a:t>
            </a:r>
            <a:r>
              <a:rPr lang="en-ID" dirty="0" err="1"/>
              <a:t>lebih</a:t>
            </a:r>
            <a:r>
              <a:rPr lang="en-ID" dirty="0"/>
              <a:t> </a:t>
            </a:r>
            <a:r>
              <a:rPr lang="en-ID" dirty="0" err="1"/>
              <a:t>baik</a:t>
            </a:r>
            <a:r>
              <a:rPr lang="en-ID" dirty="0"/>
              <a:t> </a:t>
            </a:r>
            <a:r>
              <a:rPr lang="en-ID" dirty="0" err="1"/>
              <a:t>dalam</a:t>
            </a:r>
            <a:r>
              <a:rPr lang="en-ID" dirty="0"/>
              <a:t> </a:t>
            </a:r>
            <a:r>
              <a:rPr lang="en-ID" dirty="0" err="1"/>
              <a:t>praktik</a:t>
            </a:r>
            <a:r>
              <a:rPr lang="en-ID" dirty="0"/>
              <a:t> </a:t>
            </a:r>
            <a:r>
              <a:rPr lang="en-ID" dirty="0" err="1"/>
              <a:t>nyata</a:t>
            </a:r>
            <a:r>
              <a:rPr lang="en-ID" dirty="0"/>
              <a:t>.</a:t>
            </a:r>
          </a:p>
          <a:p>
            <a:pPr marL="742950" lvl="1" indent="-285750">
              <a:buFont typeface="+mj-lt"/>
              <a:buAutoNum type="arabicPeriod"/>
            </a:pPr>
            <a:r>
              <a:rPr lang="en-ID" b="1" dirty="0" err="1"/>
              <a:t>Efisiensi</a:t>
            </a:r>
            <a:r>
              <a:rPr lang="en-ID" dirty="0"/>
              <a:t>: </a:t>
            </a:r>
            <a:r>
              <a:rPr lang="en-ID" dirty="0" err="1"/>
              <a:t>Seberapa</a:t>
            </a:r>
            <a:r>
              <a:rPr lang="en-ID" dirty="0"/>
              <a:t> </a:t>
            </a:r>
            <a:r>
              <a:rPr lang="en-ID" dirty="0" err="1"/>
              <a:t>cepat</a:t>
            </a:r>
            <a:r>
              <a:rPr lang="en-ID" dirty="0"/>
              <a:t> dan </a:t>
            </a:r>
            <a:r>
              <a:rPr lang="en-ID" dirty="0" err="1"/>
              <a:t>ringan</a:t>
            </a:r>
            <a:r>
              <a:rPr lang="en-ID" dirty="0"/>
              <a:t> tools </a:t>
            </a:r>
            <a:r>
              <a:rPr lang="en-ID" dirty="0" err="1"/>
              <a:t>bekerja</a:t>
            </a:r>
            <a:r>
              <a:rPr lang="en-ID" dirty="0"/>
              <a:t>? </a:t>
            </a:r>
          </a:p>
          <a:p>
            <a:pPr marL="1143000" lvl="2" indent="-228600">
              <a:buFont typeface="+mj-lt"/>
              <a:buAutoNum type="arabicPeriod"/>
            </a:pPr>
            <a:r>
              <a:rPr lang="en-ID" dirty="0" err="1"/>
              <a:t>Contoh</a:t>
            </a:r>
            <a:r>
              <a:rPr lang="en-ID" dirty="0"/>
              <a:t>: </a:t>
            </a:r>
            <a:r>
              <a:rPr lang="en-ID" b="1" dirty="0" err="1"/>
              <a:t>FastAPI</a:t>
            </a:r>
            <a:r>
              <a:rPr lang="en-ID" dirty="0"/>
              <a:t> </a:t>
            </a:r>
            <a:r>
              <a:rPr lang="en-ID" dirty="0" err="1"/>
              <a:t>memiliki</a:t>
            </a:r>
            <a:r>
              <a:rPr lang="en-ID" dirty="0"/>
              <a:t> </a:t>
            </a:r>
            <a:r>
              <a:rPr lang="en-ID" dirty="0" err="1"/>
              <a:t>performa</a:t>
            </a:r>
            <a:r>
              <a:rPr lang="en-ID" dirty="0"/>
              <a:t> </a:t>
            </a:r>
            <a:r>
              <a:rPr lang="en-ID" dirty="0" err="1"/>
              <a:t>tinggi</a:t>
            </a:r>
            <a:r>
              <a:rPr lang="en-ID" dirty="0"/>
              <a:t> </a:t>
            </a:r>
            <a:r>
              <a:rPr lang="en-ID" dirty="0" err="1"/>
              <a:t>dibanding</a:t>
            </a:r>
            <a:r>
              <a:rPr lang="en-ID" dirty="0"/>
              <a:t> </a:t>
            </a:r>
            <a:r>
              <a:rPr lang="en-ID" b="1" dirty="0"/>
              <a:t>Flask</a:t>
            </a:r>
            <a:r>
              <a:rPr lang="en-ID" dirty="0"/>
              <a:t> </a:t>
            </a:r>
            <a:r>
              <a:rPr lang="en-ID" dirty="0" err="1"/>
              <a:t>karena</a:t>
            </a:r>
            <a:r>
              <a:rPr lang="en-ID" dirty="0"/>
              <a:t> </a:t>
            </a:r>
            <a:r>
              <a:rPr lang="en-ID" dirty="0" err="1"/>
              <a:t>mendukung</a:t>
            </a:r>
            <a:r>
              <a:rPr lang="en-ID" dirty="0"/>
              <a:t> async I/O.</a:t>
            </a:r>
          </a:p>
          <a:p>
            <a:pPr marL="742950" lvl="1" indent="-285750">
              <a:buFont typeface="+mj-lt"/>
              <a:buAutoNum type="arabicPeriod"/>
            </a:pPr>
            <a:r>
              <a:rPr lang="en-ID" b="1" dirty="0" err="1"/>
              <a:t>Fleksibilitas</a:t>
            </a:r>
            <a:r>
              <a:rPr lang="en-ID" dirty="0"/>
              <a:t>: </a:t>
            </a:r>
            <a:r>
              <a:rPr lang="en-ID" dirty="0" err="1"/>
              <a:t>Seberapa</a:t>
            </a:r>
            <a:r>
              <a:rPr lang="en-ID" dirty="0"/>
              <a:t> </a:t>
            </a:r>
            <a:r>
              <a:rPr lang="en-ID" dirty="0" err="1"/>
              <a:t>mudah</a:t>
            </a:r>
            <a:r>
              <a:rPr lang="en-ID" dirty="0"/>
              <a:t> tools </a:t>
            </a:r>
            <a:r>
              <a:rPr lang="en-ID" dirty="0" err="1"/>
              <a:t>beradaptasi</a:t>
            </a:r>
            <a:r>
              <a:rPr lang="en-ID" dirty="0"/>
              <a:t> </a:t>
            </a:r>
            <a:r>
              <a:rPr lang="en-ID" dirty="0" err="1"/>
              <a:t>dengan</a:t>
            </a:r>
            <a:r>
              <a:rPr lang="en-ID" dirty="0"/>
              <a:t> </a:t>
            </a:r>
            <a:r>
              <a:rPr lang="en-ID" dirty="0" err="1"/>
              <a:t>berbagai</a:t>
            </a:r>
            <a:r>
              <a:rPr lang="en-ID" dirty="0"/>
              <a:t> </a:t>
            </a:r>
            <a:r>
              <a:rPr lang="en-ID" dirty="0" err="1"/>
              <a:t>kebutuhan</a:t>
            </a:r>
            <a:r>
              <a:rPr lang="en-ID" dirty="0"/>
              <a:t>? </a:t>
            </a:r>
          </a:p>
          <a:p>
            <a:pPr marL="1143000" lvl="2" indent="-228600">
              <a:buFont typeface="+mj-lt"/>
              <a:buAutoNum type="arabicPeriod"/>
            </a:pPr>
            <a:r>
              <a:rPr lang="en-ID" dirty="0" err="1"/>
              <a:t>Contoh</a:t>
            </a:r>
            <a:r>
              <a:rPr lang="en-ID" dirty="0"/>
              <a:t>: </a:t>
            </a:r>
            <a:r>
              <a:rPr lang="en-ID" b="1" dirty="0"/>
              <a:t>Docker</a:t>
            </a:r>
            <a:r>
              <a:rPr lang="en-ID" dirty="0"/>
              <a:t> </a:t>
            </a:r>
            <a:r>
              <a:rPr lang="en-ID" dirty="0" err="1"/>
              <a:t>lebih</a:t>
            </a:r>
            <a:r>
              <a:rPr lang="en-ID" dirty="0"/>
              <a:t> </a:t>
            </a:r>
            <a:r>
              <a:rPr lang="en-ID" dirty="0" err="1"/>
              <a:t>fleksibel</a:t>
            </a:r>
            <a:r>
              <a:rPr lang="en-ID" dirty="0"/>
              <a:t> </a:t>
            </a:r>
            <a:r>
              <a:rPr lang="en-ID" dirty="0" err="1"/>
              <a:t>dibanding</a:t>
            </a:r>
            <a:r>
              <a:rPr lang="en-ID" dirty="0"/>
              <a:t> VM </a:t>
            </a:r>
            <a:r>
              <a:rPr lang="en-ID" dirty="0" err="1"/>
              <a:t>karena</a:t>
            </a:r>
            <a:r>
              <a:rPr lang="en-ID" dirty="0"/>
              <a:t> containerization.</a:t>
            </a:r>
          </a:p>
          <a:p>
            <a:pPr marL="742950" lvl="1" indent="-285750">
              <a:buFont typeface="+mj-lt"/>
              <a:buAutoNum type="arabicPeriod"/>
            </a:pPr>
            <a:r>
              <a:rPr lang="en-ID" b="1" dirty="0" err="1"/>
              <a:t>Kemudahan</a:t>
            </a:r>
            <a:r>
              <a:rPr lang="en-ID" b="1" dirty="0"/>
              <a:t> </a:t>
            </a:r>
            <a:r>
              <a:rPr lang="en-ID" b="1" dirty="0" err="1"/>
              <a:t>Penggunaan</a:t>
            </a:r>
            <a:r>
              <a:rPr lang="en-ID" dirty="0"/>
              <a:t>: </a:t>
            </a:r>
            <a:r>
              <a:rPr lang="en-ID" dirty="0" err="1"/>
              <a:t>Seberapa</a:t>
            </a:r>
            <a:r>
              <a:rPr lang="en-ID" dirty="0"/>
              <a:t> </a:t>
            </a:r>
            <a:r>
              <a:rPr lang="en-ID" dirty="0" err="1"/>
              <a:t>mudah</a:t>
            </a:r>
            <a:r>
              <a:rPr lang="en-ID" dirty="0"/>
              <a:t> tools </a:t>
            </a:r>
            <a:r>
              <a:rPr lang="en-ID" dirty="0" err="1"/>
              <a:t>dipelajari</a:t>
            </a:r>
            <a:r>
              <a:rPr lang="en-ID" dirty="0"/>
              <a:t> dan </a:t>
            </a:r>
            <a:r>
              <a:rPr lang="en-ID" dirty="0" err="1"/>
              <a:t>diterapkan</a:t>
            </a:r>
            <a:r>
              <a:rPr lang="en-ID" dirty="0"/>
              <a:t>? </a:t>
            </a:r>
          </a:p>
          <a:p>
            <a:pPr marL="1143000" lvl="2" indent="-228600">
              <a:buFont typeface="+mj-lt"/>
              <a:buAutoNum type="arabicPeriod"/>
            </a:pPr>
            <a:r>
              <a:rPr lang="en-ID" dirty="0" err="1"/>
              <a:t>Contoh</a:t>
            </a:r>
            <a:r>
              <a:rPr lang="en-ID" dirty="0"/>
              <a:t>: </a:t>
            </a:r>
            <a:r>
              <a:rPr lang="en-ID" b="1" dirty="0" err="1"/>
              <a:t>Streamlit</a:t>
            </a:r>
            <a:r>
              <a:rPr lang="en-ID" dirty="0"/>
              <a:t> </a:t>
            </a:r>
            <a:r>
              <a:rPr lang="en-ID" dirty="0" err="1"/>
              <a:t>lebih</a:t>
            </a:r>
            <a:r>
              <a:rPr lang="en-ID" dirty="0"/>
              <a:t> </a:t>
            </a:r>
            <a:r>
              <a:rPr lang="en-ID" dirty="0" err="1"/>
              <a:t>mudah</a:t>
            </a:r>
            <a:r>
              <a:rPr lang="en-ID" dirty="0"/>
              <a:t> </a:t>
            </a:r>
            <a:r>
              <a:rPr lang="en-ID" dirty="0" err="1"/>
              <a:t>dibanding</a:t>
            </a:r>
            <a:r>
              <a:rPr lang="en-ID" dirty="0"/>
              <a:t> </a:t>
            </a:r>
            <a:r>
              <a:rPr lang="en-ID" b="1" dirty="0"/>
              <a:t>Dash</a:t>
            </a:r>
            <a:r>
              <a:rPr lang="en-ID" dirty="0"/>
              <a:t> </a:t>
            </a:r>
            <a:r>
              <a:rPr lang="en-ID" dirty="0" err="1"/>
              <a:t>untuk</a:t>
            </a:r>
            <a:r>
              <a:rPr lang="en-ID" dirty="0"/>
              <a:t> </a:t>
            </a:r>
            <a:r>
              <a:rPr lang="en-ID" dirty="0" err="1"/>
              <a:t>membangun</a:t>
            </a:r>
            <a:r>
              <a:rPr lang="en-ID" dirty="0"/>
              <a:t> dashboard data science.</a:t>
            </a:r>
            <a:endParaRPr lang="en-ID" sz="2000" dirty="0"/>
          </a:p>
        </p:txBody>
      </p:sp>
    </p:spTree>
    <p:extLst>
      <p:ext uri="{BB962C8B-B14F-4D97-AF65-F5344CB8AC3E}">
        <p14:creationId xmlns:p14="http://schemas.microsoft.com/office/powerpoint/2010/main" val="35774729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FFF2E-2DBA-5F2C-1B6E-BC64C0D0FA8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7E4D13A-1E4C-E61D-A318-07AB34795482}"/>
              </a:ext>
            </a:extLst>
          </p:cNvPr>
          <p:cNvSpPr txBox="1"/>
          <p:nvPr/>
        </p:nvSpPr>
        <p:spPr>
          <a:xfrm>
            <a:off x="762000" y="304800"/>
            <a:ext cx="9058890" cy="646331"/>
          </a:xfrm>
          <a:prstGeom prst="rect">
            <a:avLst/>
          </a:prstGeom>
          <a:noFill/>
        </p:spPr>
        <p:txBody>
          <a:bodyPr wrap="none" rtlCol="0">
            <a:spAutoFit/>
          </a:bodyPr>
          <a:lstStyle/>
          <a:p>
            <a:r>
              <a:rPr lang="en-ID" sz="3600" dirty="0" err="1">
                <a:solidFill>
                  <a:schemeClr val="bg1"/>
                </a:solidFill>
              </a:rPr>
              <a:t>Kelebihan</a:t>
            </a:r>
            <a:r>
              <a:rPr lang="en-ID" sz="3600" dirty="0">
                <a:solidFill>
                  <a:schemeClr val="bg1"/>
                </a:solidFill>
              </a:rPr>
              <a:t> Tools </a:t>
            </a:r>
            <a:r>
              <a:rPr lang="en-ID" sz="3600" dirty="0" err="1">
                <a:solidFill>
                  <a:schemeClr val="bg1"/>
                </a:solidFill>
              </a:rPr>
              <a:t>Dibanding</a:t>
            </a:r>
            <a:r>
              <a:rPr lang="en-ID" sz="3600" dirty="0">
                <a:solidFill>
                  <a:schemeClr val="bg1"/>
                </a:solidFill>
              </a:rPr>
              <a:t> </a:t>
            </a:r>
            <a:r>
              <a:rPr lang="en-ID" sz="3600" dirty="0" err="1">
                <a:solidFill>
                  <a:schemeClr val="bg1"/>
                </a:solidFill>
              </a:rPr>
              <a:t>Aplikasi</a:t>
            </a:r>
            <a:r>
              <a:rPr lang="en-ID" sz="3600" dirty="0">
                <a:solidFill>
                  <a:schemeClr val="bg1"/>
                </a:solidFill>
              </a:rPr>
              <a:t> </a:t>
            </a:r>
            <a:r>
              <a:rPr lang="en-ID" sz="3600" dirty="0" err="1">
                <a:solidFill>
                  <a:schemeClr val="bg1"/>
                </a:solidFill>
              </a:rPr>
              <a:t>Sejenis</a:t>
            </a:r>
            <a:endParaRPr lang="en-ID" sz="3600" dirty="0">
              <a:solidFill>
                <a:schemeClr val="bg1"/>
              </a:solidFill>
            </a:endParaRPr>
          </a:p>
        </p:txBody>
      </p:sp>
      <p:sp>
        <p:nvSpPr>
          <p:cNvPr id="7" name="TextBox 6">
            <a:extLst>
              <a:ext uri="{FF2B5EF4-FFF2-40B4-BE49-F238E27FC236}">
                <a16:creationId xmlns:a16="http://schemas.microsoft.com/office/drawing/2014/main" id="{D67D48D2-0F27-C543-1715-C2E9F792F975}"/>
              </a:ext>
            </a:extLst>
          </p:cNvPr>
          <p:cNvSpPr txBox="1"/>
          <p:nvPr/>
        </p:nvSpPr>
        <p:spPr>
          <a:xfrm>
            <a:off x="762000" y="1067336"/>
            <a:ext cx="10896600" cy="3477875"/>
          </a:xfrm>
          <a:prstGeom prst="rect">
            <a:avLst/>
          </a:prstGeom>
          <a:noFill/>
        </p:spPr>
        <p:txBody>
          <a:bodyPr wrap="square" rtlCol="0">
            <a:spAutoFit/>
          </a:bodyPr>
          <a:lstStyle/>
          <a:p>
            <a:r>
              <a:rPr lang="en-ID" b="1" dirty="0"/>
              <a:t>3. Studi Kasus yang </a:t>
            </a:r>
            <a:r>
              <a:rPr lang="en-ID" b="1" dirty="0" err="1"/>
              <a:t>Menunjukkan</a:t>
            </a:r>
            <a:r>
              <a:rPr lang="en-ID" b="1" dirty="0"/>
              <a:t> </a:t>
            </a:r>
            <a:r>
              <a:rPr lang="en-ID" b="1" dirty="0" err="1"/>
              <a:t>Kelebihan</a:t>
            </a:r>
            <a:r>
              <a:rPr lang="en-ID" b="1" dirty="0"/>
              <a:t> Tools</a:t>
            </a:r>
            <a:br>
              <a:rPr lang="en-ID" dirty="0"/>
            </a:br>
            <a:r>
              <a:rPr lang="en-ID" dirty="0"/>
              <a:t>→ </a:t>
            </a:r>
            <a:r>
              <a:rPr lang="en-ID" dirty="0" err="1"/>
              <a:t>Menyediakan</a:t>
            </a:r>
            <a:r>
              <a:rPr lang="en-ID" dirty="0"/>
              <a:t> </a:t>
            </a:r>
            <a:r>
              <a:rPr lang="en-ID" dirty="0" err="1"/>
              <a:t>contoh</a:t>
            </a:r>
            <a:r>
              <a:rPr lang="en-ID" dirty="0"/>
              <a:t> </a:t>
            </a:r>
            <a:r>
              <a:rPr lang="en-ID" dirty="0" err="1"/>
              <a:t>konkret</a:t>
            </a:r>
            <a:r>
              <a:rPr lang="en-ID" dirty="0"/>
              <a:t> </a:t>
            </a:r>
            <a:r>
              <a:rPr lang="en-ID" dirty="0" err="1"/>
              <a:t>bagaimana</a:t>
            </a:r>
            <a:r>
              <a:rPr lang="en-ID" dirty="0"/>
              <a:t> tools </a:t>
            </a:r>
            <a:r>
              <a:rPr lang="en-ID" dirty="0" err="1"/>
              <a:t>unggul</a:t>
            </a:r>
            <a:r>
              <a:rPr lang="en-ID" dirty="0"/>
              <a:t> </a:t>
            </a:r>
            <a:r>
              <a:rPr lang="en-ID" dirty="0" err="1"/>
              <a:t>dalam</a:t>
            </a:r>
            <a:r>
              <a:rPr lang="en-ID" dirty="0"/>
              <a:t> </a:t>
            </a:r>
            <a:r>
              <a:rPr lang="en-ID" dirty="0" err="1"/>
              <a:t>situasi</a:t>
            </a:r>
            <a:r>
              <a:rPr lang="en-ID" dirty="0"/>
              <a:t> </a:t>
            </a:r>
            <a:r>
              <a:rPr lang="en-ID" dirty="0" err="1"/>
              <a:t>nyata</a:t>
            </a:r>
            <a:r>
              <a:rPr lang="en-ID" dirty="0"/>
              <a:t>.</a:t>
            </a:r>
          </a:p>
          <a:p>
            <a:pPr marL="742950" lvl="1" indent="-285750">
              <a:buFont typeface="+mj-lt"/>
              <a:buAutoNum type="arabicPeriod"/>
            </a:pPr>
            <a:r>
              <a:rPr lang="en-ID" dirty="0" err="1"/>
              <a:t>Contoh</a:t>
            </a:r>
            <a:r>
              <a:rPr lang="en-ID" dirty="0"/>
              <a:t>: </a:t>
            </a:r>
          </a:p>
          <a:p>
            <a:pPr marL="1143000" lvl="2" indent="-228600">
              <a:buFont typeface="+mj-lt"/>
              <a:buAutoNum type="arabicPeriod"/>
            </a:pPr>
            <a:r>
              <a:rPr lang="en-ID" b="1" dirty="0" err="1"/>
              <a:t>LangChain</a:t>
            </a:r>
            <a:r>
              <a:rPr lang="en-ID" b="1" dirty="0"/>
              <a:t> vs OpenAI API </a:t>
            </a:r>
            <a:r>
              <a:rPr lang="en-ID" b="1" dirty="0" err="1"/>
              <a:t>langsung</a:t>
            </a:r>
            <a:r>
              <a:rPr lang="en-ID" dirty="0"/>
              <a:t>: </a:t>
            </a:r>
            <a:r>
              <a:rPr lang="en-ID" dirty="0" err="1"/>
              <a:t>LangChain</a:t>
            </a:r>
            <a:r>
              <a:rPr lang="en-ID" dirty="0"/>
              <a:t> </a:t>
            </a:r>
            <a:r>
              <a:rPr lang="en-ID" dirty="0" err="1"/>
              <a:t>memungkinkan</a:t>
            </a:r>
            <a:r>
              <a:rPr lang="en-ID" dirty="0"/>
              <a:t> </a:t>
            </a:r>
            <a:r>
              <a:rPr lang="en-ID" dirty="0" err="1"/>
              <a:t>orkestrasi</a:t>
            </a:r>
            <a:r>
              <a:rPr lang="en-ID" dirty="0"/>
              <a:t> model </a:t>
            </a:r>
            <a:r>
              <a:rPr lang="en-ID" dirty="0" err="1"/>
              <a:t>lebih</a:t>
            </a:r>
            <a:r>
              <a:rPr lang="en-ID" dirty="0"/>
              <a:t> </a:t>
            </a:r>
            <a:r>
              <a:rPr lang="en-ID" dirty="0" err="1"/>
              <a:t>mudah</a:t>
            </a:r>
            <a:r>
              <a:rPr lang="en-ID" dirty="0"/>
              <a:t> </a:t>
            </a:r>
            <a:r>
              <a:rPr lang="en-ID" dirty="0" err="1"/>
              <a:t>dibandingkan</a:t>
            </a:r>
            <a:r>
              <a:rPr lang="en-ID" dirty="0"/>
              <a:t> </a:t>
            </a:r>
            <a:r>
              <a:rPr lang="en-ID" dirty="0" err="1"/>
              <a:t>langsung</a:t>
            </a:r>
            <a:r>
              <a:rPr lang="en-ID" dirty="0"/>
              <a:t> </a:t>
            </a:r>
            <a:r>
              <a:rPr lang="en-ID" dirty="0" err="1"/>
              <a:t>menggunakan</a:t>
            </a:r>
            <a:r>
              <a:rPr lang="en-ID" dirty="0"/>
              <a:t> API OpenAI.</a:t>
            </a:r>
          </a:p>
          <a:p>
            <a:pPr marL="1143000" lvl="2" indent="-228600">
              <a:buFont typeface="+mj-lt"/>
              <a:buAutoNum type="arabicPeriod"/>
            </a:pPr>
            <a:r>
              <a:rPr lang="en-ID" b="1" dirty="0"/>
              <a:t>Scikit-learn vs TensorFlow </a:t>
            </a:r>
            <a:r>
              <a:rPr lang="en-ID" b="1" dirty="0" err="1"/>
              <a:t>untuk</a:t>
            </a:r>
            <a:r>
              <a:rPr lang="en-ID" b="1" dirty="0"/>
              <a:t> machine learning </a:t>
            </a:r>
            <a:r>
              <a:rPr lang="en-ID" b="1" dirty="0" err="1"/>
              <a:t>sederhana</a:t>
            </a:r>
            <a:r>
              <a:rPr lang="en-ID" dirty="0"/>
              <a:t>: Scikit-learn </a:t>
            </a:r>
            <a:r>
              <a:rPr lang="en-ID" dirty="0" err="1"/>
              <a:t>lebih</a:t>
            </a:r>
            <a:r>
              <a:rPr lang="en-ID" dirty="0"/>
              <a:t> </a:t>
            </a:r>
            <a:r>
              <a:rPr lang="en-ID" dirty="0" err="1"/>
              <a:t>mudah</a:t>
            </a:r>
            <a:r>
              <a:rPr lang="en-ID" dirty="0"/>
              <a:t> </a:t>
            </a:r>
            <a:r>
              <a:rPr lang="en-ID" dirty="0" err="1"/>
              <a:t>digunakan</a:t>
            </a:r>
            <a:r>
              <a:rPr lang="en-ID" dirty="0"/>
              <a:t> </a:t>
            </a:r>
            <a:r>
              <a:rPr lang="en-ID" dirty="0" err="1"/>
              <a:t>untuk</a:t>
            </a:r>
            <a:r>
              <a:rPr lang="en-ID" dirty="0"/>
              <a:t> </a:t>
            </a:r>
            <a:r>
              <a:rPr lang="en-ID" dirty="0" err="1"/>
              <a:t>klasifikasi</a:t>
            </a:r>
            <a:r>
              <a:rPr lang="en-ID" dirty="0"/>
              <a:t> </a:t>
            </a:r>
            <a:r>
              <a:rPr lang="en-ID" dirty="0" err="1"/>
              <a:t>dasar</a:t>
            </a:r>
            <a:r>
              <a:rPr lang="en-ID" dirty="0"/>
              <a:t>, </a:t>
            </a:r>
            <a:r>
              <a:rPr lang="en-ID" dirty="0" err="1"/>
              <a:t>sedangkan</a:t>
            </a:r>
            <a:r>
              <a:rPr lang="en-ID" dirty="0"/>
              <a:t> TensorFlow </a:t>
            </a:r>
            <a:r>
              <a:rPr lang="en-ID" dirty="0" err="1"/>
              <a:t>lebih</a:t>
            </a:r>
            <a:r>
              <a:rPr lang="en-ID" dirty="0"/>
              <a:t> </a:t>
            </a:r>
            <a:r>
              <a:rPr lang="en-ID" dirty="0" err="1"/>
              <a:t>cocok</a:t>
            </a:r>
            <a:r>
              <a:rPr lang="en-ID" dirty="0"/>
              <a:t> </a:t>
            </a:r>
            <a:r>
              <a:rPr lang="en-ID" dirty="0" err="1"/>
              <a:t>untuk</a:t>
            </a:r>
            <a:r>
              <a:rPr lang="en-ID" dirty="0"/>
              <a:t> deep learning </a:t>
            </a:r>
            <a:r>
              <a:rPr lang="en-ID" dirty="0" err="1"/>
              <a:t>skala</a:t>
            </a:r>
            <a:r>
              <a:rPr lang="en-ID" dirty="0"/>
              <a:t> </a:t>
            </a:r>
            <a:r>
              <a:rPr lang="en-ID" dirty="0" err="1"/>
              <a:t>besar</a:t>
            </a:r>
            <a:r>
              <a:rPr lang="en-ID" dirty="0"/>
              <a:t>.</a:t>
            </a:r>
          </a:p>
          <a:p>
            <a:pPr marL="1143000" lvl="2" indent="-228600">
              <a:buFont typeface="+mj-lt"/>
              <a:buAutoNum type="arabicPeriod"/>
            </a:pPr>
            <a:r>
              <a:rPr lang="en-ID" b="1" dirty="0"/>
              <a:t>Kubernetes vs Docker Swarm</a:t>
            </a:r>
            <a:r>
              <a:rPr lang="en-ID" dirty="0"/>
              <a:t> </a:t>
            </a:r>
            <a:r>
              <a:rPr lang="en-ID" dirty="0" err="1"/>
              <a:t>dalam</a:t>
            </a:r>
            <a:r>
              <a:rPr lang="en-ID" dirty="0"/>
              <a:t> deployment </a:t>
            </a:r>
            <a:r>
              <a:rPr lang="en-ID" dirty="0" err="1"/>
              <a:t>aplikasi</a:t>
            </a:r>
            <a:r>
              <a:rPr lang="en-ID" dirty="0"/>
              <a:t> microservices: Kubernetes </a:t>
            </a:r>
            <a:r>
              <a:rPr lang="en-ID" dirty="0" err="1"/>
              <a:t>lebih</a:t>
            </a:r>
            <a:r>
              <a:rPr lang="en-ID" dirty="0"/>
              <a:t> </a:t>
            </a:r>
            <a:r>
              <a:rPr lang="en-ID" dirty="0" err="1"/>
              <a:t>kuat</a:t>
            </a:r>
            <a:r>
              <a:rPr lang="en-ID" dirty="0"/>
              <a:t> </a:t>
            </a:r>
            <a:r>
              <a:rPr lang="en-ID" dirty="0" err="1"/>
              <a:t>dalam</a:t>
            </a:r>
            <a:r>
              <a:rPr lang="en-ID" dirty="0"/>
              <a:t> </a:t>
            </a:r>
            <a:r>
              <a:rPr lang="en-ID" dirty="0" err="1"/>
              <a:t>skala</a:t>
            </a:r>
            <a:r>
              <a:rPr lang="en-ID" dirty="0"/>
              <a:t> </a:t>
            </a:r>
            <a:r>
              <a:rPr lang="en-ID" dirty="0" err="1"/>
              <a:t>besar</a:t>
            </a:r>
            <a:r>
              <a:rPr lang="en-ID" dirty="0"/>
              <a:t> </a:t>
            </a:r>
            <a:r>
              <a:rPr lang="en-ID" dirty="0" err="1"/>
              <a:t>tetapi</a:t>
            </a:r>
            <a:r>
              <a:rPr lang="en-ID" dirty="0"/>
              <a:t> </a:t>
            </a:r>
            <a:r>
              <a:rPr lang="en-ID" dirty="0" err="1"/>
              <a:t>lebih</a:t>
            </a:r>
            <a:r>
              <a:rPr lang="en-ID" dirty="0"/>
              <a:t> </a:t>
            </a:r>
            <a:r>
              <a:rPr lang="en-ID" dirty="0" err="1"/>
              <a:t>kompleks</a:t>
            </a:r>
            <a:r>
              <a:rPr lang="en-ID" dirty="0"/>
              <a:t> </a:t>
            </a:r>
            <a:r>
              <a:rPr lang="en-ID" dirty="0" err="1"/>
              <a:t>dibandingkan</a:t>
            </a:r>
            <a:r>
              <a:rPr lang="en-ID" dirty="0"/>
              <a:t> Docker Swarm.</a:t>
            </a:r>
          </a:p>
          <a:p>
            <a:endParaRPr lang="sv-SE" sz="2000" dirty="0"/>
          </a:p>
          <a:p>
            <a:endParaRPr lang="en-ID" sz="2000" dirty="0"/>
          </a:p>
        </p:txBody>
      </p:sp>
    </p:spTree>
    <p:extLst>
      <p:ext uri="{BB962C8B-B14F-4D97-AF65-F5344CB8AC3E}">
        <p14:creationId xmlns:p14="http://schemas.microsoft.com/office/powerpoint/2010/main" val="35894675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69C02-54BA-456C-855B-9633815B840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F8FC1B4-EA7F-861C-414E-B977E3A91F0F}"/>
              </a:ext>
            </a:extLst>
          </p:cNvPr>
          <p:cNvSpPr txBox="1"/>
          <p:nvPr/>
        </p:nvSpPr>
        <p:spPr>
          <a:xfrm>
            <a:off x="762000" y="304800"/>
            <a:ext cx="8058616" cy="646331"/>
          </a:xfrm>
          <a:prstGeom prst="rect">
            <a:avLst/>
          </a:prstGeom>
          <a:noFill/>
        </p:spPr>
        <p:txBody>
          <a:bodyPr wrap="none" rtlCol="0">
            <a:spAutoFit/>
          </a:bodyPr>
          <a:lstStyle/>
          <a:p>
            <a:r>
              <a:rPr lang="en-ID" sz="3600" dirty="0" err="1">
                <a:solidFill>
                  <a:schemeClr val="bg1"/>
                </a:solidFill>
              </a:rPr>
              <a:t>Identifikasi</a:t>
            </a:r>
            <a:r>
              <a:rPr lang="en-ID" sz="3600" dirty="0">
                <a:solidFill>
                  <a:schemeClr val="bg1"/>
                </a:solidFill>
              </a:rPr>
              <a:t> </a:t>
            </a:r>
            <a:r>
              <a:rPr lang="en-ID" sz="3600" dirty="0" err="1">
                <a:solidFill>
                  <a:schemeClr val="bg1"/>
                </a:solidFill>
              </a:rPr>
              <a:t>Kelebihan</a:t>
            </a:r>
            <a:r>
              <a:rPr lang="en-ID" sz="3600" dirty="0">
                <a:solidFill>
                  <a:schemeClr val="bg1"/>
                </a:solidFill>
              </a:rPr>
              <a:t> dan </a:t>
            </a:r>
            <a:r>
              <a:rPr lang="en-ID" sz="3600" dirty="0" err="1">
                <a:solidFill>
                  <a:schemeClr val="bg1"/>
                </a:solidFill>
              </a:rPr>
              <a:t>Kekurangan</a:t>
            </a:r>
            <a:endParaRPr lang="en-ID" sz="3600" dirty="0">
              <a:solidFill>
                <a:schemeClr val="bg1"/>
              </a:solidFill>
            </a:endParaRPr>
          </a:p>
        </p:txBody>
      </p:sp>
      <p:sp>
        <p:nvSpPr>
          <p:cNvPr id="7" name="TextBox 6">
            <a:extLst>
              <a:ext uri="{FF2B5EF4-FFF2-40B4-BE49-F238E27FC236}">
                <a16:creationId xmlns:a16="http://schemas.microsoft.com/office/drawing/2014/main" id="{712EB811-6AC3-0696-7CA8-12C4BF16D0E8}"/>
              </a:ext>
            </a:extLst>
          </p:cNvPr>
          <p:cNvSpPr txBox="1"/>
          <p:nvPr/>
        </p:nvSpPr>
        <p:spPr>
          <a:xfrm>
            <a:off x="762000" y="1067336"/>
            <a:ext cx="10896600" cy="5355312"/>
          </a:xfrm>
          <a:prstGeom prst="rect">
            <a:avLst/>
          </a:prstGeom>
          <a:noFill/>
        </p:spPr>
        <p:txBody>
          <a:bodyPr wrap="square" rtlCol="0">
            <a:spAutoFit/>
          </a:bodyPr>
          <a:lstStyle/>
          <a:p>
            <a:pPr>
              <a:buNone/>
            </a:pPr>
            <a:r>
              <a:rPr lang="en-ID" b="1" dirty="0" err="1"/>
              <a:t>Identifikasi</a:t>
            </a:r>
            <a:r>
              <a:rPr lang="en-ID" b="1" dirty="0"/>
              <a:t> </a:t>
            </a:r>
            <a:r>
              <a:rPr lang="en-ID" b="1" dirty="0" err="1"/>
              <a:t>Kelebihan</a:t>
            </a:r>
            <a:r>
              <a:rPr lang="en-ID" b="1" dirty="0"/>
              <a:t> dan </a:t>
            </a:r>
            <a:r>
              <a:rPr lang="en-ID" b="1" dirty="0" err="1"/>
              <a:t>Kekurangan</a:t>
            </a:r>
            <a:r>
              <a:rPr lang="en-ID" dirty="0"/>
              <a:t> </a:t>
            </a:r>
            <a:r>
              <a:rPr lang="en-ID" dirty="0" err="1"/>
              <a:t>adalah</a:t>
            </a:r>
            <a:r>
              <a:rPr lang="en-ID" dirty="0"/>
              <a:t> proses </a:t>
            </a:r>
            <a:r>
              <a:rPr lang="en-ID" dirty="0" err="1"/>
              <a:t>menganalisis</a:t>
            </a:r>
            <a:r>
              <a:rPr lang="en-ID" dirty="0"/>
              <a:t> </a:t>
            </a:r>
            <a:r>
              <a:rPr lang="en-ID" dirty="0" err="1"/>
              <a:t>suatu</a:t>
            </a:r>
            <a:r>
              <a:rPr lang="en-ID" dirty="0"/>
              <a:t> tools </a:t>
            </a:r>
            <a:r>
              <a:rPr lang="en-ID" dirty="0" err="1"/>
              <a:t>atau</a:t>
            </a:r>
            <a:r>
              <a:rPr lang="en-ID" dirty="0"/>
              <a:t> </a:t>
            </a:r>
            <a:r>
              <a:rPr lang="en-ID" dirty="0" err="1"/>
              <a:t>teknologi</a:t>
            </a:r>
            <a:r>
              <a:rPr lang="en-ID" dirty="0"/>
              <a:t> </a:t>
            </a:r>
            <a:r>
              <a:rPr lang="en-ID" dirty="0" err="1"/>
              <a:t>berdasarkan</a:t>
            </a:r>
            <a:r>
              <a:rPr lang="en-ID" dirty="0"/>
              <a:t> </a:t>
            </a:r>
            <a:r>
              <a:rPr lang="en-ID" dirty="0" err="1"/>
              <a:t>berbagai</a:t>
            </a:r>
            <a:r>
              <a:rPr lang="en-ID" dirty="0"/>
              <a:t> </a:t>
            </a:r>
            <a:r>
              <a:rPr lang="en-ID" dirty="0" err="1"/>
              <a:t>aspek</a:t>
            </a:r>
            <a:r>
              <a:rPr lang="en-ID" dirty="0"/>
              <a:t> </a:t>
            </a:r>
            <a:r>
              <a:rPr lang="en-ID" dirty="0" err="1"/>
              <a:t>penting</a:t>
            </a:r>
            <a:r>
              <a:rPr lang="en-ID" dirty="0"/>
              <a:t>. </a:t>
            </a:r>
            <a:r>
              <a:rPr lang="en-ID" dirty="0" err="1"/>
              <a:t>Tujuannya</a:t>
            </a:r>
            <a:r>
              <a:rPr lang="en-ID" dirty="0"/>
              <a:t> </a:t>
            </a:r>
            <a:r>
              <a:rPr lang="en-ID" dirty="0" err="1"/>
              <a:t>adalah</a:t>
            </a:r>
            <a:r>
              <a:rPr lang="en-ID" dirty="0"/>
              <a:t> </a:t>
            </a:r>
            <a:r>
              <a:rPr lang="en-ID" dirty="0" err="1"/>
              <a:t>memahami</a:t>
            </a:r>
            <a:r>
              <a:rPr lang="en-ID" dirty="0"/>
              <a:t> </a:t>
            </a:r>
            <a:r>
              <a:rPr lang="en-ID" dirty="0" err="1"/>
              <a:t>keunggulan</a:t>
            </a:r>
            <a:r>
              <a:rPr lang="en-ID" dirty="0"/>
              <a:t> dan </a:t>
            </a:r>
            <a:r>
              <a:rPr lang="en-ID" dirty="0" err="1"/>
              <a:t>keterbatasan</a:t>
            </a:r>
            <a:r>
              <a:rPr lang="en-ID" dirty="0"/>
              <a:t> </a:t>
            </a:r>
            <a:r>
              <a:rPr lang="en-ID" dirty="0" err="1"/>
              <a:t>dari</a:t>
            </a:r>
            <a:r>
              <a:rPr lang="en-ID" dirty="0"/>
              <a:t> </a:t>
            </a:r>
            <a:r>
              <a:rPr lang="en-ID" dirty="0" err="1"/>
              <a:t>setiap</a:t>
            </a:r>
            <a:r>
              <a:rPr lang="en-ID" dirty="0"/>
              <a:t> </a:t>
            </a:r>
            <a:r>
              <a:rPr lang="en-ID" dirty="0" err="1"/>
              <a:t>teknologi</a:t>
            </a:r>
            <a:r>
              <a:rPr lang="en-ID" dirty="0"/>
              <a:t> agar </a:t>
            </a:r>
            <a:r>
              <a:rPr lang="en-ID" dirty="0" err="1"/>
              <a:t>bisa</a:t>
            </a:r>
            <a:r>
              <a:rPr lang="en-ID" dirty="0"/>
              <a:t> </a:t>
            </a:r>
            <a:r>
              <a:rPr lang="en-ID" dirty="0" err="1"/>
              <a:t>memilih</a:t>
            </a:r>
            <a:r>
              <a:rPr lang="en-ID" dirty="0"/>
              <a:t> yang paling </a:t>
            </a:r>
            <a:r>
              <a:rPr lang="en-ID" dirty="0" err="1"/>
              <a:t>sesuai</a:t>
            </a:r>
            <a:r>
              <a:rPr lang="en-ID" dirty="0"/>
              <a:t> </a:t>
            </a:r>
            <a:r>
              <a:rPr lang="en-ID" dirty="0" err="1"/>
              <a:t>dengan</a:t>
            </a:r>
            <a:r>
              <a:rPr lang="en-ID" dirty="0"/>
              <a:t> </a:t>
            </a:r>
            <a:r>
              <a:rPr lang="en-ID" dirty="0" err="1"/>
              <a:t>kebutuhan</a:t>
            </a:r>
            <a:r>
              <a:rPr lang="en-ID" dirty="0"/>
              <a:t>.</a:t>
            </a:r>
          </a:p>
          <a:p>
            <a:pPr>
              <a:buNone/>
            </a:pPr>
            <a:r>
              <a:rPr lang="en-ID" b="1" dirty="0"/>
              <a:t>Parameter yang </a:t>
            </a:r>
            <a:r>
              <a:rPr lang="en-ID" b="1" dirty="0" err="1"/>
              <a:t>Dinilai</a:t>
            </a:r>
            <a:endParaRPr lang="en-ID" b="1" dirty="0"/>
          </a:p>
          <a:p>
            <a:pPr>
              <a:buNone/>
            </a:pPr>
            <a:r>
              <a:rPr lang="en-ID" dirty="0" err="1"/>
              <a:t>Beberapa</a:t>
            </a:r>
            <a:r>
              <a:rPr lang="en-ID" dirty="0"/>
              <a:t> </a:t>
            </a:r>
            <a:r>
              <a:rPr lang="en-ID" dirty="0" err="1"/>
              <a:t>aspek</a:t>
            </a:r>
            <a:r>
              <a:rPr lang="en-ID" dirty="0"/>
              <a:t> </a:t>
            </a:r>
            <a:r>
              <a:rPr lang="en-ID" dirty="0" err="1"/>
              <a:t>utama</a:t>
            </a:r>
            <a:r>
              <a:rPr lang="en-ID" dirty="0"/>
              <a:t> yang </a:t>
            </a:r>
            <a:r>
              <a:rPr lang="en-ID" dirty="0" err="1"/>
              <a:t>dipertimbangkan</a:t>
            </a:r>
            <a:r>
              <a:rPr lang="en-ID" dirty="0"/>
              <a:t> </a:t>
            </a:r>
            <a:r>
              <a:rPr lang="en-ID" dirty="0" err="1"/>
              <a:t>dalam</a:t>
            </a:r>
            <a:r>
              <a:rPr lang="en-ID" dirty="0"/>
              <a:t> </a:t>
            </a:r>
            <a:r>
              <a:rPr lang="en-ID" dirty="0" err="1"/>
              <a:t>perbandingan</a:t>
            </a:r>
            <a:r>
              <a:rPr lang="en-ID" dirty="0"/>
              <a:t> tools:</a:t>
            </a:r>
          </a:p>
          <a:p>
            <a:pPr>
              <a:buFont typeface="+mj-lt"/>
              <a:buAutoNum type="arabicPeriod"/>
            </a:pPr>
            <a:r>
              <a:rPr lang="en-ID" b="1" dirty="0" err="1"/>
              <a:t>Kecepatan</a:t>
            </a:r>
            <a:r>
              <a:rPr lang="en-ID" b="1" dirty="0"/>
              <a:t> </a:t>
            </a:r>
            <a:r>
              <a:rPr lang="en-ID" b="1" dirty="0" err="1"/>
              <a:t>Eksekusi</a:t>
            </a:r>
            <a:br>
              <a:rPr lang="en-ID" dirty="0"/>
            </a:br>
            <a:r>
              <a:rPr lang="en-ID" dirty="0"/>
              <a:t>→ </a:t>
            </a:r>
            <a:r>
              <a:rPr lang="en-ID" dirty="0" err="1"/>
              <a:t>Seberapa</a:t>
            </a:r>
            <a:r>
              <a:rPr lang="en-ID" dirty="0"/>
              <a:t> </a:t>
            </a:r>
            <a:r>
              <a:rPr lang="en-ID" dirty="0" err="1"/>
              <a:t>cepat</a:t>
            </a:r>
            <a:r>
              <a:rPr lang="en-ID" dirty="0"/>
              <a:t> tools </a:t>
            </a:r>
            <a:r>
              <a:rPr lang="en-ID" dirty="0" err="1"/>
              <a:t>atau</a:t>
            </a:r>
            <a:r>
              <a:rPr lang="en-ID" dirty="0"/>
              <a:t> </a:t>
            </a:r>
            <a:r>
              <a:rPr lang="en-ID" dirty="0" err="1"/>
              <a:t>teknologi</a:t>
            </a:r>
            <a:r>
              <a:rPr lang="en-ID" dirty="0"/>
              <a:t> </a:t>
            </a:r>
            <a:r>
              <a:rPr lang="en-ID" dirty="0" err="1"/>
              <a:t>dapat</a:t>
            </a:r>
            <a:r>
              <a:rPr lang="en-ID" dirty="0"/>
              <a:t> </a:t>
            </a:r>
            <a:r>
              <a:rPr lang="en-ID" dirty="0" err="1"/>
              <a:t>menjalankan</a:t>
            </a:r>
            <a:r>
              <a:rPr lang="en-ID" dirty="0"/>
              <a:t> </a:t>
            </a:r>
            <a:r>
              <a:rPr lang="en-ID" dirty="0" err="1"/>
              <a:t>tugasnya</a:t>
            </a:r>
            <a:r>
              <a:rPr lang="en-ID" dirty="0"/>
              <a:t>?</a:t>
            </a:r>
          </a:p>
          <a:p>
            <a:pPr marL="742950" lvl="1" indent="-285750">
              <a:buFont typeface="+mj-lt"/>
              <a:buAutoNum type="arabicPeriod"/>
            </a:pPr>
            <a:r>
              <a:rPr lang="en-ID" dirty="0" err="1"/>
              <a:t>Contoh</a:t>
            </a:r>
            <a:r>
              <a:rPr lang="en-ID" dirty="0"/>
              <a:t>: </a:t>
            </a:r>
            <a:r>
              <a:rPr lang="en-ID" b="1" dirty="0"/>
              <a:t>Go </a:t>
            </a:r>
            <a:r>
              <a:rPr lang="en-ID" b="1" dirty="0" err="1"/>
              <a:t>lebih</a:t>
            </a:r>
            <a:r>
              <a:rPr lang="en-ID" b="1" dirty="0"/>
              <a:t> </a:t>
            </a:r>
            <a:r>
              <a:rPr lang="en-ID" b="1" dirty="0" err="1"/>
              <a:t>cepat</a:t>
            </a:r>
            <a:r>
              <a:rPr lang="en-ID" b="1" dirty="0"/>
              <a:t> </a:t>
            </a:r>
            <a:r>
              <a:rPr lang="en-ID" b="1" dirty="0" err="1"/>
              <a:t>dari</a:t>
            </a:r>
            <a:r>
              <a:rPr lang="en-ID" b="1" dirty="0"/>
              <a:t> Python</a:t>
            </a:r>
            <a:r>
              <a:rPr lang="en-ID" dirty="0"/>
              <a:t> </a:t>
            </a:r>
            <a:r>
              <a:rPr lang="en-ID" dirty="0" err="1"/>
              <a:t>dalam</a:t>
            </a:r>
            <a:r>
              <a:rPr lang="en-ID" dirty="0"/>
              <a:t> </a:t>
            </a:r>
            <a:r>
              <a:rPr lang="en-ID" dirty="0" err="1"/>
              <a:t>pemrosesan</a:t>
            </a:r>
            <a:r>
              <a:rPr lang="en-ID" dirty="0"/>
              <a:t> data </a:t>
            </a:r>
            <a:r>
              <a:rPr lang="en-ID" dirty="0" err="1"/>
              <a:t>karena</a:t>
            </a:r>
            <a:r>
              <a:rPr lang="en-ID" dirty="0"/>
              <a:t> </a:t>
            </a:r>
            <a:r>
              <a:rPr lang="en-ID" dirty="0" err="1"/>
              <a:t>bahasa</a:t>
            </a:r>
            <a:r>
              <a:rPr lang="en-ID" dirty="0"/>
              <a:t> yang </a:t>
            </a:r>
            <a:r>
              <a:rPr lang="en-ID" dirty="0" err="1"/>
              <a:t>dikompilasi</a:t>
            </a:r>
            <a:r>
              <a:rPr lang="en-ID" dirty="0"/>
              <a:t>.</a:t>
            </a:r>
          </a:p>
          <a:p>
            <a:pPr marL="742950" lvl="1" indent="-285750">
              <a:buFont typeface="+mj-lt"/>
              <a:buAutoNum type="arabicPeriod"/>
            </a:pPr>
            <a:r>
              <a:rPr lang="en-ID" dirty="0" err="1"/>
              <a:t>Contoh</a:t>
            </a:r>
            <a:r>
              <a:rPr lang="en-ID" dirty="0"/>
              <a:t>: </a:t>
            </a:r>
            <a:r>
              <a:rPr lang="en-ID" b="1" dirty="0"/>
              <a:t>TensorFlow </a:t>
            </a:r>
            <a:r>
              <a:rPr lang="en-ID" b="1" dirty="0" err="1"/>
              <a:t>lebih</a:t>
            </a:r>
            <a:r>
              <a:rPr lang="en-ID" b="1" dirty="0"/>
              <a:t> optimal</a:t>
            </a:r>
            <a:r>
              <a:rPr lang="en-ID" dirty="0"/>
              <a:t> </a:t>
            </a:r>
            <a:r>
              <a:rPr lang="en-ID" dirty="0" err="1"/>
              <a:t>daripada</a:t>
            </a:r>
            <a:r>
              <a:rPr lang="en-ID" dirty="0"/>
              <a:t> </a:t>
            </a:r>
            <a:r>
              <a:rPr lang="en-ID" dirty="0" err="1"/>
              <a:t>PyTorch</a:t>
            </a:r>
            <a:r>
              <a:rPr lang="en-ID" dirty="0"/>
              <a:t> </a:t>
            </a:r>
            <a:r>
              <a:rPr lang="en-ID" dirty="0" err="1"/>
              <a:t>dalam</a:t>
            </a:r>
            <a:r>
              <a:rPr lang="en-ID" dirty="0"/>
              <a:t> </a:t>
            </a:r>
            <a:r>
              <a:rPr lang="en-ID" dirty="0" err="1"/>
              <a:t>produksi</a:t>
            </a:r>
            <a:r>
              <a:rPr lang="en-ID" dirty="0"/>
              <a:t> </a:t>
            </a:r>
            <a:r>
              <a:rPr lang="en-ID" dirty="0" err="1"/>
              <a:t>karena</a:t>
            </a:r>
            <a:r>
              <a:rPr lang="en-ID" dirty="0"/>
              <a:t> </a:t>
            </a:r>
            <a:r>
              <a:rPr lang="en-ID" dirty="0" err="1"/>
              <a:t>memiliki</a:t>
            </a:r>
            <a:r>
              <a:rPr lang="en-ID" dirty="0"/>
              <a:t> </a:t>
            </a:r>
            <a:r>
              <a:rPr lang="en-ID" dirty="0" err="1"/>
              <a:t>banyak</a:t>
            </a:r>
            <a:r>
              <a:rPr lang="en-ID" dirty="0"/>
              <a:t> </a:t>
            </a:r>
            <a:r>
              <a:rPr lang="en-ID" dirty="0" err="1"/>
              <a:t>optimasi</a:t>
            </a:r>
            <a:r>
              <a:rPr lang="en-ID" dirty="0"/>
              <a:t> backend.</a:t>
            </a:r>
          </a:p>
          <a:p>
            <a:pPr>
              <a:buFont typeface="+mj-lt"/>
              <a:buAutoNum type="arabicPeriod"/>
            </a:pPr>
            <a:r>
              <a:rPr lang="en-ID" b="1" dirty="0" err="1"/>
              <a:t>Kemudahan</a:t>
            </a:r>
            <a:r>
              <a:rPr lang="en-ID" b="1" dirty="0"/>
              <a:t> </a:t>
            </a:r>
            <a:r>
              <a:rPr lang="en-ID" b="1" dirty="0" err="1"/>
              <a:t>Penggunaan</a:t>
            </a:r>
            <a:br>
              <a:rPr lang="en-ID" dirty="0"/>
            </a:br>
            <a:r>
              <a:rPr lang="en-ID" dirty="0"/>
              <a:t>→ </a:t>
            </a:r>
            <a:r>
              <a:rPr lang="en-ID" dirty="0" err="1"/>
              <a:t>Seberapa</a:t>
            </a:r>
            <a:r>
              <a:rPr lang="en-ID" dirty="0"/>
              <a:t> </a:t>
            </a:r>
            <a:r>
              <a:rPr lang="en-ID" dirty="0" err="1"/>
              <a:t>intuitif</a:t>
            </a:r>
            <a:r>
              <a:rPr lang="en-ID" dirty="0"/>
              <a:t> dan </a:t>
            </a:r>
            <a:r>
              <a:rPr lang="en-ID" dirty="0" err="1"/>
              <a:t>mudah</a:t>
            </a:r>
            <a:r>
              <a:rPr lang="en-ID" dirty="0"/>
              <a:t> tools </a:t>
            </a:r>
            <a:r>
              <a:rPr lang="en-ID" dirty="0" err="1"/>
              <a:t>digunakan</a:t>
            </a:r>
            <a:r>
              <a:rPr lang="en-ID" dirty="0"/>
              <a:t> oleh </a:t>
            </a:r>
            <a:r>
              <a:rPr lang="en-ID" dirty="0" err="1"/>
              <a:t>pengguna</a:t>
            </a:r>
            <a:r>
              <a:rPr lang="en-ID" dirty="0"/>
              <a:t>?</a:t>
            </a:r>
          </a:p>
          <a:p>
            <a:pPr marL="742950" lvl="1" indent="-285750">
              <a:buFont typeface="+mj-lt"/>
              <a:buAutoNum type="arabicPeriod"/>
            </a:pPr>
            <a:r>
              <a:rPr lang="en-ID" dirty="0" err="1"/>
              <a:t>Contoh</a:t>
            </a:r>
            <a:r>
              <a:rPr lang="en-ID" dirty="0"/>
              <a:t>: </a:t>
            </a:r>
            <a:r>
              <a:rPr lang="en-ID" b="1" dirty="0"/>
              <a:t>Python </a:t>
            </a:r>
            <a:r>
              <a:rPr lang="en-ID" b="1" dirty="0" err="1"/>
              <a:t>lebih</a:t>
            </a:r>
            <a:r>
              <a:rPr lang="en-ID" b="1" dirty="0"/>
              <a:t> </a:t>
            </a:r>
            <a:r>
              <a:rPr lang="en-ID" b="1" dirty="0" err="1"/>
              <a:t>mudah</a:t>
            </a:r>
            <a:r>
              <a:rPr lang="en-ID" b="1" dirty="0"/>
              <a:t> </a:t>
            </a:r>
            <a:r>
              <a:rPr lang="en-ID" b="1" dirty="0" err="1"/>
              <a:t>dipelajari</a:t>
            </a:r>
            <a:r>
              <a:rPr lang="en-ID" b="1" dirty="0"/>
              <a:t> </a:t>
            </a:r>
            <a:r>
              <a:rPr lang="en-ID" b="1" dirty="0" err="1"/>
              <a:t>dibanding</a:t>
            </a:r>
            <a:r>
              <a:rPr lang="en-ID" b="1" dirty="0"/>
              <a:t> Go</a:t>
            </a:r>
            <a:r>
              <a:rPr lang="en-ID" dirty="0"/>
              <a:t> </a:t>
            </a:r>
            <a:r>
              <a:rPr lang="en-ID" dirty="0" err="1"/>
              <a:t>karena</a:t>
            </a:r>
            <a:r>
              <a:rPr lang="en-ID" dirty="0"/>
              <a:t> </a:t>
            </a:r>
            <a:r>
              <a:rPr lang="en-ID" dirty="0" err="1"/>
              <a:t>sintaksnya</a:t>
            </a:r>
            <a:r>
              <a:rPr lang="en-ID" dirty="0"/>
              <a:t> </a:t>
            </a:r>
            <a:r>
              <a:rPr lang="en-ID" dirty="0" err="1"/>
              <a:t>lebih</a:t>
            </a:r>
            <a:r>
              <a:rPr lang="en-ID" dirty="0"/>
              <a:t> </a:t>
            </a:r>
            <a:r>
              <a:rPr lang="en-ID" dirty="0" err="1"/>
              <a:t>sederhana</a:t>
            </a:r>
            <a:r>
              <a:rPr lang="en-ID" dirty="0"/>
              <a:t>.</a:t>
            </a:r>
          </a:p>
          <a:p>
            <a:pPr marL="742950" lvl="1" indent="-285750">
              <a:buFont typeface="+mj-lt"/>
              <a:buAutoNum type="arabicPeriod"/>
            </a:pPr>
            <a:r>
              <a:rPr lang="en-ID" dirty="0" err="1"/>
              <a:t>Contoh</a:t>
            </a:r>
            <a:r>
              <a:rPr lang="en-ID" dirty="0"/>
              <a:t>: </a:t>
            </a:r>
            <a:r>
              <a:rPr lang="en-ID" b="1" dirty="0" err="1"/>
              <a:t>PyTorch</a:t>
            </a:r>
            <a:r>
              <a:rPr lang="en-ID" b="1" dirty="0"/>
              <a:t> </a:t>
            </a:r>
            <a:r>
              <a:rPr lang="en-ID" b="1" dirty="0" err="1"/>
              <a:t>lebih</a:t>
            </a:r>
            <a:r>
              <a:rPr lang="en-ID" b="1" dirty="0"/>
              <a:t> </a:t>
            </a:r>
            <a:r>
              <a:rPr lang="en-ID" b="1" dirty="0" err="1"/>
              <a:t>mudah</a:t>
            </a:r>
            <a:r>
              <a:rPr lang="en-ID" b="1" dirty="0"/>
              <a:t> </a:t>
            </a:r>
            <a:r>
              <a:rPr lang="en-ID" b="1" dirty="0" err="1"/>
              <a:t>digunakan</a:t>
            </a:r>
            <a:r>
              <a:rPr lang="en-ID" b="1" dirty="0"/>
              <a:t> </a:t>
            </a:r>
            <a:r>
              <a:rPr lang="en-ID" b="1" dirty="0" err="1"/>
              <a:t>untuk</a:t>
            </a:r>
            <a:r>
              <a:rPr lang="en-ID" b="1" dirty="0"/>
              <a:t> </a:t>
            </a:r>
            <a:r>
              <a:rPr lang="en-ID" b="1" dirty="0" err="1"/>
              <a:t>penelitian</a:t>
            </a:r>
            <a:r>
              <a:rPr lang="en-ID" b="1" dirty="0"/>
              <a:t> AI</a:t>
            </a:r>
            <a:r>
              <a:rPr lang="en-ID" dirty="0"/>
              <a:t> </a:t>
            </a:r>
            <a:r>
              <a:rPr lang="en-ID" dirty="0" err="1"/>
              <a:t>karena</a:t>
            </a:r>
            <a:r>
              <a:rPr lang="en-ID" dirty="0"/>
              <a:t> </a:t>
            </a:r>
            <a:r>
              <a:rPr lang="en-ID" dirty="0" err="1"/>
              <a:t>fleksibilitasnya</a:t>
            </a:r>
            <a:r>
              <a:rPr lang="en-ID" dirty="0"/>
              <a:t> </a:t>
            </a:r>
            <a:r>
              <a:rPr lang="en-ID" dirty="0" err="1"/>
              <a:t>dibanding</a:t>
            </a:r>
            <a:r>
              <a:rPr lang="en-ID" dirty="0"/>
              <a:t> TensorFlow.</a:t>
            </a:r>
          </a:p>
          <a:p>
            <a:pPr>
              <a:buFont typeface="+mj-lt"/>
              <a:buAutoNum type="arabicPeriod"/>
            </a:pPr>
            <a:r>
              <a:rPr lang="en-ID" b="1" dirty="0" err="1"/>
              <a:t>Skalabilitas</a:t>
            </a:r>
            <a:br>
              <a:rPr lang="en-ID" dirty="0"/>
            </a:br>
            <a:r>
              <a:rPr lang="en-ID" dirty="0"/>
              <a:t>→ </a:t>
            </a:r>
            <a:r>
              <a:rPr lang="en-ID" dirty="0" err="1"/>
              <a:t>Seberapa</a:t>
            </a:r>
            <a:r>
              <a:rPr lang="en-ID" dirty="0"/>
              <a:t> </a:t>
            </a:r>
            <a:r>
              <a:rPr lang="en-ID" dirty="0" err="1"/>
              <a:t>baik</a:t>
            </a:r>
            <a:r>
              <a:rPr lang="en-ID" dirty="0"/>
              <a:t> tools </a:t>
            </a:r>
            <a:r>
              <a:rPr lang="en-ID" dirty="0" err="1"/>
              <a:t>dapat</a:t>
            </a:r>
            <a:r>
              <a:rPr lang="en-ID" dirty="0"/>
              <a:t> </a:t>
            </a:r>
            <a:r>
              <a:rPr lang="en-ID" dirty="0" err="1"/>
              <a:t>menangani</a:t>
            </a:r>
            <a:r>
              <a:rPr lang="en-ID" dirty="0"/>
              <a:t> </a:t>
            </a:r>
            <a:r>
              <a:rPr lang="en-ID" dirty="0" err="1"/>
              <a:t>peningkatan</a:t>
            </a:r>
            <a:r>
              <a:rPr lang="en-ID" dirty="0"/>
              <a:t> </a:t>
            </a:r>
            <a:r>
              <a:rPr lang="en-ID" dirty="0" err="1"/>
              <a:t>skala</a:t>
            </a:r>
            <a:r>
              <a:rPr lang="en-ID" dirty="0"/>
              <a:t> data </a:t>
            </a:r>
            <a:r>
              <a:rPr lang="en-ID" dirty="0" err="1"/>
              <a:t>atau</a:t>
            </a:r>
            <a:r>
              <a:rPr lang="en-ID" dirty="0"/>
              <a:t> </a:t>
            </a:r>
            <a:r>
              <a:rPr lang="en-ID" dirty="0" err="1"/>
              <a:t>pengguna</a:t>
            </a:r>
            <a:r>
              <a:rPr lang="en-ID" dirty="0"/>
              <a:t>?</a:t>
            </a:r>
          </a:p>
          <a:p>
            <a:pPr marL="742950" lvl="1" indent="-285750">
              <a:buFont typeface="+mj-lt"/>
              <a:buAutoNum type="arabicPeriod"/>
            </a:pPr>
            <a:r>
              <a:rPr lang="en-ID" dirty="0" err="1"/>
              <a:t>Contoh</a:t>
            </a:r>
            <a:r>
              <a:rPr lang="en-ID" dirty="0"/>
              <a:t>: </a:t>
            </a:r>
            <a:r>
              <a:rPr lang="en-ID" b="1" dirty="0"/>
              <a:t>Go </a:t>
            </a:r>
            <a:r>
              <a:rPr lang="en-ID" b="1" dirty="0" err="1"/>
              <a:t>lebih</a:t>
            </a:r>
            <a:r>
              <a:rPr lang="en-ID" b="1" dirty="0"/>
              <a:t> scalable </a:t>
            </a:r>
            <a:r>
              <a:rPr lang="en-ID" b="1" dirty="0" err="1"/>
              <a:t>dibanding</a:t>
            </a:r>
            <a:r>
              <a:rPr lang="en-ID" b="1" dirty="0"/>
              <a:t> Python</a:t>
            </a:r>
            <a:r>
              <a:rPr lang="en-ID" dirty="0"/>
              <a:t> </a:t>
            </a:r>
            <a:r>
              <a:rPr lang="en-ID" dirty="0" err="1"/>
              <a:t>dalam</a:t>
            </a:r>
            <a:r>
              <a:rPr lang="en-ID" dirty="0"/>
              <a:t> </a:t>
            </a:r>
            <a:r>
              <a:rPr lang="en-ID" dirty="0" err="1"/>
              <a:t>aplikasi</a:t>
            </a:r>
            <a:r>
              <a:rPr lang="en-ID" dirty="0"/>
              <a:t> web </a:t>
            </a:r>
            <a:r>
              <a:rPr lang="en-ID" dirty="0" err="1"/>
              <a:t>berperforma</a:t>
            </a:r>
            <a:r>
              <a:rPr lang="en-ID" dirty="0"/>
              <a:t> </a:t>
            </a:r>
            <a:r>
              <a:rPr lang="en-ID" dirty="0" err="1"/>
              <a:t>tinggi</a:t>
            </a:r>
            <a:r>
              <a:rPr lang="en-ID" dirty="0"/>
              <a:t>.</a:t>
            </a:r>
          </a:p>
          <a:p>
            <a:pPr marL="742950" lvl="1" indent="-285750">
              <a:buFont typeface="+mj-lt"/>
              <a:buAutoNum type="arabicPeriod"/>
            </a:pPr>
            <a:r>
              <a:rPr lang="en-ID" dirty="0" err="1"/>
              <a:t>Contoh</a:t>
            </a:r>
            <a:r>
              <a:rPr lang="en-ID" dirty="0"/>
              <a:t>: </a:t>
            </a:r>
            <a:r>
              <a:rPr lang="en-ID" b="1" dirty="0"/>
              <a:t>Kubernetes </a:t>
            </a:r>
            <a:r>
              <a:rPr lang="en-ID" b="1" dirty="0" err="1"/>
              <a:t>lebih</a:t>
            </a:r>
            <a:r>
              <a:rPr lang="en-ID" b="1" dirty="0"/>
              <a:t> scalable </a:t>
            </a:r>
            <a:r>
              <a:rPr lang="en-ID" b="1" dirty="0" err="1"/>
              <a:t>dibanding</a:t>
            </a:r>
            <a:r>
              <a:rPr lang="en-ID" b="1" dirty="0"/>
              <a:t> Docker Swarm</a:t>
            </a:r>
            <a:r>
              <a:rPr lang="en-ID" dirty="0"/>
              <a:t> </a:t>
            </a:r>
            <a:r>
              <a:rPr lang="en-ID" dirty="0" err="1"/>
              <a:t>dalam</a:t>
            </a:r>
            <a:r>
              <a:rPr lang="en-ID" dirty="0"/>
              <a:t> </a:t>
            </a:r>
            <a:r>
              <a:rPr lang="en-ID" dirty="0" err="1"/>
              <a:t>manajemen</a:t>
            </a:r>
            <a:r>
              <a:rPr lang="en-ID" dirty="0"/>
              <a:t> container.</a:t>
            </a:r>
          </a:p>
        </p:txBody>
      </p:sp>
    </p:spTree>
    <p:extLst>
      <p:ext uri="{BB962C8B-B14F-4D97-AF65-F5344CB8AC3E}">
        <p14:creationId xmlns:p14="http://schemas.microsoft.com/office/powerpoint/2010/main" val="41406172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86424-CA72-59D0-293B-3A2FF8DAAD0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D5685FB-8911-DAF1-E393-5D0552608092}"/>
              </a:ext>
            </a:extLst>
          </p:cNvPr>
          <p:cNvSpPr txBox="1"/>
          <p:nvPr/>
        </p:nvSpPr>
        <p:spPr>
          <a:xfrm>
            <a:off x="762000" y="304800"/>
            <a:ext cx="8058616" cy="646331"/>
          </a:xfrm>
          <a:prstGeom prst="rect">
            <a:avLst/>
          </a:prstGeom>
          <a:noFill/>
        </p:spPr>
        <p:txBody>
          <a:bodyPr wrap="none" rtlCol="0">
            <a:spAutoFit/>
          </a:bodyPr>
          <a:lstStyle/>
          <a:p>
            <a:r>
              <a:rPr lang="en-ID" sz="3600" dirty="0" err="1">
                <a:solidFill>
                  <a:schemeClr val="bg1"/>
                </a:solidFill>
              </a:rPr>
              <a:t>Identifikasi</a:t>
            </a:r>
            <a:r>
              <a:rPr lang="en-ID" sz="3600" dirty="0">
                <a:solidFill>
                  <a:schemeClr val="bg1"/>
                </a:solidFill>
              </a:rPr>
              <a:t> </a:t>
            </a:r>
            <a:r>
              <a:rPr lang="en-ID" sz="3600" dirty="0" err="1">
                <a:solidFill>
                  <a:schemeClr val="bg1"/>
                </a:solidFill>
              </a:rPr>
              <a:t>Kelebihan</a:t>
            </a:r>
            <a:r>
              <a:rPr lang="en-ID" sz="3600" dirty="0">
                <a:solidFill>
                  <a:schemeClr val="bg1"/>
                </a:solidFill>
              </a:rPr>
              <a:t> dan </a:t>
            </a:r>
            <a:r>
              <a:rPr lang="en-ID" sz="3600" dirty="0" err="1">
                <a:solidFill>
                  <a:schemeClr val="bg1"/>
                </a:solidFill>
              </a:rPr>
              <a:t>Kekurangan</a:t>
            </a:r>
            <a:endParaRPr lang="en-ID" sz="3600" dirty="0">
              <a:solidFill>
                <a:schemeClr val="bg1"/>
              </a:solidFill>
            </a:endParaRPr>
          </a:p>
        </p:txBody>
      </p:sp>
      <p:sp>
        <p:nvSpPr>
          <p:cNvPr id="7" name="TextBox 6">
            <a:extLst>
              <a:ext uri="{FF2B5EF4-FFF2-40B4-BE49-F238E27FC236}">
                <a16:creationId xmlns:a16="http://schemas.microsoft.com/office/drawing/2014/main" id="{4EE5FDA0-127E-0DD4-ED34-BDE46DC29B9C}"/>
              </a:ext>
            </a:extLst>
          </p:cNvPr>
          <p:cNvSpPr txBox="1"/>
          <p:nvPr/>
        </p:nvSpPr>
        <p:spPr>
          <a:xfrm>
            <a:off x="762000" y="1067336"/>
            <a:ext cx="10896600" cy="3416320"/>
          </a:xfrm>
          <a:prstGeom prst="rect">
            <a:avLst/>
          </a:prstGeom>
          <a:noFill/>
        </p:spPr>
        <p:txBody>
          <a:bodyPr wrap="square" rtlCol="0">
            <a:spAutoFit/>
          </a:bodyPr>
          <a:lstStyle/>
          <a:p>
            <a:r>
              <a:rPr lang="en-ID" b="1" dirty="0"/>
              <a:t>4. </a:t>
            </a:r>
            <a:r>
              <a:rPr lang="en-ID" b="1" dirty="0" err="1"/>
              <a:t>Biaya</a:t>
            </a:r>
            <a:br>
              <a:rPr lang="en-ID" dirty="0"/>
            </a:br>
            <a:r>
              <a:rPr lang="en-ID" dirty="0"/>
              <a:t>→ </a:t>
            </a:r>
            <a:r>
              <a:rPr lang="en-ID" dirty="0" err="1"/>
              <a:t>Apakah</a:t>
            </a:r>
            <a:r>
              <a:rPr lang="en-ID" dirty="0"/>
              <a:t> tools gratis, </a:t>
            </a:r>
            <a:r>
              <a:rPr lang="en-ID" dirty="0" err="1"/>
              <a:t>berbayar</a:t>
            </a:r>
            <a:r>
              <a:rPr lang="en-ID" dirty="0"/>
              <a:t>, </a:t>
            </a:r>
            <a:r>
              <a:rPr lang="en-ID" dirty="0" err="1"/>
              <a:t>atau</a:t>
            </a:r>
            <a:r>
              <a:rPr lang="en-ID" dirty="0"/>
              <a:t> </a:t>
            </a:r>
            <a:r>
              <a:rPr lang="en-ID" dirty="0" err="1"/>
              <a:t>memiliki</a:t>
            </a:r>
            <a:r>
              <a:rPr lang="en-ID" dirty="0"/>
              <a:t> </a:t>
            </a:r>
            <a:r>
              <a:rPr lang="en-ID" dirty="0" err="1"/>
              <a:t>lisensi</a:t>
            </a:r>
            <a:r>
              <a:rPr lang="en-ID" dirty="0"/>
              <a:t> </a:t>
            </a:r>
            <a:r>
              <a:rPr lang="en-ID" dirty="0" err="1"/>
              <a:t>tertentu</a:t>
            </a:r>
            <a:r>
              <a:rPr lang="en-ID" dirty="0"/>
              <a:t> yang </a:t>
            </a:r>
            <a:r>
              <a:rPr lang="en-ID" dirty="0" err="1"/>
              <a:t>mempengaruhi</a:t>
            </a:r>
            <a:r>
              <a:rPr lang="en-ID" dirty="0"/>
              <a:t> </a:t>
            </a:r>
            <a:r>
              <a:rPr lang="en-ID" dirty="0" err="1"/>
              <a:t>biaya</a:t>
            </a:r>
            <a:r>
              <a:rPr lang="en-ID" dirty="0"/>
              <a:t> </a:t>
            </a:r>
            <a:r>
              <a:rPr lang="en-ID" dirty="0" err="1"/>
              <a:t>operasional</a:t>
            </a:r>
            <a:r>
              <a:rPr lang="en-ID" dirty="0"/>
              <a:t>?</a:t>
            </a:r>
          </a:p>
          <a:p>
            <a:pPr marL="742950" lvl="1" indent="-285750">
              <a:buFont typeface="+mj-lt"/>
              <a:buAutoNum type="arabicPeriod"/>
            </a:pPr>
            <a:r>
              <a:rPr lang="en-ID" dirty="0" err="1"/>
              <a:t>Contoh</a:t>
            </a:r>
            <a:r>
              <a:rPr lang="en-ID" dirty="0"/>
              <a:t>: </a:t>
            </a:r>
            <a:r>
              <a:rPr lang="en-ID" b="1" dirty="0"/>
              <a:t>MySQL (gratis) vs Oracle Database (</a:t>
            </a:r>
            <a:r>
              <a:rPr lang="en-ID" b="1" dirty="0" err="1"/>
              <a:t>berbayar</a:t>
            </a:r>
            <a:r>
              <a:rPr lang="en-ID" b="1" dirty="0"/>
              <a:t>, mahal)</a:t>
            </a:r>
            <a:r>
              <a:rPr lang="en-ID" dirty="0"/>
              <a:t> </a:t>
            </a:r>
            <a:r>
              <a:rPr lang="en-ID" dirty="0" err="1"/>
              <a:t>dalam</a:t>
            </a:r>
            <a:r>
              <a:rPr lang="en-ID" dirty="0"/>
              <a:t> </a:t>
            </a:r>
            <a:r>
              <a:rPr lang="en-ID" dirty="0" err="1"/>
              <a:t>sistem</a:t>
            </a:r>
            <a:r>
              <a:rPr lang="en-ID" dirty="0"/>
              <a:t> </a:t>
            </a:r>
            <a:r>
              <a:rPr lang="en-ID" dirty="0" err="1"/>
              <a:t>manajemen</a:t>
            </a:r>
            <a:r>
              <a:rPr lang="en-ID" dirty="0"/>
              <a:t> basis data.</a:t>
            </a:r>
          </a:p>
          <a:p>
            <a:pPr marL="742950" lvl="1" indent="-285750">
              <a:buFont typeface="+mj-lt"/>
              <a:buAutoNum type="arabicPeriod"/>
            </a:pPr>
            <a:r>
              <a:rPr lang="en-ID" dirty="0" err="1"/>
              <a:t>Contoh</a:t>
            </a:r>
            <a:r>
              <a:rPr lang="en-ID" dirty="0"/>
              <a:t>: </a:t>
            </a:r>
            <a:r>
              <a:rPr lang="en-ID" b="1" dirty="0"/>
              <a:t>Google Cloud TPU (</a:t>
            </a:r>
            <a:r>
              <a:rPr lang="en-ID" b="1" dirty="0" err="1"/>
              <a:t>berbayar</a:t>
            </a:r>
            <a:r>
              <a:rPr lang="en-ID" b="1" dirty="0"/>
              <a:t>) vs CPU </a:t>
            </a:r>
            <a:r>
              <a:rPr lang="en-ID" b="1" dirty="0" err="1"/>
              <a:t>lokal</a:t>
            </a:r>
            <a:r>
              <a:rPr lang="en-ID" b="1" dirty="0"/>
              <a:t> (gratis)</a:t>
            </a:r>
            <a:r>
              <a:rPr lang="en-ID" dirty="0"/>
              <a:t> </a:t>
            </a:r>
            <a:r>
              <a:rPr lang="en-ID" dirty="0" err="1"/>
              <a:t>dalam</a:t>
            </a:r>
            <a:r>
              <a:rPr lang="en-ID" dirty="0"/>
              <a:t> training model AI.</a:t>
            </a:r>
          </a:p>
          <a:p>
            <a:r>
              <a:rPr lang="en-ID" b="1" dirty="0"/>
              <a:t>5. </a:t>
            </a:r>
            <a:r>
              <a:rPr lang="en-ID" b="1" dirty="0" err="1"/>
              <a:t>Dokumentasi</a:t>
            </a:r>
            <a:r>
              <a:rPr lang="en-ID" b="1" dirty="0"/>
              <a:t> dan </a:t>
            </a:r>
            <a:r>
              <a:rPr lang="en-ID" b="1" dirty="0" err="1"/>
              <a:t>Komunitas</a:t>
            </a:r>
            <a:br>
              <a:rPr lang="en-ID" dirty="0"/>
            </a:br>
            <a:r>
              <a:rPr lang="en-ID" dirty="0"/>
              <a:t>→ </a:t>
            </a:r>
            <a:r>
              <a:rPr lang="en-ID" dirty="0" err="1"/>
              <a:t>Apakah</a:t>
            </a:r>
            <a:r>
              <a:rPr lang="en-ID" dirty="0"/>
              <a:t> tools </a:t>
            </a:r>
            <a:r>
              <a:rPr lang="en-ID" dirty="0" err="1"/>
              <a:t>memiliki</a:t>
            </a:r>
            <a:r>
              <a:rPr lang="en-ID" dirty="0"/>
              <a:t> </a:t>
            </a:r>
            <a:r>
              <a:rPr lang="en-ID" dirty="0" err="1"/>
              <a:t>dokumentasi</a:t>
            </a:r>
            <a:r>
              <a:rPr lang="en-ID" dirty="0"/>
              <a:t> yang </a:t>
            </a:r>
            <a:r>
              <a:rPr lang="en-ID" dirty="0" err="1"/>
              <a:t>lengkap</a:t>
            </a:r>
            <a:r>
              <a:rPr lang="en-ID" dirty="0"/>
              <a:t> dan </a:t>
            </a:r>
            <a:r>
              <a:rPr lang="en-ID" dirty="0" err="1"/>
              <a:t>komunitas</a:t>
            </a:r>
            <a:r>
              <a:rPr lang="en-ID" dirty="0"/>
              <a:t> </a:t>
            </a:r>
            <a:r>
              <a:rPr lang="en-ID" dirty="0" err="1"/>
              <a:t>aktif</a:t>
            </a:r>
            <a:r>
              <a:rPr lang="en-ID" dirty="0"/>
              <a:t> yang </a:t>
            </a:r>
            <a:r>
              <a:rPr lang="en-ID" dirty="0" err="1"/>
              <a:t>bisa</a:t>
            </a:r>
            <a:r>
              <a:rPr lang="en-ID" dirty="0"/>
              <a:t> </a:t>
            </a:r>
            <a:r>
              <a:rPr lang="en-ID" dirty="0" err="1"/>
              <a:t>membantu</a:t>
            </a:r>
            <a:r>
              <a:rPr lang="en-ID" dirty="0"/>
              <a:t> </a:t>
            </a:r>
            <a:r>
              <a:rPr lang="en-ID" dirty="0" err="1"/>
              <a:t>dalam</a:t>
            </a:r>
            <a:r>
              <a:rPr lang="en-ID" dirty="0"/>
              <a:t> </a:t>
            </a:r>
            <a:r>
              <a:rPr lang="en-ID" dirty="0" err="1"/>
              <a:t>penyelesaian</a:t>
            </a:r>
            <a:r>
              <a:rPr lang="en-ID" dirty="0"/>
              <a:t> </a:t>
            </a:r>
            <a:r>
              <a:rPr lang="en-ID" dirty="0" err="1"/>
              <a:t>masalah</a:t>
            </a:r>
            <a:r>
              <a:rPr lang="en-ID" dirty="0"/>
              <a:t>?</a:t>
            </a:r>
          </a:p>
          <a:p>
            <a:pPr marL="742950" lvl="1" indent="-285750">
              <a:buFont typeface="+mj-lt"/>
              <a:buAutoNum type="arabicPeriod"/>
            </a:pPr>
            <a:r>
              <a:rPr lang="en-ID" dirty="0" err="1"/>
              <a:t>Contoh</a:t>
            </a:r>
            <a:r>
              <a:rPr lang="en-ID" dirty="0"/>
              <a:t>: </a:t>
            </a:r>
            <a:r>
              <a:rPr lang="en-ID" b="1" dirty="0"/>
              <a:t>Python </a:t>
            </a:r>
            <a:r>
              <a:rPr lang="en-ID" b="1" dirty="0" err="1"/>
              <a:t>memiliki</a:t>
            </a:r>
            <a:r>
              <a:rPr lang="en-ID" b="1" dirty="0"/>
              <a:t> </a:t>
            </a:r>
            <a:r>
              <a:rPr lang="en-ID" b="1" dirty="0" err="1"/>
              <a:t>komunitas</a:t>
            </a:r>
            <a:r>
              <a:rPr lang="en-ID" b="1" dirty="0"/>
              <a:t> </a:t>
            </a:r>
            <a:r>
              <a:rPr lang="en-ID" b="1" dirty="0" err="1"/>
              <a:t>lebih</a:t>
            </a:r>
            <a:r>
              <a:rPr lang="en-ID" b="1" dirty="0"/>
              <a:t> </a:t>
            </a:r>
            <a:r>
              <a:rPr lang="en-ID" b="1" dirty="0" err="1"/>
              <a:t>besar</a:t>
            </a:r>
            <a:r>
              <a:rPr lang="en-ID" b="1" dirty="0"/>
              <a:t> </a:t>
            </a:r>
            <a:r>
              <a:rPr lang="en-ID" b="1" dirty="0" err="1"/>
              <a:t>dibanding</a:t>
            </a:r>
            <a:r>
              <a:rPr lang="en-ID" b="1" dirty="0"/>
              <a:t> Go</a:t>
            </a:r>
            <a:r>
              <a:rPr lang="en-ID" dirty="0"/>
              <a:t>, </a:t>
            </a:r>
            <a:r>
              <a:rPr lang="en-ID" dirty="0" err="1"/>
              <a:t>sehingga</a:t>
            </a:r>
            <a:r>
              <a:rPr lang="en-ID" dirty="0"/>
              <a:t> </a:t>
            </a:r>
            <a:r>
              <a:rPr lang="en-ID" dirty="0" err="1"/>
              <a:t>lebih</a:t>
            </a:r>
            <a:r>
              <a:rPr lang="en-ID" dirty="0"/>
              <a:t> </a:t>
            </a:r>
            <a:r>
              <a:rPr lang="en-ID" dirty="0" err="1"/>
              <a:t>banyak</a:t>
            </a:r>
            <a:r>
              <a:rPr lang="en-ID" dirty="0"/>
              <a:t> </a:t>
            </a:r>
            <a:r>
              <a:rPr lang="en-ID" dirty="0" err="1"/>
              <a:t>referensi</a:t>
            </a:r>
            <a:r>
              <a:rPr lang="en-ID" dirty="0"/>
              <a:t> dan tutorial </a:t>
            </a:r>
            <a:r>
              <a:rPr lang="en-ID" dirty="0" err="1"/>
              <a:t>tersedia</a:t>
            </a:r>
            <a:r>
              <a:rPr lang="en-ID" dirty="0"/>
              <a:t>.</a:t>
            </a:r>
          </a:p>
          <a:p>
            <a:pPr marL="742950" lvl="1" indent="-285750">
              <a:buFont typeface="+mj-lt"/>
              <a:buAutoNum type="arabicPeriod"/>
            </a:pPr>
            <a:r>
              <a:rPr lang="en-ID" dirty="0" err="1"/>
              <a:t>Contoh</a:t>
            </a:r>
            <a:r>
              <a:rPr lang="en-ID" dirty="0"/>
              <a:t>: </a:t>
            </a:r>
            <a:r>
              <a:rPr lang="en-ID" b="1" dirty="0"/>
              <a:t>TensorFlow </a:t>
            </a:r>
            <a:r>
              <a:rPr lang="en-ID" b="1" dirty="0" err="1"/>
              <a:t>memiliki</a:t>
            </a:r>
            <a:r>
              <a:rPr lang="en-ID" b="1" dirty="0"/>
              <a:t> </a:t>
            </a:r>
            <a:r>
              <a:rPr lang="en-ID" b="1" dirty="0" err="1"/>
              <a:t>dokumentasi</a:t>
            </a:r>
            <a:r>
              <a:rPr lang="en-ID" b="1" dirty="0"/>
              <a:t> </a:t>
            </a:r>
            <a:r>
              <a:rPr lang="en-ID" b="1" dirty="0" err="1"/>
              <a:t>lebih</a:t>
            </a:r>
            <a:r>
              <a:rPr lang="en-ID" b="1" dirty="0"/>
              <a:t> </a:t>
            </a:r>
            <a:r>
              <a:rPr lang="en-ID" b="1" dirty="0" err="1"/>
              <a:t>lengkap</a:t>
            </a:r>
            <a:r>
              <a:rPr lang="en-ID" b="1" dirty="0"/>
              <a:t> </a:t>
            </a:r>
            <a:r>
              <a:rPr lang="en-ID" b="1" dirty="0" err="1"/>
              <a:t>dibanding</a:t>
            </a:r>
            <a:r>
              <a:rPr lang="en-ID" b="1" dirty="0"/>
              <a:t> </a:t>
            </a:r>
            <a:r>
              <a:rPr lang="en-ID" b="1" dirty="0" err="1"/>
              <a:t>PyTorch</a:t>
            </a:r>
            <a:r>
              <a:rPr lang="en-ID" dirty="0"/>
              <a:t>, </a:t>
            </a:r>
            <a:r>
              <a:rPr lang="en-ID" dirty="0" err="1"/>
              <a:t>karena</a:t>
            </a:r>
            <a:r>
              <a:rPr lang="en-ID" dirty="0"/>
              <a:t> </a:t>
            </a:r>
            <a:r>
              <a:rPr lang="en-ID" dirty="0" err="1"/>
              <a:t>dukungan</a:t>
            </a:r>
            <a:r>
              <a:rPr lang="en-ID" dirty="0"/>
              <a:t> </a:t>
            </a:r>
            <a:r>
              <a:rPr lang="en-ID" dirty="0" err="1"/>
              <a:t>dari</a:t>
            </a:r>
            <a:r>
              <a:rPr lang="en-ID" dirty="0"/>
              <a:t> Google.</a:t>
            </a:r>
          </a:p>
        </p:txBody>
      </p:sp>
    </p:spTree>
    <p:extLst>
      <p:ext uri="{BB962C8B-B14F-4D97-AF65-F5344CB8AC3E}">
        <p14:creationId xmlns:p14="http://schemas.microsoft.com/office/powerpoint/2010/main" val="4935988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E259F-59BC-CD2D-EA91-72974D06ADD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2AFBFA6-5110-7E10-2B8C-E1C00B1FDE42}"/>
              </a:ext>
            </a:extLst>
          </p:cNvPr>
          <p:cNvPicPr>
            <a:picLocks noChangeAspect="1"/>
          </p:cNvPicPr>
          <p:nvPr/>
        </p:nvPicPr>
        <p:blipFill>
          <a:blip r:embed="rId3"/>
          <a:stretch>
            <a:fillRect/>
          </a:stretch>
        </p:blipFill>
        <p:spPr>
          <a:xfrm>
            <a:off x="1995487" y="304800"/>
            <a:ext cx="8201025" cy="6400800"/>
          </a:xfrm>
          <a:prstGeom prst="rect">
            <a:avLst/>
          </a:prstGeom>
        </p:spPr>
      </p:pic>
    </p:spTree>
    <p:extLst>
      <p:ext uri="{BB962C8B-B14F-4D97-AF65-F5344CB8AC3E}">
        <p14:creationId xmlns:p14="http://schemas.microsoft.com/office/powerpoint/2010/main" val="22409900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C95E9-169E-E2D8-6F87-877B7BCF3E9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54030B4-08F3-ED45-4E17-C306108C0204}"/>
              </a:ext>
            </a:extLst>
          </p:cNvPr>
          <p:cNvSpPr txBox="1"/>
          <p:nvPr/>
        </p:nvSpPr>
        <p:spPr>
          <a:xfrm>
            <a:off x="762000" y="304800"/>
            <a:ext cx="3801041" cy="646331"/>
          </a:xfrm>
          <a:prstGeom prst="rect">
            <a:avLst/>
          </a:prstGeom>
          <a:noFill/>
        </p:spPr>
        <p:txBody>
          <a:bodyPr wrap="none" rtlCol="0">
            <a:spAutoFit/>
          </a:bodyPr>
          <a:lstStyle/>
          <a:p>
            <a:r>
              <a:rPr lang="en-ID" sz="3600" dirty="0" err="1">
                <a:solidFill>
                  <a:schemeClr val="bg1"/>
                </a:solidFill>
              </a:rPr>
              <a:t>Analisis</a:t>
            </a:r>
            <a:r>
              <a:rPr lang="en-ID" sz="3600" dirty="0">
                <a:solidFill>
                  <a:schemeClr val="bg1"/>
                </a:solidFill>
              </a:rPr>
              <a:t> Performa</a:t>
            </a:r>
          </a:p>
        </p:txBody>
      </p:sp>
      <p:sp>
        <p:nvSpPr>
          <p:cNvPr id="7" name="TextBox 6">
            <a:extLst>
              <a:ext uri="{FF2B5EF4-FFF2-40B4-BE49-F238E27FC236}">
                <a16:creationId xmlns:a16="http://schemas.microsoft.com/office/drawing/2014/main" id="{578C7959-AEBE-374A-5653-47A2A282A924}"/>
              </a:ext>
            </a:extLst>
          </p:cNvPr>
          <p:cNvSpPr txBox="1"/>
          <p:nvPr/>
        </p:nvSpPr>
        <p:spPr>
          <a:xfrm>
            <a:off x="762000" y="1067336"/>
            <a:ext cx="10896600" cy="5355312"/>
          </a:xfrm>
          <a:prstGeom prst="rect">
            <a:avLst/>
          </a:prstGeom>
          <a:noFill/>
        </p:spPr>
        <p:txBody>
          <a:bodyPr wrap="square" rtlCol="0">
            <a:spAutoFit/>
          </a:bodyPr>
          <a:lstStyle/>
          <a:p>
            <a:r>
              <a:rPr lang="en-ID" b="1" dirty="0" err="1"/>
              <a:t>Analisis</a:t>
            </a:r>
            <a:r>
              <a:rPr lang="en-ID" b="1" dirty="0"/>
              <a:t> Performa</a:t>
            </a:r>
            <a:r>
              <a:rPr lang="en-ID" dirty="0"/>
              <a:t> </a:t>
            </a:r>
            <a:r>
              <a:rPr lang="en-ID" dirty="0" err="1"/>
              <a:t>adalah</a:t>
            </a:r>
            <a:r>
              <a:rPr lang="en-ID" dirty="0"/>
              <a:t> proses </a:t>
            </a:r>
            <a:r>
              <a:rPr lang="en-ID" dirty="0" err="1"/>
              <a:t>mengevaluasi</a:t>
            </a:r>
            <a:r>
              <a:rPr lang="en-ID" dirty="0"/>
              <a:t> </a:t>
            </a:r>
            <a:r>
              <a:rPr lang="en-ID" dirty="0" err="1"/>
              <a:t>efisiensi</a:t>
            </a:r>
            <a:r>
              <a:rPr lang="en-ID" dirty="0"/>
              <a:t> dan </a:t>
            </a:r>
            <a:r>
              <a:rPr lang="en-ID" dirty="0" err="1"/>
              <a:t>efektivitas</a:t>
            </a:r>
            <a:r>
              <a:rPr lang="en-ID" dirty="0"/>
              <a:t> </a:t>
            </a:r>
            <a:r>
              <a:rPr lang="en-ID" dirty="0" err="1"/>
              <a:t>suatu</a:t>
            </a:r>
            <a:r>
              <a:rPr lang="en-ID" dirty="0"/>
              <a:t> tools </a:t>
            </a:r>
            <a:r>
              <a:rPr lang="en-ID" dirty="0" err="1"/>
              <a:t>atau</a:t>
            </a:r>
            <a:r>
              <a:rPr lang="en-ID" dirty="0"/>
              <a:t> </a:t>
            </a:r>
            <a:r>
              <a:rPr lang="en-ID" dirty="0" err="1"/>
              <a:t>teknologi</a:t>
            </a:r>
            <a:r>
              <a:rPr lang="en-ID" dirty="0"/>
              <a:t> </a:t>
            </a:r>
            <a:r>
              <a:rPr lang="en-ID" dirty="0" err="1"/>
              <a:t>dalam</a:t>
            </a:r>
            <a:r>
              <a:rPr lang="en-ID" dirty="0"/>
              <a:t> </a:t>
            </a:r>
            <a:r>
              <a:rPr lang="en-ID" dirty="0" err="1"/>
              <a:t>berbagai</a:t>
            </a:r>
            <a:r>
              <a:rPr lang="en-ID" dirty="0"/>
              <a:t> </a:t>
            </a:r>
            <a:r>
              <a:rPr lang="en-ID" dirty="0" err="1"/>
              <a:t>kondisi</a:t>
            </a:r>
            <a:r>
              <a:rPr lang="en-ID" dirty="0"/>
              <a:t> </a:t>
            </a:r>
            <a:r>
              <a:rPr lang="en-ID" dirty="0" err="1"/>
              <a:t>penggunaan</a:t>
            </a:r>
            <a:r>
              <a:rPr lang="en-ID" dirty="0"/>
              <a:t>. </a:t>
            </a:r>
            <a:r>
              <a:rPr lang="en-ID" dirty="0" err="1"/>
              <a:t>Tujuannya</a:t>
            </a:r>
            <a:r>
              <a:rPr lang="en-ID" dirty="0"/>
              <a:t> </a:t>
            </a:r>
            <a:r>
              <a:rPr lang="en-ID" dirty="0" err="1"/>
              <a:t>adalah</a:t>
            </a:r>
            <a:r>
              <a:rPr lang="en-ID" dirty="0"/>
              <a:t> </a:t>
            </a:r>
            <a:r>
              <a:rPr lang="en-ID" dirty="0" err="1"/>
              <a:t>untuk</a:t>
            </a:r>
            <a:r>
              <a:rPr lang="en-ID" dirty="0"/>
              <a:t> </a:t>
            </a:r>
            <a:r>
              <a:rPr lang="en-ID" dirty="0" err="1"/>
              <a:t>memastikan</a:t>
            </a:r>
            <a:r>
              <a:rPr lang="en-ID" dirty="0"/>
              <a:t> </a:t>
            </a:r>
            <a:r>
              <a:rPr lang="en-ID" dirty="0" err="1"/>
              <a:t>bahwa</a:t>
            </a:r>
            <a:r>
              <a:rPr lang="en-ID" dirty="0"/>
              <a:t> tools </a:t>
            </a:r>
            <a:r>
              <a:rPr lang="en-ID" dirty="0" err="1"/>
              <a:t>dapat</a:t>
            </a:r>
            <a:r>
              <a:rPr lang="en-ID" dirty="0"/>
              <a:t> </a:t>
            </a:r>
            <a:r>
              <a:rPr lang="en-ID" dirty="0" err="1"/>
              <a:t>bekerja</a:t>
            </a:r>
            <a:r>
              <a:rPr lang="en-ID" dirty="0"/>
              <a:t> </a:t>
            </a:r>
            <a:r>
              <a:rPr lang="en-ID" dirty="0" err="1"/>
              <a:t>dengan</a:t>
            </a:r>
            <a:r>
              <a:rPr lang="en-ID" dirty="0"/>
              <a:t> optimal dan </a:t>
            </a:r>
            <a:r>
              <a:rPr lang="en-ID" dirty="0" err="1"/>
              <a:t>memenuhi</a:t>
            </a:r>
            <a:r>
              <a:rPr lang="en-ID" dirty="0"/>
              <a:t> </a:t>
            </a:r>
            <a:r>
              <a:rPr lang="en-ID" dirty="0" err="1"/>
              <a:t>kebutuhan</a:t>
            </a:r>
            <a:r>
              <a:rPr lang="en-ID" dirty="0"/>
              <a:t> </a:t>
            </a:r>
            <a:r>
              <a:rPr lang="en-ID" dirty="0" err="1"/>
              <a:t>pengguna</a:t>
            </a:r>
            <a:r>
              <a:rPr lang="en-ID" dirty="0"/>
              <a:t>.</a:t>
            </a:r>
          </a:p>
          <a:p>
            <a:endParaRPr lang="en-ID" dirty="0"/>
          </a:p>
          <a:p>
            <a:pPr>
              <a:buNone/>
            </a:pPr>
            <a:r>
              <a:rPr lang="en-ID" b="1" dirty="0"/>
              <a:t>1. </a:t>
            </a:r>
            <a:r>
              <a:rPr lang="en-ID" b="1" dirty="0" err="1"/>
              <a:t>Pengukuran</a:t>
            </a:r>
            <a:r>
              <a:rPr lang="en-ID" b="1" dirty="0"/>
              <a:t> Performa</a:t>
            </a:r>
          </a:p>
          <a:p>
            <a:pPr>
              <a:buNone/>
            </a:pPr>
            <a:r>
              <a:rPr lang="en-ID" dirty="0" err="1"/>
              <a:t>Beberapa</a:t>
            </a:r>
            <a:r>
              <a:rPr lang="en-ID" dirty="0"/>
              <a:t> </a:t>
            </a:r>
            <a:r>
              <a:rPr lang="en-ID" dirty="0" err="1"/>
              <a:t>aspek</a:t>
            </a:r>
            <a:r>
              <a:rPr lang="en-ID" dirty="0"/>
              <a:t> yang </a:t>
            </a:r>
            <a:r>
              <a:rPr lang="en-ID" dirty="0" err="1"/>
              <a:t>diukur</a:t>
            </a:r>
            <a:r>
              <a:rPr lang="en-ID" dirty="0"/>
              <a:t> </a:t>
            </a:r>
            <a:r>
              <a:rPr lang="en-ID" dirty="0" err="1"/>
              <a:t>dalam</a:t>
            </a:r>
            <a:r>
              <a:rPr lang="en-ID" dirty="0"/>
              <a:t> </a:t>
            </a:r>
            <a:r>
              <a:rPr lang="en-ID" dirty="0" err="1"/>
              <a:t>analisis</a:t>
            </a:r>
            <a:r>
              <a:rPr lang="en-ID" dirty="0"/>
              <a:t> </a:t>
            </a:r>
            <a:r>
              <a:rPr lang="en-ID" dirty="0" err="1"/>
              <a:t>performa</a:t>
            </a:r>
            <a:r>
              <a:rPr lang="en-ID" dirty="0"/>
              <a:t>:</a:t>
            </a:r>
          </a:p>
          <a:p>
            <a:pPr>
              <a:buFont typeface="+mj-lt"/>
              <a:buAutoNum type="arabicPeriod"/>
            </a:pPr>
            <a:r>
              <a:rPr lang="en-ID" b="1" dirty="0"/>
              <a:t>Waktu </a:t>
            </a:r>
            <a:r>
              <a:rPr lang="en-ID" b="1" dirty="0" err="1"/>
              <a:t>Eksekusi</a:t>
            </a:r>
            <a:endParaRPr lang="en-ID" dirty="0"/>
          </a:p>
          <a:p>
            <a:pPr marL="742950" lvl="1" indent="-285750">
              <a:buFont typeface="+mj-lt"/>
              <a:buAutoNum type="arabicPeriod"/>
            </a:pPr>
            <a:r>
              <a:rPr lang="en-ID" dirty="0" err="1"/>
              <a:t>Seberapa</a:t>
            </a:r>
            <a:r>
              <a:rPr lang="en-ID" dirty="0"/>
              <a:t> </a:t>
            </a:r>
            <a:r>
              <a:rPr lang="en-ID" dirty="0" err="1"/>
              <a:t>cepat</a:t>
            </a:r>
            <a:r>
              <a:rPr lang="en-ID" dirty="0"/>
              <a:t> tools </a:t>
            </a:r>
            <a:r>
              <a:rPr lang="en-ID" dirty="0" err="1"/>
              <a:t>menyelesaikan</a:t>
            </a:r>
            <a:r>
              <a:rPr lang="en-ID" dirty="0"/>
              <a:t> </a:t>
            </a:r>
            <a:r>
              <a:rPr lang="en-ID" dirty="0" err="1"/>
              <a:t>tugasnya</a:t>
            </a:r>
            <a:r>
              <a:rPr lang="en-ID" dirty="0"/>
              <a:t>?</a:t>
            </a:r>
          </a:p>
          <a:p>
            <a:pPr marL="742950" lvl="1" indent="-285750">
              <a:buFont typeface="+mj-lt"/>
              <a:buAutoNum type="arabicPeriod"/>
            </a:pPr>
            <a:r>
              <a:rPr lang="en-ID" dirty="0" err="1"/>
              <a:t>Contoh</a:t>
            </a:r>
            <a:r>
              <a:rPr lang="en-ID" dirty="0"/>
              <a:t>: Python vs. Go </a:t>
            </a:r>
            <a:r>
              <a:rPr lang="en-ID" dirty="0" err="1"/>
              <a:t>dalam</a:t>
            </a:r>
            <a:r>
              <a:rPr lang="en-ID" dirty="0"/>
              <a:t> </a:t>
            </a:r>
            <a:r>
              <a:rPr lang="en-ID" dirty="0" err="1"/>
              <a:t>pengolahan</a:t>
            </a:r>
            <a:r>
              <a:rPr lang="en-ID" dirty="0"/>
              <a:t> data </a:t>
            </a:r>
            <a:r>
              <a:rPr lang="en-ID" dirty="0" err="1"/>
              <a:t>besar</a:t>
            </a:r>
            <a:r>
              <a:rPr lang="en-ID" dirty="0"/>
              <a:t> → Go </a:t>
            </a:r>
            <a:r>
              <a:rPr lang="en-ID" dirty="0" err="1"/>
              <a:t>biasanya</a:t>
            </a:r>
            <a:r>
              <a:rPr lang="en-ID" dirty="0"/>
              <a:t> </a:t>
            </a:r>
            <a:r>
              <a:rPr lang="en-ID" dirty="0" err="1"/>
              <a:t>lebih</a:t>
            </a:r>
            <a:r>
              <a:rPr lang="en-ID" dirty="0"/>
              <a:t> </a:t>
            </a:r>
            <a:r>
              <a:rPr lang="en-ID" dirty="0" err="1"/>
              <a:t>cepat</a:t>
            </a:r>
            <a:r>
              <a:rPr lang="en-ID" dirty="0"/>
              <a:t> </a:t>
            </a:r>
            <a:r>
              <a:rPr lang="en-ID" dirty="0" err="1"/>
              <a:t>karena</a:t>
            </a:r>
            <a:r>
              <a:rPr lang="en-ID" dirty="0"/>
              <a:t> </a:t>
            </a:r>
            <a:r>
              <a:rPr lang="en-ID" dirty="0" err="1"/>
              <a:t>bahasa</a:t>
            </a:r>
            <a:r>
              <a:rPr lang="en-ID" dirty="0"/>
              <a:t> yang </a:t>
            </a:r>
            <a:r>
              <a:rPr lang="en-ID" dirty="0" err="1"/>
              <a:t>dikompilasi</a:t>
            </a:r>
            <a:r>
              <a:rPr lang="en-ID" dirty="0"/>
              <a:t>.</a:t>
            </a:r>
          </a:p>
          <a:p>
            <a:pPr>
              <a:buFont typeface="+mj-lt"/>
              <a:buAutoNum type="arabicPeriod"/>
            </a:pPr>
            <a:r>
              <a:rPr lang="en-ID" b="1" dirty="0" err="1"/>
              <a:t>Penggunaan</a:t>
            </a:r>
            <a:r>
              <a:rPr lang="en-ID" b="1" dirty="0"/>
              <a:t> Memori dan CPU</a:t>
            </a:r>
            <a:endParaRPr lang="en-ID" dirty="0"/>
          </a:p>
          <a:p>
            <a:pPr marL="742950" lvl="1" indent="-285750">
              <a:buFont typeface="+mj-lt"/>
              <a:buAutoNum type="arabicPeriod"/>
            </a:pPr>
            <a:r>
              <a:rPr lang="en-ID" dirty="0" err="1"/>
              <a:t>Seberapa</a:t>
            </a:r>
            <a:r>
              <a:rPr lang="en-ID" dirty="0"/>
              <a:t> </a:t>
            </a:r>
            <a:r>
              <a:rPr lang="en-ID" dirty="0" err="1"/>
              <a:t>banyak</a:t>
            </a:r>
            <a:r>
              <a:rPr lang="en-ID" dirty="0"/>
              <a:t> </a:t>
            </a:r>
            <a:r>
              <a:rPr lang="en-ID" dirty="0" err="1"/>
              <a:t>sumber</a:t>
            </a:r>
            <a:r>
              <a:rPr lang="en-ID" dirty="0"/>
              <a:t> </a:t>
            </a:r>
            <a:r>
              <a:rPr lang="en-ID" dirty="0" err="1"/>
              <a:t>daya</a:t>
            </a:r>
            <a:r>
              <a:rPr lang="en-ID" dirty="0"/>
              <a:t> (RAM &amp; CPU) yang </a:t>
            </a:r>
            <a:r>
              <a:rPr lang="en-ID" dirty="0" err="1"/>
              <a:t>digunakan</a:t>
            </a:r>
            <a:r>
              <a:rPr lang="en-ID" dirty="0"/>
              <a:t> tools </a:t>
            </a:r>
            <a:r>
              <a:rPr lang="en-ID" dirty="0" err="1"/>
              <a:t>saat</a:t>
            </a:r>
            <a:r>
              <a:rPr lang="en-ID" dirty="0"/>
              <a:t> </a:t>
            </a:r>
            <a:r>
              <a:rPr lang="en-ID" dirty="0" err="1"/>
              <a:t>berjalan</a:t>
            </a:r>
            <a:r>
              <a:rPr lang="en-ID" dirty="0"/>
              <a:t>?</a:t>
            </a:r>
          </a:p>
          <a:p>
            <a:pPr marL="742950" lvl="1" indent="-285750">
              <a:buFont typeface="+mj-lt"/>
              <a:buAutoNum type="arabicPeriod"/>
            </a:pPr>
            <a:r>
              <a:rPr lang="en-ID" dirty="0" err="1"/>
              <a:t>Contoh</a:t>
            </a:r>
            <a:r>
              <a:rPr lang="en-ID" dirty="0"/>
              <a:t>: TensorFlow vs. </a:t>
            </a:r>
            <a:r>
              <a:rPr lang="en-ID" dirty="0" err="1"/>
              <a:t>PyTorch</a:t>
            </a:r>
            <a:r>
              <a:rPr lang="en-ID" dirty="0"/>
              <a:t> </a:t>
            </a:r>
            <a:r>
              <a:rPr lang="en-ID" dirty="0" err="1"/>
              <a:t>dalam</a:t>
            </a:r>
            <a:r>
              <a:rPr lang="en-ID" dirty="0"/>
              <a:t> training model AI → TensorFlow </a:t>
            </a:r>
            <a:r>
              <a:rPr lang="en-ID" dirty="0" err="1"/>
              <a:t>sering</a:t>
            </a:r>
            <a:r>
              <a:rPr lang="en-ID" dirty="0"/>
              <a:t> </a:t>
            </a:r>
            <a:r>
              <a:rPr lang="en-ID" dirty="0" err="1"/>
              <a:t>lebih</a:t>
            </a:r>
            <a:r>
              <a:rPr lang="en-ID" dirty="0"/>
              <a:t> optimal </a:t>
            </a:r>
            <a:r>
              <a:rPr lang="en-ID" dirty="0" err="1"/>
              <a:t>dalam</a:t>
            </a:r>
            <a:r>
              <a:rPr lang="en-ID" dirty="0"/>
              <a:t> </a:t>
            </a:r>
            <a:r>
              <a:rPr lang="en-ID" dirty="0" err="1"/>
              <a:t>penggunaan</a:t>
            </a:r>
            <a:r>
              <a:rPr lang="en-ID" dirty="0"/>
              <a:t> GPU.</a:t>
            </a:r>
          </a:p>
          <a:p>
            <a:pPr>
              <a:buFont typeface="+mj-lt"/>
              <a:buAutoNum type="arabicPeriod"/>
            </a:pPr>
            <a:r>
              <a:rPr lang="en-ID" b="1" dirty="0" err="1"/>
              <a:t>Akurasi</a:t>
            </a:r>
            <a:r>
              <a:rPr lang="en-ID" b="1" dirty="0"/>
              <a:t> Hasil</a:t>
            </a:r>
            <a:r>
              <a:rPr lang="en-ID" dirty="0"/>
              <a:t> (</a:t>
            </a:r>
            <a:r>
              <a:rPr lang="en-ID" dirty="0" err="1"/>
              <a:t>untuk</a:t>
            </a:r>
            <a:r>
              <a:rPr lang="en-ID" dirty="0"/>
              <a:t> AI dan data science)</a:t>
            </a:r>
          </a:p>
          <a:p>
            <a:pPr marL="742950" lvl="1" indent="-285750">
              <a:buFont typeface="+mj-lt"/>
              <a:buAutoNum type="arabicPeriod"/>
            </a:pPr>
            <a:r>
              <a:rPr lang="en-ID" dirty="0" err="1"/>
              <a:t>Seberapa</a:t>
            </a:r>
            <a:r>
              <a:rPr lang="en-ID" dirty="0"/>
              <a:t> </a:t>
            </a:r>
            <a:r>
              <a:rPr lang="en-ID" dirty="0" err="1"/>
              <a:t>akurat</a:t>
            </a:r>
            <a:r>
              <a:rPr lang="en-ID" dirty="0"/>
              <a:t> </a:t>
            </a:r>
            <a:r>
              <a:rPr lang="en-ID" dirty="0" err="1"/>
              <a:t>hasil</a:t>
            </a:r>
            <a:r>
              <a:rPr lang="en-ID" dirty="0"/>
              <a:t> yang </a:t>
            </a:r>
            <a:r>
              <a:rPr lang="en-ID" dirty="0" err="1"/>
              <a:t>diberikan</a:t>
            </a:r>
            <a:r>
              <a:rPr lang="en-ID" dirty="0"/>
              <a:t> oleh tools?</a:t>
            </a:r>
          </a:p>
          <a:p>
            <a:pPr marL="742950" lvl="1" indent="-285750">
              <a:buFont typeface="+mj-lt"/>
              <a:buAutoNum type="arabicPeriod"/>
            </a:pPr>
            <a:r>
              <a:rPr lang="en-ID" dirty="0" err="1"/>
              <a:t>Contoh</a:t>
            </a:r>
            <a:r>
              <a:rPr lang="en-ID" dirty="0"/>
              <a:t>: Model NLP </a:t>
            </a:r>
            <a:r>
              <a:rPr lang="en-ID" dirty="0" err="1"/>
              <a:t>diuji</a:t>
            </a:r>
            <a:r>
              <a:rPr lang="en-ID" dirty="0"/>
              <a:t> </a:t>
            </a:r>
            <a:r>
              <a:rPr lang="en-ID" dirty="0" err="1"/>
              <a:t>dengan</a:t>
            </a:r>
            <a:r>
              <a:rPr lang="en-ID" dirty="0"/>
              <a:t> </a:t>
            </a:r>
            <a:r>
              <a:rPr lang="en-ID" b="1" dirty="0"/>
              <a:t>BLEU Score</a:t>
            </a:r>
            <a:r>
              <a:rPr lang="en-ID" dirty="0"/>
              <a:t> </a:t>
            </a:r>
            <a:r>
              <a:rPr lang="en-ID" dirty="0" err="1"/>
              <a:t>atau</a:t>
            </a:r>
            <a:r>
              <a:rPr lang="en-ID" dirty="0"/>
              <a:t> </a:t>
            </a:r>
            <a:r>
              <a:rPr lang="en-ID" b="1" dirty="0"/>
              <a:t>ROUGE Score</a:t>
            </a:r>
            <a:r>
              <a:rPr lang="en-ID" dirty="0"/>
              <a:t> </a:t>
            </a:r>
            <a:r>
              <a:rPr lang="en-ID" dirty="0" err="1"/>
              <a:t>untuk</a:t>
            </a:r>
            <a:r>
              <a:rPr lang="en-ID" dirty="0"/>
              <a:t> </a:t>
            </a:r>
            <a:r>
              <a:rPr lang="en-ID" dirty="0" err="1"/>
              <a:t>mengevaluasi</a:t>
            </a:r>
            <a:r>
              <a:rPr lang="en-ID" dirty="0"/>
              <a:t> </a:t>
            </a:r>
            <a:r>
              <a:rPr lang="en-ID" dirty="0" err="1"/>
              <a:t>kualitas</a:t>
            </a:r>
            <a:r>
              <a:rPr lang="en-ID" dirty="0"/>
              <a:t> </a:t>
            </a:r>
            <a:r>
              <a:rPr lang="en-ID" dirty="0" err="1"/>
              <a:t>teks</a:t>
            </a:r>
            <a:r>
              <a:rPr lang="en-ID" dirty="0"/>
              <a:t> yang </a:t>
            </a:r>
            <a:r>
              <a:rPr lang="en-ID" dirty="0" err="1"/>
              <a:t>dihasilkan</a:t>
            </a:r>
            <a:r>
              <a:rPr lang="en-ID" dirty="0"/>
              <a:t>.</a:t>
            </a:r>
          </a:p>
          <a:p>
            <a:endParaRPr lang="en-ID" dirty="0"/>
          </a:p>
        </p:txBody>
      </p:sp>
    </p:spTree>
    <p:extLst>
      <p:ext uri="{BB962C8B-B14F-4D97-AF65-F5344CB8AC3E}">
        <p14:creationId xmlns:p14="http://schemas.microsoft.com/office/powerpoint/2010/main" val="40093353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8A0B6-40D8-F1D0-1D5B-F2487086E5D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3DC57D2-41DA-C4C7-9BD3-FADFD5E244B5}"/>
              </a:ext>
            </a:extLst>
          </p:cNvPr>
          <p:cNvSpPr txBox="1"/>
          <p:nvPr/>
        </p:nvSpPr>
        <p:spPr>
          <a:xfrm>
            <a:off x="762000" y="304800"/>
            <a:ext cx="3801041" cy="646331"/>
          </a:xfrm>
          <a:prstGeom prst="rect">
            <a:avLst/>
          </a:prstGeom>
          <a:noFill/>
        </p:spPr>
        <p:txBody>
          <a:bodyPr wrap="none" rtlCol="0">
            <a:spAutoFit/>
          </a:bodyPr>
          <a:lstStyle/>
          <a:p>
            <a:r>
              <a:rPr lang="en-ID" sz="3600" dirty="0" err="1">
                <a:solidFill>
                  <a:schemeClr val="bg1"/>
                </a:solidFill>
              </a:rPr>
              <a:t>Analisis</a:t>
            </a:r>
            <a:r>
              <a:rPr lang="en-ID" sz="3600" dirty="0">
                <a:solidFill>
                  <a:schemeClr val="bg1"/>
                </a:solidFill>
              </a:rPr>
              <a:t> Performa</a:t>
            </a:r>
          </a:p>
        </p:txBody>
      </p:sp>
      <p:sp>
        <p:nvSpPr>
          <p:cNvPr id="7" name="TextBox 6">
            <a:extLst>
              <a:ext uri="{FF2B5EF4-FFF2-40B4-BE49-F238E27FC236}">
                <a16:creationId xmlns:a16="http://schemas.microsoft.com/office/drawing/2014/main" id="{FF229C3C-A25E-0162-9C36-91D316069F90}"/>
              </a:ext>
            </a:extLst>
          </p:cNvPr>
          <p:cNvSpPr txBox="1"/>
          <p:nvPr/>
        </p:nvSpPr>
        <p:spPr>
          <a:xfrm>
            <a:off x="762000" y="1067336"/>
            <a:ext cx="10896600" cy="1477328"/>
          </a:xfrm>
          <a:prstGeom prst="rect">
            <a:avLst/>
          </a:prstGeom>
          <a:noFill/>
        </p:spPr>
        <p:txBody>
          <a:bodyPr wrap="square" rtlCol="0">
            <a:spAutoFit/>
          </a:bodyPr>
          <a:lstStyle/>
          <a:p>
            <a:pPr>
              <a:buNone/>
            </a:pPr>
            <a:r>
              <a:rPr lang="en-ID" b="1" dirty="0"/>
              <a:t>3. Tools yang </a:t>
            </a:r>
            <a:r>
              <a:rPr lang="en-ID" b="1" dirty="0" err="1"/>
              <a:t>Digunakan</a:t>
            </a:r>
            <a:r>
              <a:rPr lang="en-ID" b="1" dirty="0"/>
              <a:t> </a:t>
            </a:r>
            <a:r>
              <a:rPr lang="en-ID" b="1" dirty="0" err="1"/>
              <a:t>untuk</a:t>
            </a:r>
            <a:r>
              <a:rPr lang="en-ID" b="1" dirty="0"/>
              <a:t> </a:t>
            </a:r>
            <a:r>
              <a:rPr lang="en-ID" b="1" dirty="0" err="1"/>
              <a:t>Analisis</a:t>
            </a:r>
            <a:r>
              <a:rPr lang="en-ID" b="1" dirty="0"/>
              <a:t> Performa</a:t>
            </a:r>
          </a:p>
          <a:p>
            <a:r>
              <a:rPr lang="en-ID" dirty="0" err="1"/>
              <a:t>Berbagai</a:t>
            </a:r>
            <a:r>
              <a:rPr lang="en-ID" dirty="0"/>
              <a:t> tools </a:t>
            </a:r>
            <a:r>
              <a:rPr lang="en-ID" dirty="0" err="1"/>
              <a:t>digunakan</a:t>
            </a:r>
            <a:r>
              <a:rPr lang="en-ID" dirty="0"/>
              <a:t> </a:t>
            </a:r>
            <a:r>
              <a:rPr lang="en-ID" dirty="0" err="1"/>
              <a:t>untuk</a:t>
            </a:r>
            <a:r>
              <a:rPr lang="en-ID" dirty="0"/>
              <a:t> </a:t>
            </a:r>
            <a:r>
              <a:rPr lang="en-ID" dirty="0" err="1"/>
              <a:t>mengukur</a:t>
            </a:r>
            <a:r>
              <a:rPr lang="en-ID" dirty="0"/>
              <a:t> </a:t>
            </a:r>
            <a:r>
              <a:rPr lang="en-ID" dirty="0" err="1"/>
              <a:t>performa</a:t>
            </a:r>
            <a:r>
              <a:rPr lang="en-ID" dirty="0"/>
              <a:t> </a:t>
            </a:r>
            <a:r>
              <a:rPr lang="en-ID" dirty="0" err="1"/>
              <a:t>dalam</a:t>
            </a:r>
            <a:r>
              <a:rPr lang="en-ID" dirty="0"/>
              <a:t> </a:t>
            </a:r>
            <a:r>
              <a:rPr lang="en-ID" dirty="0" err="1"/>
              <a:t>aspek</a:t>
            </a:r>
            <a:r>
              <a:rPr lang="en-ID" dirty="0"/>
              <a:t> yang </a:t>
            </a:r>
            <a:r>
              <a:rPr lang="en-ID" dirty="0" err="1"/>
              <a:t>berbeda</a:t>
            </a:r>
            <a:r>
              <a:rPr lang="en-ID" dirty="0"/>
              <a:t>:</a:t>
            </a:r>
          </a:p>
          <a:p>
            <a:endParaRPr lang="en-ID" dirty="0"/>
          </a:p>
          <a:p>
            <a:endParaRPr lang="en-ID" dirty="0"/>
          </a:p>
          <a:p>
            <a:endParaRPr lang="en-ID" dirty="0"/>
          </a:p>
        </p:txBody>
      </p:sp>
      <p:pic>
        <p:nvPicPr>
          <p:cNvPr id="6" name="Picture 5">
            <a:extLst>
              <a:ext uri="{FF2B5EF4-FFF2-40B4-BE49-F238E27FC236}">
                <a16:creationId xmlns:a16="http://schemas.microsoft.com/office/drawing/2014/main" id="{29B39646-EFAE-E95E-6DBE-2DCDF7098667}"/>
              </a:ext>
            </a:extLst>
          </p:cNvPr>
          <p:cNvPicPr>
            <a:picLocks noChangeAspect="1"/>
          </p:cNvPicPr>
          <p:nvPr/>
        </p:nvPicPr>
        <p:blipFill>
          <a:blip r:embed="rId3"/>
          <a:stretch>
            <a:fillRect/>
          </a:stretch>
        </p:blipFill>
        <p:spPr>
          <a:xfrm>
            <a:off x="1524000" y="2016583"/>
            <a:ext cx="8134350" cy="2333625"/>
          </a:xfrm>
          <a:prstGeom prst="rect">
            <a:avLst/>
          </a:prstGeom>
        </p:spPr>
      </p:pic>
    </p:spTree>
    <p:extLst>
      <p:ext uri="{BB962C8B-B14F-4D97-AF65-F5344CB8AC3E}">
        <p14:creationId xmlns:p14="http://schemas.microsoft.com/office/powerpoint/2010/main" val="35886589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D4082-5C32-A50F-F598-22EF73EE2D7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F56BE6B-C4BD-A8C2-6550-6F07ABF63333}"/>
              </a:ext>
            </a:extLst>
          </p:cNvPr>
          <p:cNvSpPr txBox="1"/>
          <p:nvPr/>
        </p:nvSpPr>
        <p:spPr>
          <a:xfrm>
            <a:off x="762000" y="304800"/>
            <a:ext cx="4365298" cy="646331"/>
          </a:xfrm>
          <a:prstGeom prst="rect">
            <a:avLst/>
          </a:prstGeom>
          <a:noFill/>
        </p:spPr>
        <p:txBody>
          <a:bodyPr wrap="none" rtlCol="0">
            <a:spAutoFit/>
          </a:bodyPr>
          <a:lstStyle/>
          <a:p>
            <a:r>
              <a:rPr lang="en-ID" sz="3600" dirty="0" err="1">
                <a:solidFill>
                  <a:schemeClr val="bg1"/>
                </a:solidFill>
              </a:rPr>
              <a:t>Dokumentasi</a:t>
            </a:r>
            <a:r>
              <a:rPr lang="en-ID" sz="3600" dirty="0">
                <a:solidFill>
                  <a:schemeClr val="bg1"/>
                </a:solidFill>
              </a:rPr>
              <a:t> Teknis</a:t>
            </a:r>
          </a:p>
        </p:txBody>
      </p:sp>
      <p:sp>
        <p:nvSpPr>
          <p:cNvPr id="7" name="TextBox 6">
            <a:extLst>
              <a:ext uri="{FF2B5EF4-FFF2-40B4-BE49-F238E27FC236}">
                <a16:creationId xmlns:a16="http://schemas.microsoft.com/office/drawing/2014/main" id="{E5172833-635D-E992-12DE-32B577D5E565}"/>
              </a:ext>
            </a:extLst>
          </p:cNvPr>
          <p:cNvSpPr txBox="1"/>
          <p:nvPr/>
        </p:nvSpPr>
        <p:spPr>
          <a:xfrm>
            <a:off x="762000" y="931466"/>
            <a:ext cx="10896600" cy="5355312"/>
          </a:xfrm>
          <a:prstGeom prst="rect">
            <a:avLst/>
          </a:prstGeom>
          <a:noFill/>
        </p:spPr>
        <p:txBody>
          <a:bodyPr wrap="square" rtlCol="0">
            <a:spAutoFit/>
          </a:bodyPr>
          <a:lstStyle/>
          <a:p>
            <a:r>
              <a:rPr lang="en-ID" b="1" dirty="0" err="1"/>
              <a:t>Dokumentasi</a:t>
            </a:r>
            <a:r>
              <a:rPr lang="en-ID" b="1" dirty="0"/>
              <a:t> Teknis</a:t>
            </a:r>
            <a:r>
              <a:rPr lang="en-ID" dirty="0"/>
              <a:t> </a:t>
            </a:r>
            <a:r>
              <a:rPr lang="en-ID" dirty="0" err="1"/>
              <a:t>adalah</a:t>
            </a:r>
            <a:r>
              <a:rPr lang="en-ID" dirty="0"/>
              <a:t> </a:t>
            </a:r>
            <a:r>
              <a:rPr lang="en-ID" dirty="0" err="1"/>
              <a:t>panduan</a:t>
            </a:r>
            <a:r>
              <a:rPr lang="en-ID" dirty="0"/>
              <a:t> yang </a:t>
            </a:r>
            <a:r>
              <a:rPr lang="en-ID" dirty="0" err="1"/>
              <a:t>menjelaskan</a:t>
            </a:r>
            <a:r>
              <a:rPr lang="en-ID" dirty="0"/>
              <a:t> </a:t>
            </a:r>
            <a:r>
              <a:rPr lang="en-ID" dirty="0" err="1"/>
              <a:t>cara</a:t>
            </a:r>
            <a:r>
              <a:rPr lang="en-ID" dirty="0"/>
              <a:t> </a:t>
            </a:r>
            <a:r>
              <a:rPr lang="en-ID" dirty="0" err="1"/>
              <a:t>menggunakan</a:t>
            </a:r>
            <a:r>
              <a:rPr lang="en-ID" dirty="0"/>
              <a:t>, </a:t>
            </a:r>
            <a:r>
              <a:rPr lang="en-ID" dirty="0" err="1"/>
              <a:t>mengonfigurasi</a:t>
            </a:r>
            <a:r>
              <a:rPr lang="en-ID" dirty="0"/>
              <a:t>, dan </a:t>
            </a:r>
            <a:r>
              <a:rPr lang="en-ID" dirty="0" err="1"/>
              <a:t>menyelesaikan</a:t>
            </a:r>
            <a:r>
              <a:rPr lang="en-ID" dirty="0"/>
              <a:t> </a:t>
            </a:r>
            <a:r>
              <a:rPr lang="en-ID" dirty="0" err="1"/>
              <a:t>masalah</a:t>
            </a:r>
            <a:r>
              <a:rPr lang="en-ID" dirty="0"/>
              <a:t> </a:t>
            </a:r>
            <a:r>
              <a:rPr lang="en-ID" dirty="0" err="1"/>
              <a:t>terkait</a:t>
            </a:r>
            <a:r>
              <a:rPr lang="en-ID" dirty="0"/>
              <a:t> </a:t>
            </a:r>
            <a:r>
              <a:rPr lang="en-ID" dirty="0" err="1"/>
              <a:t>suatu</a:t>
            </a:r>
            <a:r>
              <a:rPr lang="en-ID" dirty="0"/>
              <a:t> tools </a:t>
            </a:r>
            <a:r>
              <a:rPr lang="en-ID" dirty="0" err="1"/>
              <a:t>atau</a:t>
            </a:r>
            <a:r>
              <a:rPr lang="en-ID" dirty="0"/>
              <a:t> software. </a:t>
            </a:r>
            <a:r>
              <a:rPr lang="en-ID" dirty="0" err="1"/>
              <a:t>Dokumentasi</a:t>
            </a:r>
            <a:r>
              <a:rPr lang="en-ID" dirty="0"/>
              <a:t> </a:t>
            </a:r>
            <a:r>
              <a:rPr lang="en-ID" dirty="0" err="1"/>
              <a:t>ini</a:t>
            </a:r>
            <a:r>
              <a:rPr lang="en-ID" dirty="0"/>
              <a:t> </a:t>
            </a:r>
            <a:r>
              <a:rPr lang="en-ID" dirty="0" err="1"/>
              <a:t>membantu</a:t>
            </a:r>
            <a:r>
              <a:rPr lang="en-ID" dirty="0"/>
              <a:t> </a:t>
            </a:r>
            <a:r>
              <a:rPr lang="en-ID" dirty="0" err="1"/>
              <a:t>pengembang</a:t>
            </a:r>
            <a:r>
              <a:rPr lang="en-ID" dirty="0"/>
              <a:t>, </a:t>
            </a:r>
            <a:r>
              <a:rPr lang="en-ID" dirty="0" err="1"/>
              <a:t>pengguna</a:t>
            </a:r>
            <a:r>
              <a:rPr lang="en-ID" dirty="0"/>
              <a:t>, dan </a:t>
            </a:r>
            <a:r>
              <a:rPr lang="en-ID" dirty="0" err="1"/>
              <a:t>tim</a:t>
            </a:r>
            <a:r>
              <a:rPr lang="en-ID" dirty="0"/>
              <a:t> </a:t>
            </a:r>
            <a:r>
              <a:rPr lang="en-ID" dirty="0" err="1"/>
              <a:t>teknis</a:t>
            </a:r>
            <a:r>
              <a:rPr lang="en-ID" dirty="0"/>
              <a:t> </a:t>
            </a:r>
            <a:r>
              <a:rPr lang="en-ID" dirty="0" err="1"/>
              <a:t>dalam</a:t>
            </a:r>
            <a:r>
              <a:rPr lang="en-ID" dirty="0"/>
              <a:t> </a:t>
            </a:r>
            <a:r>
              <a:rPr lang="en-ID" dirty="0" err="1"/>
              <a:t>memahami</a:t>
            </a:r>
            <a:r>
              <a:rPr lang="en-ID" dirty="0"/>
              <a:t> </a:t>
            </a:r>
            <a:r>
              <a:rPr lang="en-ID" dirty="0" err="1"/>
              <a:t>fungsionalitas</a:t>
            </a:r>
            <a:r>
              <a:rPr lang="en-ID" dirty="0"/>
              <a:t> dan </a:t>
            </a:r>
            <a:r>
              <a:rPr lang="en-ID" dirty="0" err="1"/>
              <a:t>penerapan</a:t>
            </a:r>
            <a:r>
              <a:rPr lang="en-ID" dirty="0"/>
              <a:t> tools </a:t>
            </a:r>
            <a:r>
              <a:rPr lang="en-ID" dirty="0" err="1"/>
              <a:t>dengan</a:t>
            </a:r>
            <a:r>
              <a:rPr lang="en-ID" dirty="0"/>
              <a:t> </a:t>
            </a:r>
            <a:r>
              <a:rPr lang="en-ID" dirty="0" err="1"/>
              <a:t>lebih</a:t>
            </a:r>
            <a:r>
              <a:rPr lang="en-ID" dirty="0"/>
              <a:t> </a:t>
            </a:r>
            <a:r>
              <a:rPr lang="en-ID" dirty="0" err="1"/>
              <a:t>mudah</a:t>
            </a:r>
            <a:r>
              <a:rPr lang="en-ID" dirty="0"/>
              <a:t>.</a:t>
            </a:r>
          </a:p>
          <a:p>
            <a:endParaRPr lang="en-ID" dirty="0"/>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1. Struktur Dokumentasi yang </a:t>
            </a:r>
            <a:r>
              <a:rPr kumimoji="0" lang="en-US" altLang="en-US" b="1" i="0" u="none" strike="noStrike" cap="none" normalizeH="0" baseline="0" dirty="0" err="1">
                <a:ln>
                  <a:noFill/>
                </a:ln>
                <a:solidFill>
                  <a:schemeClr val="tx1"/>
                </a:solidFill>
                <a:effectLst/>
                <a:latin typeface="Arial" panose="020B0604020202020204" pitchFamily="34" charset="0"/>
              </a:rPr>
              <a:t>Direkomendasikan</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Dokumentasi </a:t>
            </a:r>
            <a:r>
              <a:rPr kumimoji="0" lang="en-US" altLang="en-US" b="0" i="0" u="none" strike="noStrike" cap="none" normalizeH="0" baseline="0" dirty="0" err="1">
                <a:ln>
                  <a:noFill/>
                </a:ln>
                <a:solidFill>
                  <a:schemeClr val="tx1"/>
                </a:solidFill>
                <a:effectLst/>
                <a:latin typeface="Arial" panose="020B0604020202020204" pitchFamily="34" charset="0"/>
              </a:rPr>
              <a:t>teknis</a:t>
            </a:r>
            <a:r>
              <a:rPr kumimoji="0" lang="en-US" altLang="en-US" b="0" i="0" u="none" strike="noStrike" cap="none" normalizeH="0" baseline="0" dirty="0">
                <a:ln>
                  <a:noFill/>
                </a:ln>
                <a:solidFill>
                  <a:schemeClr val="tx1"/>
                </a:solidFill>
                <a:effectLst/>
                <a:latin typeface="Arial" panose="020B0604020202020204" pitchFamily="34" charset="0"/>
              </a:rPr>
              <a:t> biasanya </a:t>
            </a:r>
            <a:r>
              <a:rPr kumimoji="0" lang="en-US" altLang="en-US" b="0" i="0" u="none" strike="noStrike" cap="none" normalizeH="0" baseline="0" dirty="0" err="1">
                <a:ln>
                  <a:noFill/>
                </a:ln>
                <a:solidFill>
                  <a:schemeClr val="tx1"/>
                </a:solidFill>
                <a:effectLst/>
                <a:latin typeface="Arial" panose="020B0604020202020204" pitchFamily="34" charset="0"/>
              </a:rPr>
              <a:t>memiliki</a:t>
            </a:r>
            <a:r>
              <a:rPr kumimoji="0" lang="en-US" altLang="en-US" b="0" i="0" u="none" strike="noStrike" cap="none" normalizeH="0" baseline="0" dirty="0">
                <a:ln>
                  <a:noFill/>
                </a:ln>
                <a:solidFill>
                  <a:schemeClr val="tx1"/>
                </a:solidFill>
                <a:effectLst/>
                <a:latin typeface="Arial" panose="020B0604020202020204" pitchFamily="34" charset="0"/>
              </a:rPr>
              <a:t> struktur sebagai berikut:</a:t>
            </a:r>
          </a:p>
          <a:p>
            <a:pPr lvl="3" algn="l" rtl="0" eaLnBrk="0" fontAlgn="base" hangingPunct="0">
              <a:spcBef>
                <a:spcPct val="0"/>
              </a:spcBef>
              <a:spcAft>
                <a:spcPct val="0"/>
              </a:spcAft>
              <a:buFontTx/>
              <a:buAutoNum type="arabicPeriod"/>
            </a:pPr>
            <a:r>
              <a:rPr kumimoji="0" lang="en-US" altLang="en-US" b="1" i="0" u="none" strike="noStrike" cap="none" normalizeH="0" baseline="0" dirty="0" err="1">
                <a:ln>
                  <a:noFill/>
                </a:ln>
                <a:solidFill>
                  <a:schemeClr val="tx1"/>
                </a:solidFill>
                <a:effectLst/>
                <a:latin typeface="Arial" panose="020B0604020202020204" pitchFamily="34" charset="0"/>
              </a:rPr>
              <a:t>Pendahuluan</a:t>
            </a:r>
            <a:r>
              <a:rPr kumimoji="0" lang="en-US" altLang="en-US" b="1" i="0" u="none" strike="noStrike" cap="none" normalizeH="0" baseline="0" dirty="0">
                <a:ln>
                  <a:noFill/>
                </a:ln>
                <a:solidFill>
                  <a:schemeClr val="tx1"/>
                </a:solidFill>
                <a:effectLst/>
                <a:latin typeface="Arial" panose="020B0604020202020204" pitchFamily="34" charset="0"/>
              </a:rPr>
              <a:t> &amp; Tujuan Penggunaan</a:t>
            </a:r>
            <a:endParaRPr kumimoji="0" lang="en-US" altLang="en-US" b="0" i="0" u="none" strike="noStrike" cap="none" normalizeH="0" baseline="0" dirty="0">
              <a:ln>
                <a:noFill/>
              </a:ln>
              <a:solidFill>
                <a:schemeClr val="tx1"/>
              </a:solidFill>
              <a:effectLst/>
              <a:latin typeface="Arial" panose="020B0604020202020204" pitchFamily="34" charset="0"/>
            </a:endParaRPr>
          </a:p>
          <a:p>
            <a:pPr marL="457200" lvl="4" algn="l" rtl="0"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Menjelaskan </a:t>
            </a:r>
            <a:r>
              <a:rPr kumimoji="0" lang="en-US" altLang="en-US" b="0" i="0" u="none" strike="noStrike" cap="none" normalizeH="0" baseline="0" dirty="0" err="1">
                <a:ln>
                  <a:noFill/>
                </a:ln>
                <a:solidFill>
                  <a:schemeClr val="tx1"/>
                </a:solidFill>
                <a:effectLst/>
                <a:latin typeface="Arial" panose="020B0604020202020204" pitchFamily="34" charset="0"/>
              </a:rPr>
              <a:t>apa</a:t>
            </a:r>
            <a:r>
              <a:rPr kumimoji="0" lang="en-US" altLang="en-US" b="0" i="0" u="none" strike="noStrike" cap="none" normalizeH="0" baseline="0" dirty="0">
                <a:ln>
                  <a:noFill/>
                </a:ln>
                <a:solidFill>
                  <a:schemeClr val="tx1"/>
                </a:solidFill>
                <a:effectLst/>
                <a:latin typeface="Arial" panose="020B0604020202020204" pitchFamily="34" charset="0"/>
              </a:rPr>
              <a:t> itu tools dan manfaatnya. </a:t>
            </a:r>
          </a:p>
          <a:p>
            <a:pPr marL="457200" lvl="4" algn="l" rtl="0"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Contoh: "Library ini </a:t>
            </a:r>
            <a:r>
              <a:rPr kumimoji="0" lang="en-US" altLang="en-US" b="0" i="0" u="none" strike="noStrike" cap="none" normalizeH="0" baseline="0" dirty="0" err="1">
                <a:ln>
                  <a:noFill/>
                </a:ln>
                <a:solidFill>
                  <a:schemeClr val="tx1"/>
                </a:solidFill>
                <a:effectLst/>
                <a:latin typeface="Arial" panose="020B0604020202020204" pitchFamily="34" charset="0"/>
              </a:rPr>
              <a:t>digunakan</a:t>
            </a:r>
            <a:r>
              <a:rPr kumimoji="0" lang="en-US" altLang="en-US" b="0" i="0" u="none" strike="noStrike" cap="none" normalizeH="0" baseline="0" dirty="0">
                <a:ln>
                  <a:noFill/>
                </a:ln>
                <a:solidFill>
                  <a:schemeClr val="tx1"/>
                </a:solidFill>
                <a:effectLst/>
                <a:latin typeface="Arial" panose="020B0604020202020204" pitchFamily="34" charset="0"/>
              </a:rPr>
              <a:t> untuk </a:t>
            </a:r>
            <a:r>
              <a:rPr kumimoji="0" lang="en-US" altLang="en-US" b="0" i="0" u="none" strike="noStrike" cap="none" normalizeH="0" baseline="0" dirty="0" err="1">
                <a:ln>
                  <a:noFill/>
                </a:ln>
                <a:solidFill>
                  <a:schemeClr val="tx1"/>
                </a:solidFill>
                <a:effectLst/>
                <a:latin typeface="Arial" panose="020B0604020202020204" pitchFamily="34" charset="0"/>
              </a:rPr>
              <a:t>pemrosesan</a:t>
            </a:r>
            <a:r>
              <a:rPr kumimoji="0" lang="en-US" altLang="en-US" b="0" i="0" u="none" strike="noStrike" cap="none" normalizeH="0" baseline="0" dirty="0">
                <a:ln>
                  <a:noFill/>
                </a:ln>
                <a:solidFill>
                  <a:schemeClr val="tx1"/>
                </a:solidFill>
                <a:effectLst/>
                <a:latin typeface="Arial" panose="020B0604020202020204" pitchFamily="34" charset="0"/>
              </a:rPr>
              <a:t> teks dalam NLP." </a:t>
            </a:r>
          </a:p>
          <a:p>
            <a:pPr lvl="3" algn="l" rtl="0" eaLnBrk="0" fontAlgn="base" hangingPunct="0">
              <a:spcBef>
                <a:spcPct val="0"/>
              </a:spcBef>
              <a:spcAft>
                <a:spcPct val="0"/>
              </a:spcAft>
              <a:buFontTx/>
              <a:buAutoNum type="arabicPeriod" startAt="2"/>
            </a:pPr>
            <a:r>
              <a:rPr kumimoji="0" lang="en-US" altLang="en-US" b="1" i="0" u="none" strike="noStrike" cap="none" normalizeH="0" baseline="0" dirty="0" err="1">
                <a:ln>
                  <a:noFill/>
                </a:ln>
                <a:solidFill>
                  <a:schemeClr val="tx1"/>
                </a:solidFill>
                <a:effectLst/>
                <a:latin typeface="Arial" panose="020B0604020202020204" pitchFamily="34" charset="0"/>
              </a:rPr>
              <a:t>Instalasi</a:t>
            </a:r>
            <a:r>
              <a:rPr kumimoji="0" lang="en-US" altLang="en-US" b="1" i="0" u="none" strike="noStrike" cap="none" normalizeH="0" baseline="0" dirty="0">
                <a:ln>
                  <a:noFill/>
                </a:ln>
                <a:solidFill>
                  <a:schemeClr val="tx1"/>
                </a:solidFill>
                <a:effectLst/>
                <a:latin typeface="Arial" panose="020B0604020202020204" pitchFamily="34" charset="0"/>
              </a:rPr>
              <a:t> dan Setup</a:t>
            </a:r>
            <a:endParaRPr kumimoji="0" lang="en-US" altLang="en-US" b="0" i="0" u="none" strike="noStrike" cap="none" normalizeH="0" baseline="0" dirty="0">
              <a:ln>
                <a:noFill/>
              </a:ln>
              <a:solidFill>
                <a:schemeClr val="tx1"/>
              </a:solidFill>
              <a:effectLst/>
              <a:latin typeface="Arial" panose="020B0604020202020204" pitchFamily="34" charset="0"/>
            </a:endParaRPr>
          </a:p>
          <a:p>
            <a:pPr marL="457200" lvl="4" algn="l" rtl="0"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Langkah-langkah </a:t>
            </a:r>
            <a:r>
              <a:rPr kumimoji="0" lang="en-US" altLang="en-US" b="0" i="0" u="none" strike="noStrike" cap="none" normalizeH="0" baseline="0" dirty="0" err="1">
                <a:ln>
                  <a:noFill/>
                </a:ln>
                <a:solidFill>
                  <a:schemeClr val="tx1"/>
                </a:solidFill>
                <a:effectLst/>
                <a:latin typeface="Arial" panose="020B0604020202020204" pitchFamily="34" charset="0"/>
              </a:rPr>
              <a:t>menginstal</a:t>
            </a:r>
            <a:r>
              <a:rPr kumimoji="0" lang="en-US" altLang="en-US" b="0" i="0" u="none" strike="noStrike" cap="none" normalizeH="0" baseline="0" dirty="0">
                <a:ln>
                  <a:noFill/>
                </a:ln>
                <a:solidFill>
                  <a:schemeClr val="tx1"/>
                </a:solidFill>
                <a:effectLst/>
                <a:latin typeface="Arial" panose="020B0604020202020204" pitchFamily="34" charset="0"/>
              </a:rPr>
              <a:t> tools di </a:t>
            </a:r>
            <a:r>
              <a:rPr kumimoji="0" lang="en-US" altLang="en-US" b="0" i="0" u="none" strike="noStrike" cap="none" normalizeH="0" baseline="0" dirty="0" err="1">
                <a:ln>
                  <a:noFill/>
                </a:ln>
                <a:solidFill>
                  <a:schemeClr val="tx1"/>
                </a:solidFill>
                <a:effectLst/>
                <a:latin typeface="Arial" panose="020B0604020202020204" pitchFamily="34" charset="0"/>
              </a:rPr>
              <a:t>berbagai</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lingkungan</a:t>
            </a:r>
            <a:r>
              <a:rPr kumimoji="0" lang="en-US" altLang="en-US" b="0" i="0" u="none" strike="noStrike" cap="none" normalizeH="0" baseline="0" dirty="0">
                <a:ln>
                  <a:noFill/>
                </a:ln>
                <a:solidFill>
                  <a:schemeClr val="tx1"/>
                </a:solidFill>
                <a:effectLst/>
                <a:latin typeface="Arial" panose="020B0604020202020204" pitchFamily="34" charset="0"/>
              </a:rPr>
              <a:t> (Windows, Linux, Mac). </a:t>
            </a:r>
          </a:p>
          <a:p>
            <a:pPr marL="457200" lvl="4" algn="l" rtl="0"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Contoh: </a:t>
            </a:r>
            <a:endParaRPr kumimoji="0" lang="en-US" altLang="en-US" sz="1000" b="0" i="0" u="none" strike="noStrike" cap="none" normalizeH="0" baseline="0" dirty="0">
              <a:ln>
                <a:noFill/>
              </a:ln>
              <a:solidFill>
                <a:schemeClr val="tx1"/>
              </a:solidFill>
              <a:effectLst/>
              <a:latin typeface="Arial Unicode MS"/>
            </a:endParaRPr>
          </a:p>
          <a:p>
            <a:r>
              <a:rPr lang="en-ID" dirty="0"/>
              <a:t>	</a:t>
            </a:r>
          </a:p>
          <a:p>
            <a:endParaRPr lang="en-ID" dirty="0"/>
          </a:p>
          <a:p>
            <a:endParaRPr lang="en-ID" dirty="0"/>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3.Contoh Kode Dasar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61963" marR="0" lvl="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Menyediakan</a:t>
            </a:r>
            <a:r>
              <a:rPr kumimoji="0" lang="en-US" altLang="en-US" sz="1800" b="0" i="0" u="none" strike="noStrike" cap="none" normalizeH="0" baseline="0" dirty="0">
                <a:ln>
                  <a:noFill/>
                </a:ln>
                <a:solidFill>
                  <a:schemeClr val="tx1"/>
                </a:solidFill>
                <a:effectLst/>
                <a:latin typeface="Arial" panose="020B0604020202020204" pitchFamily="34" charset="0"/>
              </a:rPr>
              <a:t> snippet kode untuk penggunaan </a:t>
            </a:r>
            <a:r>
              <a:rPr kumimoji="0" lang="en-US" altLang="en-US" sz="1800" b="0" i="0" u="none" strike="noStrike" cap="none" normalizeH="0" baseline="0" dirty="0" err="1">
                <a:ln>
                  <a:noFill/>
                </a:ln>
                <a:solidFill>
                  <a:schemeClr val="tx1"/>
                </a:solidFill>
                <a:effectLst/>
                <a:latin typeface="Arial" panose="020B0604020202020204" pitchFamily="34" charset="0"/>
              </a:rPr>
              <a:t>dasar</a:t>
            </a:r>
            <a:r>
              <a:rPr kumimoji="0" lang="en-US" altLang="en-US" sz="1800" b="0" i="0" u="none" strike="noStrike" cap="none" normalizeH="0" baseline="0" dirty="0">
                <a:ln>
                  <a:noFill/>
                </a:ln>
                <a:solidFill>
                  <a:schemeClr val="tx1"/>
                </a:solidFill>
                <a:effectLst/>
                <a:latin typeface="Arial" panose="020B0604020202020204" pitchFamily="34" charset="0"/>
              </a:rPr>
              <a:t> tools. </a:t>
            </a:r>
          </a:p>
          <a:p>
            <a:pPr marL="461963" marR="0" lvl="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Contoh: </a:t>
            </a:r>
            <a:endParaRPr lang="en-US" altLang="en-US" dirty="0">
              <a:solidFill>
                <a:schemeClr val="tx1"/>
              </a:solidFill>
              <a:latin typeface="Arial" panose="020B0604020202020204" pitchFamily="34" charset="0"/>
            </a:endParaRPr>
          </a:p>
          <a:p>
            <a:pPr marL="461963" lvl="2" algn="l" rtl="0"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	</a:t>
            </a:r>
            <a:endParaRPr lang="en-ID" dirty="0"/>
          </a:p>
        </p:txBody>
      </p:sp>
      <p:sp>
        <p:nvSpPr>
          <p:cNvPr id="6" name="Rectangle 4">
            <a:extLst>
              <a:ext uri="{FF2B5EF4-FFF2-40B4-BE49-F238E27FC236}">
                <a16:creationId xmlns:a16="http://schemas.microsoft.com/office/drawing/2014/main" id="{A9531275-4136-10C5-0D91-C73A45E5686B}"/>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334CF8F3-D3B4-2F1F-A0DE-1BC239452710}"/>
              </a:ext>
            </a:extLst>
          </p:cNvPr>
          <p:cNvPicPr>
            <a:picLocks noChangeAspect="1"/>
          </p:cNvPicPr>
          <p:nvPr/>
        </p:nvPicPr>
        <p:blipFill>
          <a:blip r:embed="rId3"/>
          <a:stretch>
            <a:fillRect/>
          </a:stretch>
        </p:blipFill>
        <p:spPr>
          <a:xfrm>
            <a:off x="3657600" y="4114800"/>
            <a:ext cx="2514600" cy="863346"/>
          </a:xfrm>
          <a:prstGeom prst="rect">
            <a:avLst/>
          </a:prstGeom>
        </p:spPr>
      </p:pic>
      <p:pic>
        <p:nvPicPr>
          <p:cNvPr id="11" name="Picture 10">
            <a:extLst>
              <a:ext uri="{FF2B5EF4-FFF2-40B4-BE49-F238E27FC236}">
                <a16:creationId xmlns:a16="http://schemas.microsoft.com/office/drawing/2014/main" id="{D5C6659D-86DE-47F0-7DB5-60616BC2CE93}"/>
              </a:ext>
            </a:extLst>
          </p:cNvPr>
          <p:cNvPicPr>
            <a:picLocks noChangeAspect="1"/>
          </p:cNvPicPr>
          <p:nvPr/>
        </p:nvPicPr>
        <p:blipFill>
          <a:blip r:embed="rId4"/>
          <a:stretch>
            <a:fillRect/>
          </a:stretch>
        </p:blipFill>
        <p:spPr>
          <a:xfrm>
            <a:off x="3486150" y="5820053"/>
            <a:ext cx="2857500" cy="933450"/>
          </a:xfrm>
          <a:prstGeom prst="rect">
            <a:avLst/>
          </a:prstGeom>
        </p:spPr>
      </p:pic>
    </p:spTree>
    <p:extLst>
      <p:ext uri="{BB962C8B-B14F-4D97-AF65-F5344CB8AC3E}">
        <p14:creationId xmlns:p14="http://schemas.microsoft.com/office/powerpoint/2010/main" val="26719421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D82A4-89E7-1D2F-F605-5EF0038C089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32081BF-E40A-EA06-3255-A646DD0E2968}"/>
              </a:ext>
            </a:extLst>
          </p:cNvPr>
          <p:cNvSpPr txBox="1"/>
          <p:nvPr/>
        </p:nvSpPr>
        <p:spPr>
          <a:xfrm>
            <a:off x="762000" y="304800"/>
            <a:ext cx="4365298" cy="646331"/>
          </a:xfrm>
          <a:prstGeom prst="rect">
            <a:avLst/>
          </a:prstGeom>
          <a:noFill/>
        </p:spPr>
        <p:txBody>
          <a:bodyPr wrap="none" rtlCol="0">
            <a:spAutoFit/>
          </a:bodyPr>
          <a:lstStyle/>
          <a:p>
            <a:r>
              <a:rPr lang="en-ID" sz="3600" dirty="0" err="1">
                <a:solidFill>
                  <a:schemeClr val="bg1"/>
                </a:solidFill>
              </a:rPr>
              <a:t>Dokumentasi</a:t>
            </a:r>
            <a:r>
              <a:rPr lang="en-ID" sz="3600" dirty="0">
                <a:solidFill>
                  <a:schemeClr val="bg1"/>
                </a:solidFill>
              </a:rPr>
              <a:t> Teknis</a:t>
            </a:r>
          </a:p>
        </p:txBody>
      </p:sp>
      <p:sp>
        <p:nvSpPr>
          <p:cNvPr id="2" name="Rectangle 1">
            <a:extLst>
              <a:ext uri="{FF2B5EF4-FFF2-40B4-BE49-F238E27FC236}">
                <a16:creationId xmlns:a16="http://schemas.microsoft.com/office/drawing/2014/main" id="{F3313EAC-58BD-4991-641D-B6A1EF76DFE6}"/>
              </a:ext>
            </a:extLst>
          </p:cNvPr>
          <p:cNvSpPr>
            <a:spLocks noChangeArrowheads="1"/>
          </p:cNvSpPr>
          <p:nvPr/>
        </p:nvSpPr>
        <p:spPr bwMode="auto">
          <a:xfrm>
            <a:off x="838200" y="1066800"/>
            <a:ext cx="1106585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4. </a:t>
            </a:r>
            <a:r>
              <a:rPr kumimoji="0" lang="en-US" altLang="en-US" sz="1800" b="1" i="0" u="none" strike="noStrike" cap="none" normalizeH="0" baseline="0" dirty="0" err="1">
                <a:ln>
                  <a:noFill/>
                </a:ln>
                <a:solidFill>
                  <a:schemeClr val="tx1"/>
                </a:solidFill>
                <a:effectLst/>
                <a:latin typeface="Arial" panose="020B0604020202020204" pitchFamily="34" charset="0"/>
              </a:rPr>
              <a:t>Konfigurasi</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Lanjutan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Pengaturan</a:t>
            </a:r>
            <a:r>
              <a:rPr kumimoji="0" lang="en-US" altLang="en-US" sz="1800" b="0" i="0" u="none" strike="noStrike" cap="none" normalizeH="0" baseline="0" dirty="0">
                <a:ln>
                  <a:noFill/>
                </a:ln>
                <a:solidFill>
                  <a:schemeClr val="tx1"/>
                </a:solidFill>
                <a:effectLst/>
                <a:latin typeface="Arial" panose="020B0604020202020204" pitchFamily="34" charset="0"/>
              </a:rPr>
              <a:t> tambahan seperti </a:t>
            </a:r>
            <a:r>
              <a:rPr kumimoji="0" lang="en-US" altLang="en-US" sz="1800" b="0" i="0" u="none" strike="noStrike" cap="none" normalizeH="0" baseline="0" dirty="0" err="1">
                <a:ln>
                  <a:noFill/>
                </a:ln>
                <a:solidFill>
                  <a:schemeClr val="tx1"/>
                </a:solidFill>
                <a:effectLst/>
                <a:latin typeface="Arial" panose="020B0604020202020204" pitchFamily="34" charset="0"/>
              </a:rPr>
              <a:t>optimasi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performa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integrasi</a:t>
            </a:r>
            <a:r>
              <a:rPr kumimoji="0" lang="en-US" altLang="en-US" sz="1800" b="0" i="0" u="none" strike="noStrike" cap="none" normalizeH="0" baseline="0" dirty="0">
                <a:ln>
                  <a:noFill/>
                </a:ln>
                <a:solidFill>
                  <a:schemeClr val="tx1"/>
                </a:solidFill>
                <a:effectLst/>
                <a:latin typeface="Arial" panose="020B0604020202020204" pitchFamily="34" charset="0"/>
              </a:rPr>
              <a:t> dengan sistem lain, atau parameter </a:t>
            </a:r>
            <a:r>
              <a:rPr kumimoji="0" lang="en-US" altLang="en-US" sz="1800" b="0" i="0" u="none" strike="noStrike" cap="none" normalizeH="0" baseline="0" dirty="0" err="1">
                <a:ln>
                  <a:noFill/>
                </a:ln>
                <a:solidFill>
                  <a:schemeClr val="tx1"/>
                </a:solidFill>
                <a:effectLst/>
                <a:latin typeface="Arial" panose="020B0604020202020204" pitchFamily="34" charset="0"/>
              </a:rPr>
              <a:t>spesifik</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Contoh: </a:t>
            </a:r>
            <a:r>
              <a:rPr kumimoji="0" lang="en-US" altLang="en-US" sz="1800" b="0" i="0" u="none" strike="noStrike" cap="none" normalizeH="0" baseline="0" dirty="0" err="1">
                <a:ln>
                  <a:noFill/>
                </a:ln>
                <a:solidFill>
                  <a:schemeClr val="tx1"/>
                </a:solidFill>
                <a:effectLst/>
                <a:latin typeface="Arial" panose="020B0604020202020204" pitchFamily="34" charset="0"/>
              </a:rPr>
              <a:t>Mengatur</a:t>
            </a:r>
            <a:r>
              <a:rPr kumimoji="0" lang="en-US" altLang="en-US" sz="1800" b="0" i="0" u="none" strike="noStrike" cap="none" normalizeH="0" baseline="0" dirty="0">
                <a:ln>
                  <a:noFill/>
                </a:ln>
                <a:solidFill>
                  <a:schemeClr val="tx1"/>
                </a:solidFill>
                <a:effectLst/>
                <a:latin typeface="Arial" panose="020B0604020202020204" pitchFamily="34" charset="0"/>
              </a:rPr>
              <a:t> batch size dalam deep learning model.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5. Troubleshooting Umum</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Solusi untuk error atau masalah yang </a:t>
            </a:r>
            <a:r>
              <a:rPr kumimoji="0" lang="en-US" altLang="en-US" sz="1800" b="0" i="0" u="none" strike="noStrike" cap="none" normalizeH="0" baseline="0" dirty="0" err="1">
                <a:ln>
                  <a:noFill/>
                </a:ln>
                <a:solidFill>
                  <a:schemeClr val="tx1"/>
                </a:solidFill>
                <a:effectLst/>
                <a:latin typeface="Arial" panose="020B0604020202020204" pitchFamily="34" charset="0"/>
              </a:rPr>
              <a:t>sering</a:t>
            </a:r>
            <a:r>
              <a:rPr kumimoji="0" lang="en-US" altLang="en-US" sz="1800" b="0" i="0" u="none" strike="noStrike" cap="none" normalizeH="0" baseline="0" dirty="0">
                <a:ln>
                  <a:noFill/>
                </a:ln>
                <a:solidFill>
                  <a:schemeClr val="tx1"/>
                </a:solidFill>
                <a:effectLst/>
                <a:latin typeface="Arial" panose="020B0604020202020204" pitchFamily="34" charset="0"/>
              </a:rPr>
              <a:t> terjadi. </a:t>
            </a:r>
          </a:p>
          <a:p>
            <a:pPr marL="285750" marR="0" lvl="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Contoh:</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Masalah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ModuleNotFoundError</a:t>
            </a:r>
            <a:r>
              <a:rPr kumimoji="0" lang="en-US" altLang="en-US" sz="1800" b="0" i="0" u="none" strike="noStrike" cap="none" normalizeH="0" baseline="0" dirty="0">
                <a:ln>
                  <a:noFill/>
                </a:ln>
                <a:solidFill>
                  <a:schemeClr val="tx1"/>
                </a:solidFill>
                <a:effectLst/>
                <a:latin typeface="Arial" panose="020B0604020202020204" pitchFamily="34" charset="0"/>
              </a:rPr>
              <a:t>: No module named '</a:t>
            </a:r>
            <a:r>
              <a:rPr kumimoji="0" lang="en-US" altLang="en-US" sz="1800" b="0" i="0" u="none" strike="noStrike" cap="none" normalizeH="0" baseline="0" dirty="0" err="1">
                <a:ln>
                  <a:noFill/>
                </a:ln>
                <a:solidFill>
                  <a:schemeClr val="tx1"/>
                </a:solidFill>
                <a:effectLst/>
                <a:latin typeface="Arial" panose="020B0604020202020204" pitchFamily="34" charset="0"/>
              </a:rPr>
              <a:t>tensorflow</a:t>
            </a:r>
            <a:r>
              <a:rPr kumimoji="0" lang="en-US" altLang="en-US" sz="1800" b="0" i="0" u="none" strike="noStrike" cap="none" normalizeH="0" baseline="0" dirty="0">
                <a:ln>
                  <a:noFill/>
                </a:ln>
                <a:solidFill>
                  <a:schemeClr val="tx1"/>
                </a:solidFill>
                <a:effectLst/>
                <a:latin typeface="Arial" panose="020B0604020202020204" pitchFamily="34" charset="0"/>
              </a:rPr>
              <a: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Solusi</a:t>
            </a:r>
            <a:r>
              <a:rPr kumimoji="0" lang="en-US" altLang="en-US" sz="1800" b="0" i="0" u="none" strike="noStrike" cap="none" normalizeH="0" baseline="0" dirty="0">
                <a:ln>
                  <a:noFill/>
                </a:ln>
                <a:solidFill>
                  <a:schemeClr val="tx1"/>
                </a:solidFill>
                <a:effectLst/>
                <a:latin typeface="Arial" panose="020B0604020202020204" pitchFamily="34" charset="0"/>
              </a:rPr>
              <a:t>: "Pastikan TensorFlow sudah </a:t>
            </a:r>
            <a:r>
              <a:rPr kumimoji="0" lang="en-US" altLang="en-US" sz="1800" b="0" i="0" u="none" strike="noStrike" cap="none" normalizeH="0" baseline="0" dirty="0" err="1">
                <a:ln>
                  <a:noFill/>
                </a:ln>
                <a:solidFill>
                  <a:schemeClr val="tx1"/>
                </a:solidFill>
                <a:effectLst/>
                <a:latin typeface="Arial" panose="020B0604020202020204" pitchFamily="34" charset="0"/>
              </a:rPr>
              <a:t>terinstal</a:t>
            </a:r>
            <a:r>
              <a:rPr kumimoji="0" lang="en-US" altLang="en-US" sz="1800" b="0" i="0" u="none" strike="noStrike" cap="none" normalizeH="0" baseline="0" dirty="0">
                <a:ln>
                  <a:noFill/>
                </a:ln>
                <a:solidFill>
                  <a:schemeClr val="tx1"/>
                </a:solidFill>
                <a:effectLst/>
                <a:latin typeface="Arial" panose="020B0604020202020204" pitchFamily="34" charset="0"/>
              </a:rPr>
              <a:t> dengan </a:t>
            </a:r>
            <a:r>
              <a:rPr kumimoji="0" lang="en-US" altLang="en-US" b="0" i="0" u="none" strike="noStrike" cap="none" normalizeH="0" baseline="0" dirty="0">
                <a:ln>
                  <a:noFill/>
                </a:ln>
                <a:solidFill>
                  <a:schemeClr val="tx1"/>
                </a:solidFill>
                <a:effectLst/>
                <a:latin typeface="Arial Unicode MS"/>
              </a:rPr>
              <a:t>pip show </a:t>
            </a:r>
            <a:r>
              <a:rPr kumimoji="0" lang="en-US" altLang="en-US" b="0" i="0" u="none" strike="noStrike" cap="none" normalizeH="0" baseline="0" dirty="0" err="1">
                <a:ln>
                  <a:noFill/>
                </a:ln>
                <a:solidFill>
                  <a:schemeClr val="tx1"/>
                </a:solidFill>
                <a:effectLst/>
                <a:latin typeface="Arial Unicode MS"/>
              </a:rPr>
              <a:t>tensorflow</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091986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6884E-FF2F-02CF-1C72-6B829AB0557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03FD13B-4F54-21B2-CADA-E80E35CD84CF}"/>
              </a:ext>
            </a:extLst>
          </p:cNvPr>
          <p:cNvSpPr txBox="1"/>
          <p:nvPr/>
        </p:nvSpPr>
        <p:spPr>
          <a:xfrm>
            <a:off x="762000" y="304800"/>
            <a:ext cx="4365298" cy="646331"/>
          </a:xfrm>
          <a:prstGeom prst="rect">
            <a:avLst/>
          </a:prstGeom>
          <a:noFill/>
        </p:spPr>
        <p:txBody>
          <a:bodyPr wrap="none" rtlCol="0">
            <a:spAutoFit/>
          </a:bodyPr>
          <a:lstStyle/>
          <a:p>
            <a:r>
              <a:rPr lang="en-ID" sz="3600" dirty="0" err="1">
                <a:solidFill>
                  <a:schemeClr val="bg1"/>
                </a:solidFill>
              </a:rPr>
              <a:t>Dokumentasi</a:t>
            </a:r>
            <a:r>
              <a:rPr lang="en-ID" sz="3600" dirty="0">
                <a:solidFill>
                  <a:schemeClr val="bg1"/>
                </a:solidFill>
              </a:rPr>
              <a:t> Teknis</a:t>
            </a:r>
          </a:p>
        </p:txBody>
      </p:sp>
      <p:sp>
        <p:nvSpPr>
          <p:cNvPr id="2" name="Rectangle 1">
            <a:extLst>
              <a:ext uri="{FF2B5EF4-FFF2-40B4-BE49-F238E27FC236}">
                <a16:creationId xmlns:a16="http://schemas.microsoft.com/office/drawing/2014/main" id="{84462879-6561-EE0C-7035-E5FD28A1D4BB}"/>
              </a:ext>
            </a:extLst>
          </p:cNvPr>
          <p:cNvSpPr>
            <a:spLocks noChangeArrowheads="1"/>
          </p:cNvSpPr>
          <p:nvPr/>
        </p:nvSpPr>
        <p:spPr bwMode="auto">
          <a:xfrm>
            <a:off x="838200" y="921634"/>
            <a:ext cx="111460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4. </a:t>
            </a:r>
            <a:r>
              <a:rPr kumimoji="0" lang="en-US" altLang="en-US" sz="1800" b="1" i="0" u="none" strike="noStrike" cap="none" normalizeH="0" baseline="0" dirty="0" err="1">
                <a:ln>
                  <a:noFill/>
                </a:ln>
                <a:solidFill>
                  <a:schemeClr val="tx1"/>
                </a:solidFill>
                <a:effectLst/>
                <a:latin typeface="Arial" panose="020B0604020202020204" pitchFamily="34" charset="0"/>
              </a:rPr>
              <a:t>Konfigurasi</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Lanjutan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Pengaturan</a:t>
            </a:r>
            <a:r>
              <a:rPr kumimoji="0" lang="en-US" altLang="en-US" sz="1800" b="0" i="0" u="none" strike="noStrike" cap="none" normalizeH="0" baseline="0" dirty="0">
                <a:ln>
                  <a:noFill/>
                </a:ln>
                <a:solidFill>
                  <a:schemeClr val="tx1"/>
                </a:solidFill>
                <a:effectLst/>
                <a:latin typeface="Arial" panose="020B0604020202020204" pitchFamily="34" charset="0"/>
              </a:rPr>
              <a:t> tambahan seperti </a:t>
            </a:r>
            <a:r>
              <a:rPr kumimoji="0" lang="en-US" altLang="en-US" sz="1800" b="0" i="0" u="none" strike="noStrike" cap="none" normalizeH="0" baseline="0" dirty="0" err="1">
                <a:ln>
                  <a:noFill/>
                </a:ln>
                <a:solidFill>
                  <a:schemeClr val="tx1"/>
                </a:solidFill>
                <a:effectLst/>
                <a:latin typeface="Arial" panose="020B0604020202020204" pitchFamily="34" charset="0"/>
              </a:rPr>
              <a:t>optimasi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performa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integrasi</a:t>
            </a:r>
            <a:r>
              <a:rPr kumimoji="0" lang="en-US" altLang="en-US" sz="1800" b="0" i="0" u="none" strike="noStrike" cap="none" normalizeH="0" baseline="0" dirty="0">
                <a:ln>
                  <a:noFill/>
                </a:ln>
                <a:solidFill>
                  <a:schemeClr val="tx1"/>
                </a:solidFill>
                <a:effectLst/>
                <a:latin typeface="Arial" panose="020B0604020202020204" pitchFamily="34" charset="0"/>
              </a:rPr>
              <a:t> dengan sistem lain, atau parameter </a:t>
            </a:r>
            <a:r>
              <a:rPr kumimoji="0" lang="en-US" altLang="en-US" sz="1800" b="0" i="0" u="none" strike="noStrike" cap="none" normalizeH="0" baseline="0" dirty="0" err="1">
                <a:ln>
                  <a:noFill/>
                </a:ln>
                <a:solidFill>
                  <a:schemeClr val="tx1"/>
                </a:solidFill>
                <a:effectLst/>
                <a:latin typeface="Arial" panose="020B0604020202020204" pitchFamily="34" charset="0"/>
              </a:rPr>
              <a:t>spesifik</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Contoh: </a:t>
            </a:r>
            <a:r>
              <a:rPr kumimoji="0" lang="en-US" altLang="en-US" sz="1800" b="0" i="0" u="none" strike="noStrike" cap="none" normalizeH="0" baseline="0" dirty="0" err="1">
                <a:ln>
                  <a:noFill/>
                </a:ln>
                <a:solidFill>
                  <a:schemeClr val="tx1"/>
                </a:solidFill>
                <a:effectLst/>
                <a:latin typeface="Arial" panose="020B0604020202020204" pitchFamily="34" charset="0"/>
              </a:rPr>
              <a:t>Mengatur</a:t>
            </a:r>
            <a:r>
              <a:rPr kumimoji="0" lang="en-US" altLang="en-US" sz="1800" b="0" i="0" u="none" strike="noStrike" cap="none" normalizeH="0" baseline="0" dirty="0">
                <a:ln>
                  <a:noFill/>
                </a:ln>
                <a:solidFill>
                  <a:schemeClr val="tx1"/>
                </a:solidFill>
                <a:effectLst/>
                <a:latin typeface="Arial" panose="020B0604020202020204" pitchFamily="34" charset="0"/>
              </a:rPr>
              <a:t> batch size dalam deep learning model.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5. Troubleshooting Umum</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Solusi untuk error atau masalah yang </a:t>
            </a:r>
            <a:r>
              <a:rPr kumimoji="0" lang="en-US" altLang="en-US" sz="1800" b="0" i="0" u="none" strike="noStrike" cap="none" normalizeH="0" baseline="0" dirty="0" err="1">
                <a:ln>
                  <a:noFill/>
                </a:ln>
                <a:solidFill>
                  <a:schemeClr val="tx1"/>
                </a:solidFill>
                <a:effectLst/>
                <a:latin typeface="Arial" panose="020B0604020202020204" pitchFamily="34" charset="0"/>
              </a:rPr>
              <a:t>sering</a:t>
            </a:r>
            <a:r>
              <a:rPr kumimoji="0" lang="en-US" altLang="en-US" sz="1800" b="0" i="0" u="none" strike="noStrike" cap="none" normalizeH="0" baseline="0" dirty="0">
                <a:ln>
                  <a:noFill/>
                </a:ln>
                <a:solidFill>
                  <a:schemeClr val="tx1"/>
                </a:solidFill>
                <a:effectLst/>
                <a:latin typeface="Arial" panose="020B0604020202020204" pitchFamily="34" charset="0"/>
              </a:rPr>
              <a:t> terjadi. </a:t>
            </a:r>
          </a:p>
          <a:p>
            <a:pPr marL="285750" marR="0" lvl="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Contoh:</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Masalah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ModuleNotFoundError</a:t>
            </a:r>
            <a:r>
              <a:rPr kumimoji="0" lang="en-US" altLang="en-US" sz="1800" b="0" i="0" u="none" strike="noStrike" cap="none" normalizeH="0" baseline="0" dirty="0">
                <a:ln>
                  <a:noFill/>
                </a:ln>
                <a:solidFill>
                  <a:schemeClr val="tx1"/>
                </a:solidFill>
                <a:effectLst/>
                <a:latin typeface="Arial" panose="020B0604020202020204" pitchFamily="34" charset="0"/>
              </a:rPr>
              <a:t>: No module named '</a:t>
            </a:r>
            <a:r>
              <a:rPr kumimoji="0" lang="en-US" altLang="en-US" sz="1800" b="0" i="0" u="none" strike="noStrike" cap="none" normalizeH="0" baseline="0" dirty="0" err="1">
                <a:ln>
                  <a:noFill/>
                </a:ln>
                <a:solidFill>
                  <a:schemeClr val="tx1"/>
                </a:solidFill>
                <a:effectLst/>
                <a:latin typeface="Arial" panose="020B0604020202020204" pitchFamily="34" charset="0"/>
              </a:rPr>
              <a:t>tensorflow</a:t>
            </a:r>
            <a:r>
              <a:rPr kumimoji="0" lang="en-US" altLang="en-US" sz="1800" b="0" i="0" u="none" strike="noStrike" cap="none" normalizeH="0" baseline="0" dirty="0">
                <a:ln>
                  <a:noFill/>
                </a:ln>
                <a:solidFill>
                  <a:schemeClr val="tx1"/>
                </a:solidFill>
                <a:effectLst/>
                <a:latin typeface="Arial" panose="020B0604020202020204" pitchFamily="34" charset="0"/>
              </a:rPr>
              <a: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Solusi</a:t>
            </a:r>
            <a:r>
              <a:rPr kumimoji="0" lang="en-US" altLang="en-US" sz="1800" b="0" i="0" u="none" strike="noStrike" cap="none" normalizeH="0" baseline="0" dirty="0">
                <a:ln>
                  <a:noFill/>
                </a:ln>
                <a:solidFill>
                  <a:schemeClr val="tx1"/>
                </a:solidFill>
                <a:effectLst/>
                <a:latin typeface="Arial" panose="020B0604020202020204" pitchFamily="34" charset="0"/>
              </a:rPr>
              <a:t>: "Pastikan TensorFlow sudah </a:t>
            </a:r>
            <a:r>
              <a:rPr kumimoji="0" lang="en-US" altLang="en-US" sz="1800" b="0" i="0" u="none" strike="noStrike" cap="none" normalizeH="0" baseline="0" dirty="0" err="1">
                <a:ln>
                  <a:noFill/>
                </a:ln>
                <a:solidFill>
                  <a:schemeClr val="tx1"/>
                </a:solidFill>
                <a:effectLst/>
                <a:latin typeface="Arial" panose="020B0604020202020204" pitchFamily="34" charset="0"/>
              </a:rPr>
              <a:t>terinstal</a:t>
            </a:r>
            <a:r>
              <a:rPr kumimoji="0" lang="en-US" altLang="en-US" sz="1800" b="0" i="0" u="none" strike="noStrike" cap="none" normalizeH="0" baseline="0" dirty="0">
                <a:ln>
                  <a:noFill/>
                </a:ln>
                <a:solidFill>
                  <a:schemeClr val="tx1"/>
                </a:solidFill>
                <a:effectLst/>
                <a:latin typeface="Arial" panose="020B0604020202020204" pitchFamily="34" charset="0"/>
              </a:rPr>
              <a:t> dengan </a:t>
            </a:r>
            <a:r>
              <a:rPr kumimoji="0" lang="en-US" altLang="en-US" b="0" i="0" u="none" strike="noStrike" cap="none" normalizeH="0" baseline="0" dirty="0">
                <a:ln>
                  <a:noFill/>
                </a:ln>
                <a:solidFill>
                  <a:schemeClr val="tx1"/>
                </a:solidFill>
                <a:effectLst/>
                <a:latin typeface="Arial Unicode MS"/>
              </a:rPr>
              <a:t>pip show </a:t>
            </a:r>
            <a:r>
              <a:rPr kumimoji="0" lang="en-US" altLang="en-US" b="0" i="0" u="none" strike="noStrike" cap="none" normalizeH="0" baseline="0" dirty="0" err="1">
                <a:ln>
                  <a:noFill/>
                </a:ln>
                <a:solidFill>
                  <a:schemeClr val="tx1"/>
                </a:solidFill>
                <a:effectLst/>
                <a:latin typeface="Arial Unicode MS"/>
              </a:rPr>
              <a:t>tensorflow</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a:buNone/>
            </a:pPr>
            <a:r>
              <a:rPr lang="en-ID" b="1" dirty="0"/>
              <a:t>2. Tools </a:t>
            </a:r>
            <a:r>
              <a:rPr lang="en-ID" b="1" dirty="0" err="1"/>
              <a:t>untuk</a:t>
            </a:r>
            <a:r>
              <a:rPr lang="en-ID" b="1" dirty="0"/>
              <a:t> </a:t>
            </a:r>
            <a:r>
              <a:rPr lang="en-ID" b="1" dirty="0" err="1"/>
              <a:t>Membuat</a:t>
            </a:r>
            <a:r>
              <a:rPr lang="en-ID" b="1" dirty="0"/>
              <a:t> </a:t>
            </a:r>
            <a:r>
              <a:rPr lang="en-ID" b="1" dirty="0" err="1"/>
              <a:t>Dokumentasi</a:t>
            </a:r>
            <a:r>
              <a:rPr lang="en-ID" b="1" dirty="0"/>
              <a:t> Teknis</a:t>
            </a:r>
          </a:p>
          <a:p>
            <a:r>
              <a:rPr lang="en-ID" dirty="0" err="1"/>
              <a:t>Berbagai</a:t>
            </a:r>
            <a:r>
              <a:rPr lang="en-ID" dirty="0"/>
              <a:t> tools </a:t>
            </a:r>
            <a:r>
              <a:rPr lang="en-ID" dirty="0" err="1"/>
              <a:t>digunakan</a:t>
            </a:r>
            <a:r>
              <a:rPr lang="en-ID" dirty="0"/>
              <a:t> </a:t>
            </a:r>
            <a:r>
              <a:rPr lang="en-ID" dirty="0" err="1"/>
              <a:t>untuk</a:t>
            </a:r>
            <a:r>
              <a:rPr lang="en-ID" dirty="0"/>
              <a:t> </a:t>
            </a:r>
            <a:r>
              <a:rPr lang="en-ID" dirty="0" err="1"/>
              <a:t>menyusun</a:t>
            </a:r>
            <a:r>
              <a:rPr lang="en-ID" dirty="0"/>
              <a:t> dan </a:t>
            </a:r>
            <a:r>
              <a:rPr lang="en-ID" dirty="0" err="1"/>
              <a:t>mengelola</a:t>
            </a:r>
            <a:r>
              <a:rPr lang="en-ID" dirty="0"/>
              <a:t> </a:t>
            </a:r>
            <a:r>
              <a:rPr lang="en-ID" dirty="0" err="1"/>
              <a:t>dokumentasi</a:t>
            </a:r>
            <a:r>
              <a:rPr lang="en-ID" dirty="0"/>
              <a:t> </a:t>
            </a:r>
            <a:r>
              <a:rPr lang="en-ID" dirty="0" err="1"/>
              <a:t>teknis</a:t>
            </a:r>
            <a:r>
              <a:rPr lang="en-ID" dirty="0"/>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431BFB1D-2867-895B-CAB5-D6440660D82E}"/>
              </a:ext>
            </a:extLst>
          </p:cNvPr>
          <p:cNvPicPr>
            <a:picLocks noChangeAspect="1"/>
          </p:cNvPicPr>
          <p:nvPr/>
        </p:nvPicPr>
        <p:blipFill>
          <a:blip r:embed="rId3"/>
          <a:stretch>
            <a:fillRect/>
          </a:stretch>
        </p:blipFill>
        <p:spPr>
          <a:xfrm>
            <a:off x="1828800" y="4419600"/>
            <a:ext cx="8201025" cy="2133600"/>
          </a:xfrm>
          <a:prstGeom prst="rect">
            <a:avLst/>
          </a:prstGeom>
        </p:spPr>
      </p:pic>
    </p:spTree>
    <p:extLst>
      <p:ext uri="{BB962C8B-B14F-4D97-AF65-F5344CB8AC3E}">
        <p14:creationId xmlns:p14="http://schemas.microsoft.com/office/powerpoint/2010/main" val="19402093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68C6D-117F-33E7-8C62-C319E523C83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13B44E3-C57A-7AF2-D23D-2D6EA132CA42}"/>
              </a:ext>
            </a:extLst>
          </p:cNvPr>
          <p:cNvSpPr txBox="1"/>
          <p:nvPr/>
        </p:nvSpPr>
        <p:spPr>
          <a:xfrm>
            <a:off x="762000" y="304800"/>
            <a:ext cx="5237331" cy="646331"/>
          </a:xfrm>
          <a:prstGeom prst="rect">
            <a:avLst/>
          </a:prstGeom>
          <a:noFill/>
        </p:spPr>
        <p:txBody>
          <a:bodyPr wrap="none" rtlCol="0">
            <a:spAutoFit/>
          </a:bodyPr>
          <a:lstStyle/>
          <a:p>
            <a:r>
              <a:rPr lang="en-ID" sz="3600" dirty="0" err="1">
                <a:solidFill>
                  <a:schemeClr val="bg1"/>
                </a:solidFill>
              </a:rPr>
              <a:t>Rekomendasi</a:t>
            </a:r>
            <a:r>
              <a:rPr lang="en-ID" sz="3600" dirty="0">
                <a:solidFill>
                  <a:schemeClr val="bg1"/>
                </a:solidFill>
              </a:rPr>
              <a:t> </a:t>
            </a:r>
            <a:r>
              <a:rPr lang="en-ID" sz="3600" dirty="0" err="1">
                <a:solidFill>
                  <a:schemeClr val="bg1"/>
                </a:solidFill>
              </a:rPr>
              <a:t>Pengguna</a:t>
            </a:r>
            <a:endParaRPr lang="en-ID" sz="3600" dirty="0">
              <a:solidFill>
                <a:schemeClr val="bg1"/>
              </a:solidFill>
            </a:endParaRPr>
          </a:p>
        </p:txBody>
      </p:sp>
      <p:sp>
        <p:nvSpPr>
          <p:cNvPr id="2" name="Rectangle 1">
            <a:extLst>
              <a:ext uri="{FF2B5EF4-FFF2-40B4-BE49-F238E27FC236}">
                <a16:creationId xmlns:a16="http://schemas.microsoft.com/office/drawing/2014/main" id="{77A9AAFB-2B26-6EA4-3E1A-2C08E96E3F78}"/>
              </a:ext>
            </a:extLst>
          </p:cNvPr>
          <p:cNvSpPr>
            <a:spLocks noChangeArrowheads="1"/>
          </p:cNvSpPr>
          <p:nvPr/>
        </p:nvSpPr>
        <p:spPr bwMode="auto">
          <a:xfrm>
            <a:off x="914400" y="1203548"/>
            <a:ext cx="107442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ID" b="1" dirty="0" err="1"/>
              <a:t>Rekomendasi</a:t>
            </a:r>
            <a:r>
              <a:rPr lang="en-ID" b="1" dirty="0"/>
              <a:t> </a:t>
            </a:r>
            <a:r>
              <a:rPr lang="en-ID" b="1" dirty="0" err="1"/>
              <a:t>Pengguna</a:t>
            </a:r>
            <a:r>
              <a:rPr lang="en-ID" dirty="0"/>
              <a:t> </a:t>
            </a:r>
            <a:r>
              <a:rPr lang="en-ID" dirty="0" err="1"/>
              <a:t>adalah</a:t>
            </a:r>
            <a:r>
              <a:rPr lang="en-ID" dirty="0"/>
              <a:t> saran </a:t>
            </a:r>
            <a:r>
              <a:rPr lang="en-ID" dirty="0" err="1"/>
              <a:t>mengenai</a:t>
            </a:r>
            <a:r>
              <a:rPr lang="en-ID" dirty="0"/>
              <a:t> </a:t>
            </a:r>
            <a:r>
              <a:rPr lang="en-ID" dirty="0" err="1"/>
              <a:t>siapa</a:t>
            </a:r>
            <a:r>
              <a:rPr lang="en-ID" dirty="0"/>
              <a:t> yang paling </a:t>
            </a:r>
            <a:r>
              <a:rPr lang="en-ID" dirty="0" err="1"/>
              <a:t>cocok</a:t>
            </a:r>
            <a:r>
              <a:rPr lang="en-ID" dirty="0"/>
              <a:t> </a:t>
            </a:r>
            <a:r>
              <a:rPr lang="en-ID" dirty="0" err="1"/>
              <a:t>menggunakan</a:t>
            </a:r>
            <a:r>
              <a:rPr lang="en-ID" dirty="0"/>
              <a:t> </a:t>
            </a:r>
            <a:r>
              <a:rPr lang="en-ID" dirty="0" err="1"/>
              <a:t>suatu</a:t>
            </a:r>
            <a:r>
              <a:rPr lang="en-ID" dirty="0"/>
              <a:t> tools </a:t>
            </a:r>
            <a:r>
              <a:rPr lang="en-ID" dirty="0" err="1"/>
              <a:t>berdasarkan</a:t>
            </a:r>
            <a:r>
              <a:rPr lang="en-ID" dirty="0"/>
              <a:t> </a:t>
            </a:r>
            <a:r>
              <a:rPr lang="en-ID" dirty="0" err="1"/>
              <a:t>tingkat</a:t>
            </a:r>
            <a:r>
              <a:rPr lang="en-ID" dirty="0"/>
              <a:t> </a:t>
            </a:r>
            <a:r>
              <a:rPr lang="en-ID" dirty="0" err="1"/>
              <a:t>keahlian</a:t>
            </a:r>
            <a:r>
              <a:rPr lang="en-ID" dirty="0"/>
              <a:t>, </a:t>
            </a:r>
            <a:r>
              <a:rPr lang="en-ID" dirty="0" err="1"/>
              <a:t>skala</a:t>
            </a:r>
            <a:r>
              <a:rPr lang="en-ID" dirty="0"/>
              <a:t> </a:t>
            </a:r>
            <a:r>
              <a:rPr lang="en-ID" dirty="0" err="1"/>
              <a:t>proyek</a:t>
            </a:r>
            <a:r>
              <a:rPr lang="en-ID" dirty="0"/>
              <a:t>, dan </a:t>
            </a:r>
            <a:r>
              <a:rPr lang="en-ID" dirty="0" err="1"/>
              <a:t>kebutuhan</a:t>
            </a:r>
            <a:r>
              <a:rPr lang="en-ID" dirty="0"/>
              <a:t> </a:t>
            </a:r>
            <a:r>
              <a:rPr lang="en-ID" dirty="0" err="1"/>
              <a:t>spesifik</a:t>
            </a:r>
            <a:r>
              <a:rPr lang="en-ID" dirty="0"/>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ID" altLang="en-US" sz="1800" b="0" i="0" u="none" strike="noStrike" cap="none" normalizeH="0" baseline="0" dirty="0">
              <a:ln>
                <a:noFill/>
              </a:ln>
              <a:solidFill>
                <a:schemeClr val="tx1"/>
              </a:solidFill>
              <a:effectLst/>
              <a:latin typeface="Arial" panose="020B0604020202020204" pitchFamily="34" charset="0"/>
            </a:endParaRPr>
          </a:p>
          <a:p>
            <a:pPr>
              <a:buNone/>
            </a:pPr>
            <a:r>
              <a:rPr lang="en-ID" b="1" dirty="0"/>
              <a:t>1. </a:t>
            </a:r>
            <a:r>
              <a:rPr lang="en-ID" b="1" dirty="0" err="1"/>
              <a:t>Siapa</a:t>
            </a:r>
            <a:r>
              <a:rPr lang="en-ID" b="1" dirty="0"/>
              <a:t> yang </a:t>
            </a:r>
            <a:r>
              <a:rPr lang="en-ID" b="1" dirty="0" err="1"/>
              <a:t>Cocok</a:t>
            </a:r>
            <a:r>
              <a:rPr lang="en-ID" b="1" dirty="0"/>
              <a:t> </a:t>
            </a:r>
            <a:r>
              <a:rPr lang="en-ID" b="1" dirty="0" err="1"/>
              <a:t>Menggunakan</a:t>
            </a:r>
            <a:r>
              <a:rPr lang="en-ID" b="1" dirty="0"/>
              <a:t> Tools Ini?</a:t>
            </a:r>
          </a:p>
          <a:p>
            <a:pPr>
              <a:buNone/>
            </a:pPr>
            <a:r>
              <a:rPr lang="en-ID" dirty="0" err="1"/>
              <a:t>Menentukan</a:t>
            </a:r>
            <a:r>
              <a:rPr lang="en-ID" dirty="0"/>
              <a:t> </a:t>
            </a:r>
            <a:r>
              <a:rPr lang="en-ID" dirty="0" err="1"/>
              <a:t>pengguna</a:t>
            </a:r>
            <a:r>
              <a:rPr lang="en-ID" dirty="0"/>
              <a:t> yang </a:t>
            </a:r>
            <a:r>
              <a:rPr lang="en-ID" dirty="0" err="1"/>
              <a:t>sesuai</a:t>
            </a:r>
            <a:r>
              <a:rPr lang="en-ID" dirty="0"/>
              <a:t> </a:t>
            </a:r>
            <a:r>
              <a:rPr lang="en-ID" dirty="0" err="1"/>
              <a:t>berdasarkan</a:t>
            </a:r>
            <a:r>
              <a:rPr lang="en-ID" dirty="0"/>
              <a:t>:</a:t>
            </a:r>
          </a:p>
          <a:p>
            <a:pPr>
              <a:buFont typeface="Arial" panose="020B0604020202020204" pitchFamily="34" charset="0"/>
              <a:buChar char="•"/>
            </a:pPr>
            <a:r>
              <a:rPr lang="en-ID" b="1" dirty="0"/>
              <a:t>Tingkat </a:t>
            </a:r>
            <a:r>
              <a:rPr lang="en-ID" b="1" dirty="0" err="1"/>
              <a:t>Keahlian</a:t>
            </a:r>
            <a:r>
              <a:rPr lang="en-ID" b="1" dirty="0"/>
              <a:t>:</a:t>
            </a:r>
            <a:endParaRPr lang="en-ID" dirty="0"/>
          </a:p>
          <a:p>
            <a:pPr marL="742950" lvl="1" indent="-285750">
              <a:buFont typeface="Arial" panose="020B0604020202020204" pitchFamily="34" charset="0"/>
              <a:buChar char="•"/>
            </a:pPr>
            <a:r>
              <a:rPr lang="en-ID" b="1" dirty="0" err="1"/>
              <a:t>Pemula</a:t>
            </a:r>
            <a:r>
              <a:rPr lang="en-ID" dirty="0"/>
              <a:t> → Tools yang </a:t>
            </a:r>
            <a:r>
              <a:rPr lang="en-ID" dirty="0" err="1"/>
              <a:t>mudah</a:t>
            </a:r>
            <a:r>
              <a:rPr lang="en-ID" dirty="0"/>
              <a:t> </a:t>
            </a:r>
            <a:r>
              <a:rPr lang="en-ID" dirty="0" err="1"/>
              <a:t>digunakan</a:t>
            </a:r>
            <a:r>
              <a:rPr lang="en-ID" dirty="0"/>
              <a:t>, </a:t>
            </a:r>
            <a:r>
              <a:rPr lang="en-ID" dirty="0" err="1"/>
              <a:t>dokumentasi</a:t>
            </a:r>
            <a:r>
              <a:rPr lang="en-ID" dirty="0"/>
              <a:t> </a:t>
            </a:r>
            <a:r>
              <a:rPr lang="en-ID" dirty="0" err="1"/>
              <a:t>lengkap</a:t>
            </a:r>
            <a:r>
              <a:rPr lang="en-ID" dirty="0"/>
              <a:t>, dan setup </a:t>
            </a:r>
            <a:r>
              <a:rPr lang="en-ID" dirty="0" err="1"/>
              <a:t>sederhana</a:t>
            </a:r>
            <a:r>
              <a:rPr lang="en-ID" dirty="0"/>
              <a:t>.</a:t>
            </a:r>
          </a:p>
          <a:p>
            <a:pPr marL="742950" lvl="1" indent="-285750">
              <a:buFont typeface="Arial" panose="020B0604020202020204" pitchFamily="34" charset="0"/>
              <a:buChar char="•"/>
            </a:pPr>
            <a:r>
              <a:rPr lang="en-ID" b="1" dirty="0"/>
              <a:t>Ahli</a:t>
            </a:r>
            <a:r>
              <a:rPr lang="en-ID" dirty="0"/>
              <a:t> → Tools yang </a:t>
            </a:r>
            <a:r>
              <a:rPr lang="en-ID" dirty="0" err="1"/>
              <a:t>lebih</a:t>
            </a:r>
            <a:r>
              <a:rPr lang="en-ID" dirty="0"/>
              <a:t> </a:t>
            </a:r>
            <a:r>
              <a:rPr lang="en-ID" dirty="0" err="1"/>
              <a:t>kompleks</a:t>
            </a:r>
            <a:r>
              <a:rPr lang="en-ID" dirty="0"/>
              <a:t>, </a:t>
            </a:r>
            <a:r>
              <a:rPr lang="en-ID" dirty="0" err="1"/>
              <a:t>fleksibel</a:t>
            </a:r>
            <a:r>
              <a:rPr lang="en-ID" dirty="0"/>
              <a:t>, dan </a:t>
            </a:r>
            <a:r>
              <a:rPr lang="en-ID" dirty="0" err="1"/>
              <a:t>bisa</a:t>
            </a:r>
            <a:r>
              <a:rPr lang="en-ID" dirty="0"/>
              <a:t> </a:t>
            </a:r>
            <a:r>
              <a:rPr lang="en-ID" dirty="0" err="1"/>
              <a:t>disesuaikan</a:t>
            </a:r>
            <a:r>
              <a:rPr lang="en-ID" dirty="0"/>
              <a:t> </a:t>
            </a:r>
            <a:r>
              <a:rPr lang="en-ID" dirty="0" err="1"/>
              <a:t>dengan</a:t>
            </a:r>
            <a:r>
              <a:rPr lang="en-ID" dirty="0"/>
              <a:t> </a:t>
            </a:r>
            <a:r>
              <a:rPr lang="en-ID" dirty="0" err="1"/>
              <a:t>kebutuhan</a:t>
            </a:r>
            <a:r>
              <a:rPr lang="en-ID" dirty="0"/>
              <a:t> </a:t>
            </a:r>
            <a:r>
              <a:rPr lang="en-ID" dirty="0" err="1"/>
              <a:t>spesifik</a:t>
            </a:r>
            <a:r>
              <a:rPr lang="en-ID" dirty="0"/>
              <a:t>.</a:t>
            </a:r>
          </a:p>
          <a:p>
            <a:pPr>
              <a:buFont typeface="Arial" panose="020B0604020202020204" pitchFamily="34" charset="0"/>
              <a:buChar char="•"/>
            </a:pPr>
            <a:r>
              <a:rPr lang="en-ID" b="1" dirty="0"/>
              <a:t>Skala </a:t>
            </a:r>
            <a:r>
              <a:rPr lang="en-ID" b="1" dirty="0" err="1"/>
              <a:t>Proyek</a:t>
            </a:r>
            <a:r>
              <a:rPr lang="en-ID" b="1" dirty="0"/>
              <a:t>:</a:t>
            </a:r>
            <a:endParaRPr lang="en-ID" dirty="0"/>
          </a:p>
          <a:p>
            <a:pPr marL="742950" lvl="1" indent="-285750">
              <a:buFont typeface="Arial" panose="020B0604020202020204" pitchFamily="34" charset="0"/>
              <a:buChar char="•"/>
            </a:pPr>
            <a:r>
              <a:rPr lang="en-ID" b="1" dirty="0"/>
              <a:t>Skala Kecil</a:t>
            </a:r>
            <a:r>
              <a:rPr lang="en-ID" dirty="0"/>
              <a:t> → </a:t>
            </a:r>
            <a:r>
              <a:rPr lang="en-ID" dirty="0" err="1"/>
              <a:t>Cocok</a:t>
            </a:r>
            <a:r>
              <a:rPr lang="en-ID" dirty="0"/>
              <a:t> </a:t>
            </a:r>
            <a:r>
              <a:rPr lang="en-ID" dirty="0" err="1"/>
              <a:t>untuk</a:t>
            </a:r>
            <a:r>
              <a:rPr lang="en-ID" dirty="0"/>
              <a:t> </a:t>
            </a:r>
            <a:r>
              <a:rPr lang="en-ID" dirty="0" err="1"/>
              <a:t>individu</a:t>
            </a:r>
            <a:r>
              <a:rPr lang="en-ID" dirty="0"/>
              <a:t>, startup, </a:t>
            </a:r>
            <a:r>
              <a:rPr lang="en-ID" dirty="0" err="1"/>
              <a:t>atau</a:t>
            </a:r>
            <a:r>
              <a:rPr lang="en-ID" dirty="0"/>
              <a:t> </a:t>
            </a:r>
            <a:r>
              <a:rPr lang="en-ID" dirty="0" err="1"/>
              <a:t>tim</a:t>
            </a:r>
            <a:r>
              <a:rPr lang="en-ID" dirty="0"/>
              <a:t> </a:t>
            </a:r>
            <a:r>
              <a:rPr lang="en-ID" dirty="0" err="1"/>
              <a:t>kecil</a:t>
            </a:r>
            <a:r>
              <a:rPr lang="en-ID" dirty="0"/>
              <a:t>.</a:t>
            </a:r>
          </a:p>
          <a:p>
            <a:pPr marL="742950" lvl="1" indent="-285750">
              <a:buFont typeface="Arial" panose="020B0604020202020204" pitchFamily="34" charset="0"/>
              <a:buChar char="•"/>
            </a:pPr>
            <a:r>
              <a:rPr lang="en-ID" b="1" dirty="0"/>
              <a:t>Enterprise</a:t>
            </a:r>
            <a:r>
              <a:rPr lang="en-ID" dirty="0"/>
              <a:t> → </a:t>
            </a:r>
            <a:r>
              <a:rPr lang="en-ID" dirty="0" err="1"/>
              <a:t>Cocok</a:t>
            </a:r>
            <a:r>
              <a:rPr lang="en-ID" dirty="0"/>
              <a:t> </a:t>
            </a:r>
            <a:r>
              <a:rPr lang="en-ID" dirty="0" err="1"/>
              <a:t>untuk</a:t>
            </a:r>
            <a:r>
              <a:rPr lang="en-ID" dirty="0"/>
              <a:t> </a:t>
            </a:r>
            <a:r>
              <a:rPr lang="en-ID" dirty="0" err="1"/>
              <a:t>proyek</a:t>
            </a:r>
            <a:r>
              <a:rPr lang="en-ID" dirty="0"/>
              <a:t> </a:t>
            </a:r>
            <a:r>
              <a:rPr lang="en-ID" dirty="0" err="1"/>
              <a:t>besar</a:t>
            </a:r>
            <a:r>
              <a:rPr lang="en-ID" dirty="0"/>
              <a:t> </a:t>
            </a:r>
            <a:r>
              <a:rPr lang="en-ID" dirty="0" err="1"/>
              <a:t>dengan</a:t>
            </a:r>
            <a:r>
              <a:rPr lang="en-ID" dirty="0"/>
              <a:t> </a:t>
            </a:r>
            <a:r>
              <a:rPr lang="en-ID" dirty="0" err="1"/>
              <a:t>kebutuhan</a:t>
            </a:r>
            <a:r>
              <a:rPr lang="en-ID" dirty="0"/>
              <a:t> </a:t>
            </a:r>
            <a:r>
              <a:rPr lang="en-ID" dirty="0" err="1"/>
              <a:t>skalabilitas</a:t>
            </a:r>
            <a:r>
              <a:rPr lang="en-ID" dirty="0"/>
              <a:t> </a:t>
            </a:r>
            <a:r>
              <a:rPr lang="en-ID" dirty="0" err="1"/>
              <a:t>tinggi</a:t>
            </a:r>
            <a:r>
              <a:rPr lang="en-ID" dirty="0"/>
              <a:t>.</a:t>
            </a:r>
          </a:p>
          <a:p>
            <a:pPr>
              <a:buFont typeface="Arial" panose="020B0604020202020204" pitchFamily="34" charset="0"/>
              <a:buChar char="•"/>
            </a:pPr>
            <a:r>
              <a:rPr lang="en-ID" b="1" dirty="0" err="1"/>
              <a:t>Kebutuhan</a:t>
            </a:r>
            <a:r>
              <a:rPr lang="en-ID" b="1" dirty="0"/>
              <a:t> </a:t>
            </a:r>
            <a:r>
              <a:rPr lang="en-ID" b="1" dirty="0" err="1"/>
              <a:t>Spesifik</a:t>
            </a:r>
            <a:r>
              <a:rPr lang="en-ID" b="1" dirty="0"/>
              <a:t>:</a:t>
            </a:r>
            <a:endParaRPr lang="en-ID" dirty="0"/>
          </a:p>
          <a:p>
            <a:pPr marL="742950" lvl="1" indent="-285750">
              <a:buFont typeface="Arial" panose="020B0604020202020204" pitchFamily="34" charset="0"/>
              <a:buChar char="•"/>
            </a:pPr>
            <a:r>
              <a:rPr lang="en-ID" dirty="0" err="1"/>
              <a:t>Apakah</a:t>
            </a:r>
            <a:r>
              <a:rPr lang="en-ID" dirty="0"/>
              <a:t> </a:t>
            </a:r>
            <a:r>
              <a:rPr lang="en-ID" dirty="0" err="1"/>
              <a:t>digunakan</a:t>
            </a:r>
            <a:r>
              <a:rPr lang="en-ID" dirty="0"/>
              <a:t> </a:t>
            </a:r>
            <a:r>
              <a:rPr lang="en-ID" dirty="0" err="1"/>
              <a:t>untuk</a:t>
            </a:r>
            <a:r>
              <a:rPr lang="en-ID" dirty="0"/>
              <a:t> AI, web development, data processing, </a:t>
            </a:r>
            <a:r>
              <a:rPr lang="en-ID" dirty="0" err="1"/>
              <a:t>atau</a:t>
            </a:r>
            <a:r>
              <a:rPr lang="en-ID" dirty="0"/>
              <a:t> </a:t>
            </a:r>
            <a:r>
              <a:rPr lang="en-ID" dirty="0" err="1"/>
              <a:t>bidang</a:t>
            </a:r>
            <a:r>
              <a:rPr lang="en-ID" dirty="0"/>
              <a:t> </a:t>
            </a:r>
            <a:r>
              <a:rPr lang="en-ID" dirty="0" err="1"/>
              <a:t>lainnya</a:t>
            </a:r>
            <a:r>
              <a:rPr lang="en-ID" dirty="0"/>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293159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84D57-BF34-25E0-6250-87D3B38C179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654DD70-B978-8C9A-E3E2-E04A57990A1F}"/>
              </a:ext>
            </a:extLst>
          </p:cNvPr>
          <p:cNvSpPr txBox="1"/>
          <p:nvPr/>
        </p:nvSpPr>
        <p:spPr>
          <a:xfrm>
            <a:off x="762000" y="304800"/>
            <a:ext cx="5237331" cy="646331"/>
          </a:xfrm>
          <a:prstGeom prst="rect">
            <a:avLst/>
          </a:prstGeom>
          <a:noFill/>
        </p:spPr>
        <p:txBody>
          <a:bodyPr wrap="none" rtlCol="0">
            <a:spAutoFit/>
          </a:bodyPr>
          <a:lstStyle/>
          <a:p>
            <a:r>
              <a:rPr lang="en-ID" sz="3600" dirty="0" err="1">
                <a:solidFill>
                  <a:schemeClr val="bg1"/>
                </a:solidFill>
              </a:rPr>
              <a:t>Rekomendasi</a:t>
            </a:r>
            <a:r>
              <a:rPr lang="en-ID" sz="3600" dirty="0">
                <a:solidFill>
                  <a:schemeClr val="bg1"/>
                </a:solidFill>
              </a:rPr>
              <a:t> </a:t>
            </a:r>
            <a:r>
              <a:rPr lang="en-ID" sz="3600" dirty="0" err="1">
                <a:solidFill>
                  <a:schemeClr val="bg1"/>
                </a:solidFill>
              </a:rPr>
              <a:t>Pengguna</a:t>
            </a:r>
            <a:endParaRPr lang="en-ID" sz="3600" dirty="0">
              <a:solidFill>
                <a:schemeClr val="bg1"/>
              </a:solidFill>
            </a:endParaRPr>
          </a:p>
        </p:txBody>
      </p:sp>
      <p:sp>
        <p:nvSpPr>
          <p:cNvPr id="2" name="Rectangle 1">
            <a:extLst>
              <a:ext uri="{FF2B5EF4-FFF2-40B4-BE49-F238E27FC236}">
                <a16:creationId xmlns:a16="http://schemas.microsoft.com/office/drawing/2014/main" id="{7020C27E-37A9-8341-DC8F-2E48133924F6}"/>
              </a:ext>
            </a:extLst>
          </p:cNvPr>
          <p:cNvSpPr>
            <a:spLocks noChangeArrowheads="1"/>
          </p:cNvSpPr>
          <p:nvPr/>
        </p:nvSpPr>
        <p:spPr bwMode="auto">
          <a:xfrm>
            <a:off x="796413" y="627965"/>
            <a:ext cx="10744200" cy="6463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a:buNone/>
            </a:pPr>
            <a:r>
              <a:rPr lang="en-ID" b="1" dirty="0"/>
              <a:t>2. </a:t>
            </a:r>
            <a:r>
              <a:rPr lang="en-ID" b="1" dirty="0" err="1"/>
              <a:t>Rekomendasi</a:t>
            </a:r>
            <a:r>
              <a:rPr lang="en-ID" b="1" dirty="0"/>
              <a:t> </a:t>
            </a:r>
            <a:r>
              <a:rPr lang="en-ID" b="1" dirty="0" err="1"/>
              <a:t>Berdasarkan</a:t>
            </a:r>
            <a:r>
              <a:rPr lang="en-ID" b="1" dirty="0"/>
              <a:t> Kasus </a:t>
            </a:r>
            <a:r>
              <a:rPr lang="en-ID" b="1" dirty="0" err="1"/>
              <a:t>Penggunaan</a:t>
            </a:r>
            <a:endParaRPr lang="en-ID" b="1" dirty="0"/>
          </a:p>
          <a:p>
            <a:r>
              <a:rPr lang="en-ID" dirty="0" err="1"/>
              <a:t>Berikut</a:t>
            </a:r>
            <a:r>
              <a:rPr lang="en-ID" dirty="0"/>
              <a:t> </a:t>
            </a:r>
            <a:r>
              <a:rPr lang="en-ID" dirty="0" err="1"/>
              <a:t>beberapa</a:t>
            </a:r>
            <a:r>
              <a:rPr lang="en-ID" dirty="0"/>
              <a:t> </a:t>
            </a:r>
            <a:r>
              <a:rPr lang="en-ID" dirty="0" err="1"/>
              <a:t>contoh</a:t>
            </a:r>
            <a:r>
              <a:rPr lang="en-ID" dirty="0"/>
              <a:t> tools yang </a:t>
            </a:r>
            <a:r>
              <a:rPr lang="en-ID" dirty="0" err="1"/>
              <a:t>direkomendasikan</a:t>
            </a:r>
            <a:r>
              <a:rPr lang="en-ID" dirty="0"/>
              <a:t> </a:t>
            </a:r>
            <a:r>
              <a:rPr lang="en-ID" dirty="0" err="1"/>
              <a:t>berdasarkan</a:t>
            </a:r>
            <a:r>
              <a:rPr lang="en-ID" dirty="0"/>
              <a:t> </a:t>
            </a:r>
            <a:r>
              <a:rPr lang="en-ID" dirty="0" err="1"/>
              <a:t>kebutuhan</a:t>
            </a:r>
            <a:r>
              <a:rPr lang="en-ID" dirty="0"/>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chemeClr val="tx1"/>
              </a:solidFill>
              <a:latin typeface="Arial" panose="020B0604020202020204" pitchFamily="34" charset="0"/>
            </a:endParaRPr>
          </a:p>
          <a:p>
            <a:pPr>
              <a:buNone/>
            </a:pPr>
            <a:r>
              <a:rPr lang="en-ID" b="1" dirty="0"/>
              <a:t>3. </a:t>
            </a:r>
            <a:r>
              <a:rPr lang="en-ID" b="1" dirty="0" err="1"/>
              <a:t>Contoh</a:t>
            </a:r>
            <a:r>
              <a:rPr lang="en-ID" b="1" dirty="0"/>
              <a:t> Studi Kasus</a:t>
            </a:r>
          </a:p>
          <a:p>
            <a:pPr>
              <a:buNone/>
            </a:pPr>
            <a:r>
              <a:rPr lang="en-ID" dirty="0" err="1"/>
              <a:t>Misalnya</a:t>
            </a:r>
            <a:r>
              <a:rPr lang="en-ID" dirty="0"/>
              <a:t>, </a:t>
            </a:r>
            <a:r>
              <a:rPr lang="en-ID" dirty="0" err="1"/>
              <a:t>jika</a:t>
            </a:r>
            <a:r>
              <a:rPr lang="en-ID" dirty="0"/>
              <a:t> </a:t>
            </a:r>
            <a:r>
              <a:rPr lang="en-ID" dirty="0" err="1"/>
              <a:t>ada</a:t>
            </a:r>
            <a:r>
              <a:rPr lang="en-ID" dirty="0"/>
              <a:t> </a:t>
            </a:r>
            <a:r>
              <a:rPr lang="en-ID" dirty="0" err="1"/>
              <a:t>seorang</a:t>
            </a:r>
            <a:r>
              <a:rPr lang="en-ID" dirty="0"/>
              <a:t> data scientist </a:t>
            </a:r>
            <a:r>
              <a:rPr lang="en-ID" dirty="0" err="1"/>
              <a:t>pemula</a:t>
            </a:r>
            <a:r>
              <a:rPr lang="en-ID" dirty="0"/>
              <a:t> yang </a:t>
            </a:r>
            <a:r>
              <a:rPr lang="en-ID" dirty="0" err="1"/>
              <a:t>ingin</a:t>
            </a:r>
            <a:r>
              <a:rPr lang="en-ID" dirty="0"/>
              <a:t> </a:t>
            </a:r>
            <a:r>
              <a:rPr lang="en-ID" dirty="0" err="1"/>
              <a:t>mempelajari</a:t>
            </a:r>
            <a:r>
              <a:rPr lang="en-ID" dirty="0"/>
              <a:t> machine learning, </a:t>
            </a:r>
            <a:r>
              <a:rPr lang="en-ID" dirty="0" err="1"/>
              <a:t>rekomendasi</a:t>
            </a:r>
            <a:r>
              <a:rPr lang="en-ID" dirty="0"/>
              <a:t> tools </a:t>
            </a:r>
            <a:r>
              <a:rPr lang="en-ID" dirty="0" err="1"/>
              <a:t>terbaik</a:t>
            </a:r>
            <a:r>
              <a:rPr lang="en-ID" dirty="0"/>
              <a:t> </a:t>
            </a:r>
            <a:r>
              <a:rPr lang="en-ID" dirty="0" err="1"/>
              <a:t>untuknya</a:t>
            </a:r>
            <a:r>
              <a:rPr lang="en-ID" dirty="0"/>
              <a:t> </a:t>
            </a:r>
            <a:r>
              <a:rPr lang="en-ID" dirty="0" err="1"/>
              <a:t>adalah</a:t>
            </a:r>
            <a:r>
              <a:rPr lang="en-ID" dirty="0"/>
              <a:t> </a:t>
            </a:r>
            <a:r>
              <a:rPr lang="en-ID" b="1" dirty="0"/>
              <a:t>Scikit-learn</a:t>
            </a:r>
            <a:r>
              <a:rPr lang="en-ID" dirty="0"/>
              <a:t> </a:t>
            </a:r>
            <a:r>
              <a:rPr lang="en-ID" dirty="0" err="1"/>
              <a:t>karena</a:t>
            </a:r>
            <a:r>
              <a:rPr lang="en-ID" dirty="0"/>
              <a:t> </a:t>
            </a:r>
            <a:r>
              <a:rPr lang="en-ID" dirty="0" err="1"/>
              <a:t>memiliki</a:t>
            </a:r>
            <a:r>
              <a:rPr lang="en-ID" dirty="0"/>
              <a:t> API </a:t>
            </a:r>
            <a:r>
              <a:rPr lang="en-ID" dirty="0" err="1"/>
              <a:t>sederhana</a:t>
            </a:r>
            <a:r>
              <a:rPr lang="en-ID" dirty="0"/>
              <a:t> dan </a:t>
            </a:r>
            <a:r>
              <a:rPr lang="en-ID" dirty="0" err="1"/>
              <a:t>dokumentasi</a:t>
            </a:r>
            <a:r>
              <a:rPr lang="en-ID" dirty="0"/>
              <a:t> yang </a:t>
            </a:r>
            <a:r>
              <a:rPr lang="en-ID" dirty="0" err="1"/>
              <a:t>luas</a:t>
            </a:r>
            <a:r>
              <a:rPr lang="en-ID" dirty="0"/>
              <a:t>.</a:t>
            </a:r>
          </a:p>
          <a:p>
            <a:r>
              <a:rPr lang="en-ID" dirty="0" err="1"/>
              <a:t>Sebaliknya</a:t>
            </a:r>
            <a:r>
              <a:rPr lang="en-ID" dirty="0"/>
              <a:t>, </a:t>
            </a:r>
            <a:r>
              <a:rPr lang="en-ID" dirty="0" err="1"/>
              <a:t>jika</a:t>
            </a:r>
            <a:r>
              <a:rPr lang="en-ID" dirty="0"/>
              <a:t> </a:t>
            </a:r>
            <a:r>
              <a:rPr lang="en-ID" dirty="0" err="1"/>
              <a:t>sebuah</a:t>
            </a:r>
            <a:r>
              <a:rPr lang="en-ID" dirty="0"/>
              <a:t> </a:t>
            </a:r>
            <a:r>
              <a:rPr lang="en-ID" dirty="0" err="1"/>
              <a:t>perusahaan</a:t>
            </a:r>
            <a:r>
              <a:rPr lang="en-ID" dirty="0"/>
              <a:t> </a:t>
            </a:r>
            <a:r>
              <a:rPr lang="en-ID" dirty="0" err="1"/>
              <a:t>ingin</a:t>
            </a:r>
            <a:r>
              <a:rPr lang="en-ID" dirty="0"/>
              <a:t> </a:t>
            </a:r>
            <a:r>
              <a:rPr lang="en-ID" dirty="0" err="1"/>
              <a:t>mengembangkan</a:t>
            </a:r>
            <a:r>
              <a:rPr lang="en-ID" dirty="0"/>
              <a:t> API yang </a:t>
            </a:r>
            <a:r>
              <a:rPr lang="en-ID" dirty="0" err="1"/>
              <a:t>cepat</a:t>
            </a:r>
            <a:r>
              <a:rPr lang="en-ID" dirty="0"/>
              <a:t> dan </a:t>
            </a:r>
            <a:r>
              <a:rPr lang="en-ID" dirty="0" err="1"/>
              <a:t>ringan</a:t>
            </a:r>
            <a:r>
              <a:rPr lang="en-ID" dirty="0"/>
              <a:t> </a:t>
            </a:r>
            <a:r>
              <a:rPr lang="en-ID" dirty="0" err="1"/>
              <a:t>untuk</a:t>
            </a:r>
            <a:r>
              <a:rPr lang="en-ID" dirty="0"/>
              <a:t> </a:t>
            </a:r>
            <a:r>
              <a:rPr lang="en-ID" dirty="0" err="1"/>
              <a:t>layanan</a:t>
            </a:r>
            <a:r>
              <a:rPr lang="en-ID" dirty="0"/>
              <a:t> web </a:t>
            </a:r>
            <a:r>
              <a:rPr lang="en-ID" dirty="0" err="1"/>
              <a:t>mereka</a:t>
            </a:r>
            <a:r>
              <a:rPr lang="en-ID" dirty="0"/>
              <a:t>, </a:t>
            </a:r>
            <a:r>
              <a:rPr lang="en-ID" b="1" dirty="0" err="1"/>
              <a:t>FastAPI</a:t>
            </a:r>
            <a:r>
              <a:rPr lang="en-ID" dirty="0"/>
              <a:t> </a:t>
            </a:r>
            <a:r>
              <a:rPr lang="en-ID" dirty="0" err="1"/>
              <a:t>lebih</a:t>
            </a:r>
            <a:r>
              <a:rPr lang="en-ID" dirty="0"/>
              <a:t> </a:t>
            </a:r>
            <a:r>
              <a:rPr lang="en-ID" dirty="0" err="1"/>
              <a:t>direkomendasikan</a:t>
            </a:r>
            <a:r>
              <a:rPr lang="en-ID" dirty="0"/>
              <a:t> </a:t>
            </a:r>
            <a:r>
              <a:rPr lang="en-ID" dirty="0" err="1"/>
              <a:t>dibandingkan</a:t>
            </a:r>
            <a:r>
              <a:rPr lang="en-ID" dirty="0"/>
              <a:t> framework lain </a:t>
            </a:r>
            <a:r>
              <a:rPr lang="en-ID" dirty="0" err="1"/>
              <a:t>seperti</a:t>
            </a:r>
            <a:r>
              <a:rPr lang="en-ID" dirty="0"/>
              <a:t> Flask </a:t>
            </a:r>
            <a:r>
              <a:rPr lang="en-ID" dirty="0" err="1"/>
              <a:t>atau</a:t>
            </a:r>
            <a:r>
              <a:rPr lang="en-ID" dirty="0"/>
              <a:t> Django.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EACCA0D2-D916-0EA0-F9A7-114F30CDC20A}"/>
              </a:ext>
            </a:extLst>
          </p:cNvPr>
          <p:cNvPicPr>
            <a:picLocks noChangeAspect="1"/>
          </p:cNvPicPr>
          <p:nvPr/>
        </p:nvPicPr>
        <p:blipFill>
          <a:blip r:embed="rId3"/>
          <a:stretch>
            <a:fillRect/>
          </a:stretch>
        </p:blipFill>
        <p:spPr>
          <a:xfrm>
            <a:off x="2057400" y="1600200"/>
            <a:ext cx="8132934" cy="3352800"/>
          </a:xfrm>
          <a:prstGeom prst="rect">
            <a:avLst/>
          </a:prstGeom>
        </p:spPr>
      </p:pic>
    </p:spTree>
    <p:extLst>
      <p:ext uri="{BB962C8B-B14F-4D97-AF65-F5344CB8AC3E}">
        <p14:creationId xmlns:p14="http://schemas.microsoft.com/office/powerpoint/2010/main" val="6544426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5CAA0-0452-5282-808F-C259F1DCD59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DB0EC0-3DC8-2361-3850-E1EDAAB6E3F0}"/>
              </a:ext>
            </a:extLst>
          </p:cNvPr>
          <p:cNvSpPr txBox="1"/>
          <p:nvPr/>
        </p:nvSpPr>
        <p:spPr>
          <a:xfrm>
            <a:off x="762000" y="304800"/>
            <a:ext cx="6032421" cy="646331"/>
          </a:xfrm>
          <a:prstGeom prst="rect">
            <a:avLst/>
          </a:prstGeom>
          <a:noFill/>
        </p:spPr>
        <p:txBody>
          <a:bodyPr wrap="none" rtlCol="0">
            <a:spAutoFit/>
          </a:bodyPr>
          <a:lstStyle/>
          <a:p>
            <a:r>
              <a:rPr lang="en-ID" sz="3600" dirty="0" err="1">
                <a:solidFill>
                  <a:schemeClr val="bg1"/>
                </a:solidFill>
              </a:rPr>
              <a:t>Temuan</a:t>
            </a:r>
            <a:r>
              <a:rPr lang="en-ID" sz="3600" dirty="0">
                <a:solidFill>
                  <a:schemeClr val="bg1"/>
                </a:solidFill>
              </a:rPr>
              <a:t> Masalah dan Solusi</a:t>
            </a:r>
          </a:p>
        </p:txBody>
      </p:sp>
      <p:sp>
        <p:nvSpPr>
          <p:cNvPr id="2" name="Rectangle 1">
            <a:extLst>
              <a:ext uri="{FF2B5EF4-FFF2-40B4-BE49-F238E27FC236}">
                <a16:creationId xmlns:a16="http://schemas.microsoft.com/office/drawing/2014/main" id="{88BC7BE8-8A82-BDCA-E5E4-DD533C2C87A2}"/>
              </a:ext>
            </a:extLst>
          </p:cNvPr>
          <p:cNvSpPr>
            <a:spLocks noChangeArrowheads="1"/>
          </p:cNvSpPr>
          <p:nvPr/>
        </p:nvSpPr>
        <p:spPr bwMode="auto">
          <a:xfrm>
            <a:off x="914400" y="1219200"/>
            <a:ext cx="107442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ID" b="1" dirty="0" err="1"/>
              <a:t>Temuan</a:t>
            </a:r>
            <a:r>
              <a:rPr lang="en-ID" b="1" dirty="0"/>
              <a:t> Masalah dan Solusi</a:t>
            </a:r>
            <a:r>
              <a:rPr lang="en-ID" dirty="0"/>
              <a:t> </a:t>
            </a:r>
            <a:r>
              <a:rPr lang="en-ID" dirty="0" err="1"/>
              <a:t>mengacu</a:t>
            </a:r>
            <a:r>
              <a:rPr lang="en-ID" dirty="0"/>
              <a:t> pada </a:t>
            </a:r>
            <a:r>
              <a:rPr lang="en-ID" dirty="0" err="1"/>
              <a:t>identifikasi</a:t>
            </a:r>
            <a:r>
              <a:rPr lang="en-ID" dirty="0"/>
              <a:t> </a:t>
            </a:r>
            <a:r>
              <a:rPr lang="en-ID" dirty="0" err="1"/>
              <a:t>kendala</a:t>
            </a:r>
            <a:r>
              <a:rPr lang="en-ID" dirty="0"/>
              <a:t> </a:t>
            </a:r>
            <a:r>
              <a:rPr lang="en-ID" dirty="0" err="1"/>
              <a:t>atau</a:t>
            </a:r>
            <a:r>
              <a:rPr lang="en-ID" dirty="0"/>
              <a:t> </a:t>
            </a:r>
            <a:r>
              <a:rPr lang="en-ID" dirty="0" err="1"/>
              <a:t>hambatan</a:t>
            </a:r>
            <a:r>
              <a:rPr lang="en-ID" dirty="0"/>
              <a:t> yang </a:t>
            </a:r>
            <a:r>
              <a:rPr lang="en-ID" dirty="0" err="1"/>
              <a:t>sering</a:t>
            </a:r>
            <a:r>
              <a:rPr lang="en-ID" dirty="0"/>
              <a:t> </a:t>
            </a:r>
            <a:r>
              <a:rPr lang="en-ID" dirty="0" err="1"/>
              <a:t>muncul</a:t>
            </a:r>
            <a:r>
              <a:rPr lang="en-ID" dirty="0"/>
              <a:t> </a:t>
            </a:r>
            <a:r>
              <a:rPr lang="en-ID" dirty="0" err="1"/>
              <a:t>saat</a:t>
            </a:r>
            <a:r>
              <a:rPr lang="en-ID" dirty="0"/>
              <a:t> </a:t>
            </a:r>
            <a:r>
              <a:rPr lang="en-ID" dirty="0" err="1"/>
              <a:t>menggunakan</a:t>
            </a:r>
            <a:r>
              <a:rPr lang="en-ID" dirty="0"/>
              <a:t> </a:t>
            </a:r>
            <a:r>
              <a:rPr lang="en-ID" dirty="0" err="1"/>
              <a:t>suatu</a:t>
            </a:r>
            <a:r>
              <a:rPr lang="en-ID" dirty="0"/>
              <a:t> tools </a:t>
            </a:r>
            <a:r>
              <a:rPr lang="en-ID" dirty="0" err="1"/>
              <a:t>atau</a:t>
            </a:r>
            <a:r>
              <a:rPr lang="en-ID" dirty="0"/>
              <a:t> software, </a:t>
            </a:r>
            <a:r>
              <a:rPr lang="en-ID" dirty="0" err="1"/>
              <a:t>serta</a:t>
            </a:r>
            <a:r>
              <a:rPr lang="en-ID" dirty="0"/>
              <a:t> </a:t>
            </a:r>
            <a:r>
              <a:rPr lang="en-ID" dirty="0" err="1"/>
              <a:t>cara</a:t>
            </a:r>
            <a:r>
              <a:rPr lang="en-ID" dirty="0"/>
              <a:t> </a:t>
            </a:r>
            <a:r>
              <a:rPr lang="en-ID" dirty="0" err="1"/>
              <a:t>mengatasinya</a:t>
            </a:r>
            <a:r>
              <a:rPr lang="en-ID" dirty="0"/>
              <a:t> </a:t>
            </a:r>
            <a:r>
              <a:rPr lang="en-ID" dirty="0" err="1"/>
              <a:t>dengan</a:t>
            </a:r>
            <a:r>
              <a:rPr lang="en-ID" dirty="0"/>
              <a:t> </a:t>
            </a:r>
            <a:r>
              <a:rPr lang="en-ID" dirty="0" err="1"/>
              <a:t>solusi</a:t>
            </a:r>
            <a:r>
              <a:rPr lang="en-ID" dirty="0"/>
              <a:t> yang </a:t>
            </a:r>
            <a:r>
              <a:rPr lang="en-ID" dirty="0" err="1"/>
              <a:t>efektif</a:t>
            </a:r>
            <a:r>
              <a:rPr lang="en-ID" dirty="0"/>
              <a:t>.</a:t>
            </a:r>
          </a:p>
          <a:p>
            <a:pPr>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a:buNone/>
            </a:pPr>
            <a:r>
              <a:rPr lang="en-ID" dirty="0"/>
              <a:t>1. Masalah Umum dan </a:t>
            </a:r>
            <a:r>
              <a:rPr lang="en-ID" dirty="0" err="1"/>
              <a:t>Solusinya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DDE6DD4B-16B5-0777-0074-13B32A509914}"/>
              </a:ext>
            </a:extLst>
          </p:cNvPr>
          <p:cNvPicPr>
            <a:picLocks noChangeAspect="1"/>
          </p:cNvPicPr>
          <p:nvPr/>
        </p:nvPicPr>
        <p:blipFill>
          <a:blip r:embed="rId3"/>
          <a:stretch>
            <a:fillRect/>
          </a:stretch>
        </p:blipFill>
        <p:spPr>
          <a:xfrm>
            <a:off x="2019300" y="2514600"/>
            <a:ext cx="8153400" cy="4152900"/>
          </a:xfrm>
          <a:prstGeom prst="rect">
            <a:avLst/>
          </a:prstGeom>
        </p:spPr>
      </p:pic>
    </p:spTree>
    <p:extLst>
      <p:ext uri="{BB962C8B-B14F-4D97-AF65-F5344CB8AC3E}">
        <p14:creationId xmlns:p14="http://schemas.microsoft.com/office/powerpoint/2010/main" val="23874685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88121-CEDC-7998-BA11-1F49A39E179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7ADA8B7-25B1-ED7F-52B4-EF4A5F64B6C9}"/>
              </a:ext>
            </a:extLst>
          </p:cNvPr>
          <p:cNvSpPr txBox="1"/>
          <p:nvPr/>
        </p:nvSpPr>
        <p:spPr>
          <a:xfrm>
            <a:off x="762000" y="304800"/>
            <a:ext cx="6032421" cy="646331"/>
          </a:xfrm>
          <a:prstGeom prst="rect">
            <a:avLst/>
          </a:prstGeom>
          <a:noFill/>
        </p:spPr>
        <p:txBody>
          <a:bodyPr wrap="none" rtlCol="0">
            <a:spAutoFit/>
          </a:bodyPr>
          <a:lstStyle/>
          <a:p>
            <a:r>
              <a:rPr lang="en-ID" sz="3600" dirty="0" err="1">
                <a:solidFill>
                  <a:schemeClr val="bg1"/>
                </a:solidFill>
              </a:rPr>
              <a:t>Temuan</a:t>
            </a:r>
            <a:r>
              <a:rPr lang="en-ID" sz="3600" dirty="0">
                <a:solidFill>
                  <a:schemeClr val="bg1"/>
                </a:solidFill>
              </a:rPr>
              <a:t> Masalah dan Solusi</a:t>
            </a:r>
          </a:p>
        </p:txBody>
      </p:sp>
      <p:sp>
        <p:nvSpPr>
          <p:cNvPr id="2" name="Rectangle 1">
            <a:extLst>
              <a:ext uri="{FF2B5EF4-FFF2-40B4-BE49-F238E27FC236}">
                <a16:creationId xmlns:a16="http://schemas.microsoft.com/office/drawing/2014/main" id="{112740BD-4660-A8EE-4C21-D14A7358EF2A}"/>
              </a:ext>
            </a:extLst>
          </p:cNvPr>
          <p:cNvSpPr>
            <a:spLocks noChangeArrowheads="1"/>
          </p:cNvSpPr>
          <p:nvPr/>
        </p:nvSpPr>
        <p:spPr bwMode="auto">
          <a:xfrm>
            <a:off x="914400" y="1219200"/>
            <a:ext cx="107442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ID" b="1" dirty="0"/>
              <a:t>2. </a:t>
            </a:r>
            <a:r>
              <a:rPr lang="en-ID" b="1" dirty="0" err="1"/>
              <a:t>Contoh</a:t>
            </a:r>
            <a:r>
              <a:rPr lang="en-ID" b="1" dirty="0"/>
              <a:t> Studi Kasus</a:t>
            </a:r>
          </a:p>
          <a:p>
            <a:pPr>
              <a:buNone/>
            </a:pPr>
            <a:r>
              <a:rPr lang="en-ID" dirty="0" err="1"/>
              <a:t>Misalnya</a:t>
            </a:r>
            <a:r>
              <a:rPr lang="en-ID" dirty="0"/>
              <a:t>, </a:t>
            </a:r>
            <a:r>
              <a:rPr lang="en-ID" dirty="0" err="1"/>
              <a:t>sebuah</a:t>
            </a:r>
            <a:r>
              <a:rPr lang="en-ID" dirty="0"/>
              <a:t> </a:t>
            </a:r>
            <a:r>
              <a:rPr lang="en-ID" dirty="0" err="1"/>
              <a:t>tim</a:t>
            </a:r>
            <a:r>
              <a:rPr lang="en-ID" dirty="0"/>
              <a:t> </a:t>
            </a:r>
            <a:r>
              <a:rPr lang="en-ID" dirty="0" err="1"/>
              <a:t>pengembang</a:t>
            </a:r>
            <a:r>
              <a:rPr lang="en-ID" dirty="0"/>
              <a:t> </a:t>
            </a:r>
            <a:r>
              <a:rPr lang="en-ID" dirty="0" err="1"/>
              <a:t>mengalami</a:t>
            </a:r>
            <a:r>
              <a:rPr lang="en-ID" dirty="0"/>
              <a:t> </a:t>
            </a:r>
            <a:r>
              <a:rPr lang="en-ID" dirty="0" err="1"/>
              <a:t>masalah</a:t>
            </a:r>
            <a:r>
              <a:rPr lang="en-ID" dirty="0"/>
              <a:t> </a:t>
            </a:r>
            <a:r>
              <a:rPr lang="en-ID" dirty="0" err="1"/>
              <a:t>ketika</a:t>
            </a:r>
            <a:r>
              <a:rPr lang="en-ID" dirty="0"/>
              <a:t> </a:t>
            </a:r>
            <a:r>
              <a:rPr lang="en-ID" dirty="0" err="1"/>
              <a:t>menginstal</a:t>
            </a:r>
            <a:r>
              <a:rPr lang="en-ID" dirty="0"/>
              <a:t> TensorFlow di </a:t>
            </a:r>
            <a:r>
              <a:rPr lang="en-ID" dirty="0" err="1"/>
              <a:t>lingkungan</a:t>
            </a:r>
            <a:r>
              <a:rPr lang="en-ID" dirty="0"/>
              <a:t> yang </a:t>
            </a:r>
            <a:r>
              <a:rPr lang="en-ID" dirty="0" err="1"/>
              <a:t>berbeda-beda</a:t>
            </a:r>
            <a:r>
              <a:rPr lang="en-ID" dirty="0"/>
              <a:t>. </a:t>
            </a:r>
            <a:r>
              <a:rPr lang="en-ID" dirty="0" err="1"/>
              <a:t>Instalasi</a:t>
            </a:r>
            <a:r>
              <a:rPr lang="en-ID" dirty="0"/>
              <a:t> </a:t>
            </a:r>
            <a:r>
              <a:rPr lang="en-ID" dirty="0" err="1"/>
              <a:t>sering</a:t>
            </a:r>
            <a:r>
              <a:rPr lang="en-ID" dirty="0"/>
              <a:t> </a:t>
            </a:r>
            <a:r>
              <a:rPr lang="en-ID" dirty="0" err="1"/>
              <a:t>gagal</a:t>
            </a:r>
            <a:r>
              <a:rPr lang="en-ID" dirty="0"/>
              <a:t> </a:t>
            </a:r>
            <a:r>
              <a:rPr lang="en-ID" dirty="0" err="1"/>
              <a:t>karena</a:t>
            </a:r>
            <a:r>
              <a:rPr lang="en-ID" dirty="0"/>
              <a:t> </a:t>
            </a:r>
            <a:r>
              <a:rPr lang="en-ID" dirty="0" err="1"/>
              <a:t>perbedaan</a:t>
            </a:r>
            <a:r>
              <a:rPr lang="en-ID" dirty="0"/>
              <a:t> </a:t>
            </a:r>
            <a:r>
              <a:rPr lang="en-ID" dirty="0" err="1"/>
              <a:t>versi</a:t>
            </a:r>
            <a:r>
              <a:rPr lang="en-ID" dirty="0"/>
              <a:t> dependency. Solusi yang </a:t>
            </a:r>
            <a:r>
              <a:rPr lang="en-ID" dirty="0" err="1"/>
              <a:t>diambil</a:t>
            </a:r>
            <a:r>
              <a:rPr lang="en-ID" dirty="0"/>
              <a:t>:</a:t>
            </a:r>
          </a:p>
          <a:p>
            <a:pPr>
              <a:buNone/>
            </a:pPr>
            <a:r>
              <a:rPr lang="en-ID" dirty="0"/>
              <a:t>✅ </a:t>
            </a:r>
            <a:r>
              <a:rPr lang="en-ID" b="1" dirty="0" err="1"/>
              <a:t>Menggunakan</a:t>
            </a:r>
            <a:r>
              <a:rPr lang="en-ID" b="1" dirty="0"/>
              <a:t> Docker</a:t>
            </a:r>
            <a:r>
              <a:rPr lang="en-ID" dirty="0"/>
              <a:t> </a:t>
            </a:r>
            <a:r>
              <a:rPr lang="en-ID" dirty="0" err="1"/>
              <a:t>untuk</a:t>
            </a:r>
            <a:r>
              <a:rPr lang="en-ID" dirty="0"/>
              <a:t> </a:t>
            </a:r>
            <a:r>
              <a:rPr lang="en-ID" dirty="0" err="1"/>
              <a:t>memastikan</a:t>
            </a:r>
            <a:r>
              <a:rPr lang="en-ID" dirty="0"/>
              <a:t> </a:t>
            </a:r>
            <a:r>
              <a:rPr lang="en-ID" dirty="0" err="1"/>
              <a:t>lingkungan</a:t>
            </a:r>
            <a:r>
              <a:rPr lang="en-ID" dirty="0"/>
              <a:t> </a:t>
            </a:r>
            <a:r>
              <a:rPr lang="en-ID" dirty="0" err="1"/>
              <a:t>kerja</a:t>
            </a:r>
            <a:r>
              <a:rPr lang="en-ID" dirty="0"/>
              <a:t> </a:t>
            </a:r>
            <a:r>
              <a:rPr lang="en-ID" dirty="0" err="1"/>
              <a:t>seragam</a:t>
            </a:r>
            <a:r>
              <a:rPr lang="en-ID" dirty="0"/>
              <a:t> di </a:t>
            </a:r>
            <a:r>
              <a:rPr lang="en-ID" dirty="0" err="1"/>
              <a:t>semua</a:t>
            </a:r>
            <a:r>
              <a:rPr lang="en-ID" dirty="0"/>
              <a:t> </a:t>
            </a:r>
            <a:r>
              <a:rPr lang="en-ID" dirty="0" err="1"/>
              <a:t>komputer</a:t>
            </a:r>
            <a:r>
              <a:rPr lang="en-ID" dirty="0"/>
              <a:t>.</a:t>
            </a:r>
          </a:p>
          <a:p>
            <a:r>
              <a:rPr lang="en-ID" dirty="0" err="1"/>
              <a:t>Hasilnya</a:t>
            </a:r>
            <a:r>
              <a:rPr lang="en-ID" dirty="0"/>
              <a:t>: </a:t>
            </a:r>
            <a:r>
              <a:rPr lang="en-ID" dirty="0" err="1"/>
              <a:t>Instalasi</a:t>
            </a:r>
            <a:r>
              <a:rPr lang="en-ID" dirty="0"/>
              <a:t> </a:t>
            </a:r>
            <a:r>
              <a:rPr lang="en-ID" dirty="0" err="1"/>
              <a:t>jadi</a:t>
            </a:r>
            <a:r>
              <a:rPr lang="en-ID" dirty="0"/>
              <a:t> </a:t>
            </a:r>
            <a:r>
              <a:rPr lang="en-ID" dirty="0" err="1"/>
              <a:t>lebih</a:t>
            </a:r>
            <a:r>
              <a:rPr lang="en-ID" dirty="0"/>
              <a:t> </a:t>
            </a:r>
            <a:r>
              <a:rPr lang="en-ID" dirty="0" err="1"/>
              <a:t>cepat</a:t>
            </a:r>
            <a:r>
              <a:rPr lang="en-ID" dirty="0"/>
              <a:t>, </a:t>
            </a:r>
            <a:r>
              <a:rPr lang="en-ID" dirty="0" err="1"/>
              <a:t>tidak</a:t>
            </a:r>
            <a:r>
              <a:rPr lang="en-ID" dirty="0"/>
              <a:t> </a:t>
            </a:r>
            <a:r>
              <a:rPr lang="en-ID" dirty="0" err="1"/>
              <a:t>ada</a:t>
            </a:r>
            <a:r>
              <a:rPr lang="en-ID" dirty="0"/>
              <a:t> </a:t>
            </a:r>
            <a:r>
              <a:rPr lang="en-ID" dirty="0" err="1"/>
              <a:t>masalah</a:t>
            </a:r>
            <a:r>
              <a:rPr lang="en-ID" dirty="0"/>
              <a:t> dependency, dan </a:t>
            </a:r>
            <a:r>
              <a:rPr lang="en-ID" dirty="0" err="1"/>
              <a:t>pengembang</a:t>
            </a:r>
            <a:r>
              <a:rPr lang="en-ID" dirty="0"/>
              <a:t> </a:t>
            </a:r>
            <a:r>
              <a:rPr lang="en-ID" dirty="0" err="1"/>
              <a:t>bisa</a:t>
            </a:r>
            <a:r>
              <a:rPr lang="en-ID" dirty="0"/>
              <a:t> </a:t>
            </a:r>
            <a:r>
              <a:rPr lang="en-ID" dirty="0" err="1"/>
              <a:t>langsung</a:t>
            </a:r>
            <a:r>
              <a:rPr lang="en-ID" dirty="0"/>
              <a:t> </a:t>
            </a:r>
            <a:r>
              <a:rPr lang="en-ID" dirty="0" err="1"/>
              <a:t>fokus</a:t>
            </a:r>
            <a:r>
              <a:rPr lang="en-ID" dirty="0"/>
              <a:t> </a:t>
            </a:r>
            <a:r>
              <a:rPr lang="en-ID" dirty="0" err="1"/>
              <a:t>ke</a:t>
            </a:r>
            <a:r>
              <a:rPr lang="en-ID" dirty="0"/>
              <a:t> </a:t>
            </a:r>
            <a:r>
              <a:rPr lang="en-ID" dirty="0" err="1"/>
              <a:t>pekerjaan</a:t>
            </a:r>
            <a:r>
              <a:rPr lang="en-ID" dirty="0"/>
              <a:t> </a:t>
            </a:r>
            <a:r>
              <a:rPr lang="en-ID" dirty="0" err="1"/>
              <a:t>utama</a:t>
            </a:r>
            <a:r>
              <a:rPr lang="en-ID" dirty="0"/>
              <a:t>.</a:t>
            </a:r>
          </a:p>
          <a:p>
            <a:pPr>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a:buNone/>
            </a:pPr>
            <a:r>
              <a:rPr lang="en-ID" b="1" dirty="0"/>
              <a:t>3. </a:t>
            </a:r>
            <a:r>
              <a:rPr lang="en-ID" b="1" dirty="0" err="1"/>
              <a:t>Mengapa</a:t>
            </a:r>
            <a:r>
              <a:rPr lang="en-ID" b="1" dirty="0"/>
              <a:t> </a:t>
            </a:r>
            <a:r>
              <a:rPr lang="en-ID" b="1" dirty="0" err="1"/>
              <a:t>Identifikasi</a:t>
            </a:r>
            <a:r>
              <a:rPr lang="en-ID" b="1" dirty="0"/>
              <a:t> Masalah </a:t>
            </a:r>
            <a:r>
              <a:rPr lang="en-ID" b="1" dirty="0" err="1"/>
              <a:t>Penting</a:t>
            </a:r>
            <a:r>
              <a:rPr lang="en-ID" b="1" dirty="0"/>
              <a:t>?</a:t>
            </a:r>
          </a:p>
          <a:p>
            <a:pPr>
              <a:buFont typeface="Arial" panose="020B0604020202020204" pitchFamily="34" charset="0"/>
              <a:buChar char="•"/>
            </a:pPr>
            <a:r>
              <a:rPr lang="en-ID" b="1" dirty="0" err="1"/>
              <a:t>Menghemat</a:t>
            </a:r>
            <a:r>
              <a:rPr lang="en-ID" b="1" dirty="0"/>
              <a:t> </a:t>
            </a:r>
            <a:r>
              <a:rPr lang="en-ID" b="1" dirty="0" err="1"/>
              <a:t>waktu</a:t>
            </a:r>
            <a:r>
              <a:rPr lang="en-ID" dirty="0"/>
              <a:t> </a:t>
            </a:r>
            <a:r>
              <a:rPr lang="en-ID" dirty="0" err="1"/>
              <a:t>dengan</a:t>
            </a:r>
            <a:r>
              <a:rPr lang="en-ID" dirty="0"/>
              <a:t> </a:t>
            </a:r>
            <a:r>
              <a:rPr lang="en-ID" dirty="0" err="1"/>
              <a:t>solusi</a:t>
            </a:r>
            <a:r>
              <a:rPr lang="en-ID" dirty="0"/>
              <a:t> yang </a:t>
            </a:r>
            <a:r>
              <a:rPr lang="en-ID" dirty="0" err="1"/>
              <a:t>sudah</a:t>
            </a:r>
            <a:r>
              <a:rPr lang="en-ID" dirty="0"/>
              <a:t> </a:t>
            </a:r>
            <a:r>
              <a:rPr lang="en-ID" dirty="0" err="1"/>
              <a:t>terbukti</a:t>
            </a:r>
            <a:r>
              <a:rPr lang="en-ID" dirty="0"/>
              <a:t>.</a:t>
            </a:r>
          </a:p>
          <a:p>
            <a:pPr>
              <a:buFont typeface="Arial" panose="020B0604020202020204" pitchFamily="34" charset="0"/>
              <a:buChar char="•"/>
            </a:pPr>
            <a:r>
              <a:rPr lang="en-ID" b="1" dirty="0" err="1"/>
              <a:t>Meningkatkan</a:t>
            </a:r>
            <a:r>
              <a:rPr lang="en-ID" b="1" dirty="0"/>
              <a:t> </a:t>
            </a:r>
            <a:r>
              <a:rPr lang="en-ID" b="1" dirty="0" err="1"/>
              <a:t>efisiensi</a:t>
            </a:r>
            <a:r>
              <a:rPr lang="en-ID" b="1" dirty="0"/>
              <a:t> </a:t>
            </a:r>
            <a:r>
              <a:rPr lang="en-ID" b="1" dirty="0" err="1"/>
              <a:t>kerja</a:t>
            </a:r>
            <a:r>
              <a:rPr lang="en-ID" dirty="0"/>
              <a:t> </a:t>
            </a:r>
            <a:r>
              <a:rPr lang="en-ID" dirty="0" err="1"/>
              <a:t>dengan</a:t>
            </a:r>
            <a:r>
              <a:rPr lang="en-ID" dirty="0"/>
              <a:t> </a:t>
            </a:r>
            <a:r>
              <a:rPr lang="en-ID" dirty="0" err="1"/>
              <a:t>cara</a:t>
            </a:r>
            <a:r>
              <a:rPr lang="en-ID" dirty="0"/>
              <a:t> yang </a:t>
            </a:r>
            <a:r>
              <a:rPr lang="en-ID" dirty="0" err="1"/>
              <a:t>lebih</a:t>
            </a:r>
            <a:r>
              <a:rPr lang="en-ID" dirty="0"/>
              <a:t> optimal.</a:t>
            </a:r>
          </a:p>
          <a:p>
            <a:pPr>
              <a:buFont typeface="Arial" panose="020B0604020202020204" pitchFamily="34" charset="0"/>
              <a:buChar char="•"/>
            </a:pPr>
            <a:r>
              <a:rPr lang="en-ID" b="1" dirty="0" err="1"/>
              <a:t>Menghindari</a:t>
            </a:r>
            <a:r>
              <a:rPr lang="en-ID" b="1" dirty="0"/>
              <a:t> </a:t>
            </a:r>
            <a:r>
              <a:rPr lang="en-ID" b="1" dirty="0" err="1"/>
              <a:t>frustrasi</a:t>
            </a:r>
            <a:r>
              <a:rPr lang="en-ID" dirty="0"/>
              <a:t> </a:t>
            </a:r>
            <a:r>
              <a:rPr lang="en-ID" dirty="0" err="1"/>
              <a:t>saat</a:t>
            </a:r>
            <a:r>
              <a:rPr lang="en-ID" dirty="0"/>
              <a:t> </a:t>
            </a:r>
            <a:r>
              <a:rPr lang="en-ID" dirty="0" err="1"/>
              <a:t>menghadapi</a:t>
            </a:r>
            <a:r>
              <a:rPr lang="en-ID" dirty="0"/>
              <a:t> </a:t>
            </a:r>
            <a:r>
              <a:rPr lang="en-ID" dirty="0" err="1"/>
              <a:t>kendala</a:t>
            </a:r>
            <a:r>
              <a:rPr lang="en-ID" dirty="0"/>
              <a:t> </a:t>
            </a:r>
            <a:r>
              <a:rPr lang="en-ID" dirty="0" err="1"/>
              <a:t>teknis</a:t>
            </a:r>
            <a:r>
              <a:rPr lang="en-ID" dirty="0"/>
              <a:t>.</a:t>
            </a:r>
          </a:p>
          <a:p>
            <a:pPr>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88321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20BB5-9A59-7C74-F66A-6734225FB52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5D2B023-82BA-4515-62BA-3A50146F25B6}"/>
              </a:ext>
            </a:extLst>
          </p:cNvPr>
          <p:cNvSpPr txBox="1"/>
          <p:nvPr/>
        </p:nvSpPr>
        <p:spPr>
          <a:xfrm>
            <a:off x="762000" y="304800"/>
            <a:ext cx="5262979" cy="646331"/>
          </a:xfrm>
          <a:prstGeom prst="rect">
            <a:avLst/>
          </a:prstGeom>
          <a:noFill/>
        </p:spPr>
        <p:txBody>
          <a:bodyPr wrap="none" rtlCol="0">
            <a:spAutoFit/>
          </a:bodyPr>
          <a:lstStyle/>
          <a:p>
            <a:r>
              <a:rPr lang="en-ID" sz="3600" dirty="0" err="1">
                <a:solidFill>
                  <a:schemeClr val="bg1"/>
                </a:solidFill>
              </a:rPr>
              <a:t>Peluang</a:t>
            </a:r>
            <a:r>
              <a:rPr lang="en-ID" sz="3600" dirty="0">
                <a:solidFill>
                  <a:schemeClr val="bg1"/>
                </a:solidFill>
              </a:rPr>
              <a:t> </a:t>
            </a:r>
            <a:r>
              <a:rPr lang="en-ID" sz="3600" dirty="0" err="1">
                <a:solidFill>
                  <a:schemeClr val="bg1"/>
                </a:solidFill>
              </a:rPr>
              <a:t>Pengembangan</a:t>
            </a:r>
            <a:endParaRPr lang="en-ID" sz="3600" dirty="0">
              <a:solidFill>
                <a:schemeClr val="bg1"/>
              </a:solidFill>
            </a:endParaRPr>
          </a:p>
        </p:txBody>
      </p:sp>
      <p:sp>
        <p:nvSpPr>
          <p:cNvPr id="2" name="Rectangle 1">
            <a:extLst>
              <a:ext uri="{FF2B5EF4-FFF2-40B4-BE49-F238E27FC236}">
                <a16:creationId xmlns:a16="http://schemas.microsoft.com/office/drawing/2014/main" id="{934C34A1-1A02-2C85-2286-6869FB5EFADB}"/>
              </a:ext>
            </a:extLst>
          </p:cNvPr>
          <p:cNvSpPr>
            <a:spLocks noChangeArrowheads="1"/>
          </p:cNvSpPr>
          <p:nvPr/>
        </p:nvSpPr>
        <p:spPr bwMode="auto">
          <a:xfrm>
            <a:off x="838200" y="914400"/>
            <a:ext cx="10972800"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ID" b="1" dirty="0" err="1"/>
              <a:t>Peluang</a:t>
            </a:r>
            <a:r>
              <a:rPr lang="en-ID" b="1" dirty="0"/>
              <a:t> </a:t>
            </a:r>
            <a:r>
              <a:rPr lang="en-ID" b="1" dirty="0" err="1"/>
              <a:t>Pengembangan</a:t>
            </a:r>
            <a:r>
              <a:rPr lang="en-ID" dirty="0"/>
              <a:t> </a:t>
            </a:r>
            <a:r>
              <a:rPr lang="en-ID" dirty="0" err="1"/>
              <a:t>mengacu</a:t>
            </a:r>
            <a:r>
              <a:rPr lang="en-ID" dirty="0"/>
              <a:t> pada </a:t>
            </a:r>
            <a:r>
              <a:rPr lang="en-ID" dirty="0" err="1"/>
              <a:t>kemungkinan</a:t>
            </a:r>
            <a:r>
              <a:rPr lang="en-ID" dirty="0"/>
              <a:t> </a:t>
            </a:r>
            <a:r>
              <a:rPr lang="en-ID" dirty="0" err="1"/>
              <a:t>perbaikan</a:t>
            </a:r>
            <a:r>
              <a:rPr lang="en-ID" dirty="0"/>
              <a:t>, </a:t>
            </a:r>
            <a:r>
              <a:rPr lang="en-ID" dirty="0" err="1"/>
              <a:t>inovasi</a:t>
            </a:r>
            <a:r>
              <a:rPr lang="en-ID" dirty="0"/>
              <a:t>, </a:t>
            </a:r>
            <a:r>
              <a:rPr lang="en-ID" dirty="0" err="1"/>
              <a:t>atau</a:t>
            </a:r>
            <a:r>
              <a:rPr lang="en-ID" dirty="0"/>
              <a:t> </a:t>
            </a:r>
            <a:r>
              <a:rPr lang="en-ID" dirty="0" err="1"/>
              <a:t>ekspansi</a:t>
            </a:r>
            <a:r>
              <a:rPr lang="en-ID" dirty="0"/>
              <a:t> </a:t>
            </a:r>
            <a:r>
              <a:rPr lang="en-ID" dirty="0" err="1"/>
              <a:t>fitur</a:t>
            </a:r>
            <a:r>
              <a:rPr lang="en-ID" dirty="0"/>
              <a:t> yang </a:t>
            </a:r>
            <a:r>
              <a:rPr lang="en-ID" dirty="0" err="1"/>
              <a:t>dapat</a:t>
            </a:r>
            <a:r>
              <a:rPr lang="en-ID" dirty="0"/>
              <a:t> </a:t>
            </a:r>
            <a:r>
              <a:rPr lang="en-ID" dirty="0" err="1"/>
              <a:t>dilakukan</a:t>
            </a:r>
            <a:r>
              <a:rPr lang="en-ID" dirty="0"/>
              <a:t> </a:t>
            </a:r>
            <a:r>
              <a:rPr lang="en-ID" dirty="0" err="1"/>
              <a:t>untuk</a:t>
            </a:r>
            <a:r>
              <a:rPr lang="en-ID" dirty="0"/>
              <a:t> </a:t>
            </a:r>
            <a:r>
              <a:rPr lang="en-ID" dirty="0" err="1"/>
              <a:t>meningkatkan</a:t>
            </a:r>
            <a:r>
              <a:rPr lang="en-ID" dirty="0"/>
              <a:t> </a:t>
            </a:r>
            <a:r>
              <a:rPr lang="en-ID" dirty="0" err="1"/>
              <a:t>suatu</a:t>
            </a:r>
            <a:r>
              <a:rPr lang="en-ID" dirty="0"/>
              <a:t> tools </a:t>
            </a:r>
            <a:r>
              <a:rPr lang="en-ID" dirty="0" err="1"/>
              <a:t>atau</a:t>
            </a:r>
            <a:r>
              <a:rPr lang="en-ID" dirty="0"/>
              <a:t> software agar </a:t>
            </a:r>
            <a:r>
              <a:rPr lang="en-ID" dirty="0" err="1"/>
              <a:t>lebih</a:t>
            </a:r>
            <a:r>
              <a:rPr lang="en-ID" dirty="0"/>
              <a:t> </a:t>
            </a:r>
            <a:r>
              <a:rPr lang="en-ID" dirty="0" err="1"/>
              <a:t>bermanfaat</a:t>
            </a:r>
            <a:r>
              <a:rPr lang="en-ID" dirty="0"/>
              <a:t> dan </a:t>
            </a:r>
            <a:r>
              <a:rPr lang="en-ID" dirty="0" err="1"/>
              <a:t>kompetitif</a:t>
            </a:r>
            <a:r>
              <a:rPr lang="en-ID" dirty="0"/>
              <a:t>.</a:t>
            </a:r>
          </a:p>
          <a:p>
            <a:pPr>
              <a:buNone/>
            </a:pPr>
            <a:endParaRPr kumimoji="0" lang="en-ID" altLang="en-US" sz="1800" b="0" i="0" u="none" strike="noStrike" cap="none" normalizeH="0" baseline="0" dirty="0">
              <a:ln>
                <a:noFill/>
              </a:ln>
              <a:solidFill>
                <a:schemeClr val="tx1"/>
              </a:solidFill>
              <a:effectLst/>
              <a:latin typeface="Arial" panose="020B0604020202020204" pitchFamily="34" charset="0"/>
            </a:endParaRPr>
          </a:p>
          <a:p>
            <a:pPr>
              <a:buNone/>
            </a:pPr>
            <a:r>
              <a:rPr lang="en-ID" b="1" dirty="0"/>
              <a:t>1. </a:t>
            </a:r>
            <a:r>
              <a:rPr lang="en-ID" b="1" dirty="0" err="1"/>
              <a:t>Inovasi</a:t>
            </a:r>
            <a:r>
              <a:rPr lang="en-ID" b="1" dirty="0"/>
              <a:t> yang Bisa </a:t>
            </a:r>
            <a:r>
              <a:rPr lang="en-ID" b="1" dirty="0" err="1"/>
              <a:t>Ditambahkan</a:t>
            </a:r>
            <a:endParaRPr lang="en-ID" b="1" dirty="0"/>
          </a:p>
          <a:p>
            <a:pPr>
              <a:buNone/>
            </a:pPr>
            <a:r>
              <a:rPr lang="en-ID" dirty="0"/>
              <a:t>✅ </a:t>
            </a:r>
            <a:r>
              <a:rPr lang="en-ID" b="1" dirty="0"/>
              <a:t>Integrasi AI </a:t>
            </a:r>
            <a:r>
              <a:rPr lang="en-ID" b="1" dirty="0" err="1"/>
              <a:t>untuk</a:t>
            </a:r>
            <a:r>
              <a:rPr lang="en-ID" b="1" dirty="0"/>
              <a:t> </a:t>
            </a:r>
            <a:r>
              <a:rPr lang="en-ID" b="1" dirty="0" err="1"/>
              <a:t>Otomatisasi</a:t>
            </a:r>
            <a:endParaRPr lang="en-ID" dirty="0"/>
          </a:p>
          <a:p>
            <a:pPr>
              <a:buFont typeface="Arial" panose="020B0604020202020204" pitchFamily="34" charset="0"/>
              <a:buChar char="•"/>
            </a:pPr>
            <a:r>
              <a:rPr lang="en-ID" dirty="0" err="1"/>
              <a:t>Menambahkan</a:t>
            </a:r>
            <a:r>
              <a:rPr lang="en-ID" dirty="0"/>
              <a:t> </a:t>
            </a:r>
            <a:r>
              <a:rPr lang="en-ID" dirty="0" err="1"/>
              <a:t>fitur</a:t>
            </a:r>
            <a:r>
              <a:rPr lang="en-ID" dirty="0"/>
              <a:t> </a:t>
            </a:r>
            <a:r>
              <a:rPr lang="en-ID" dirty="0" err="1"/>
              <a:t>kecerdasan</a:t>
            </a:r>
            <a:r>
              <a:rPr lang="en-ID" dirty="0"/>
              <a:t> </a:t>
            </a:r>
            <a:r>
              <a:rPr lang="en-ID" dirty="0" err="1"/>
              <a:t>buatan</a:t>
            </a:r>
            <a:r>
              <a:rPr lang="en-ID" dirty="0"/>
              <a:t> </a:t>
            </a:r>
            <a:r>
              <a:rPr lang="en-ID" dirty="0" err="1"/>
              <a:t>untuk</a:t>
            </a:r>
            <a:r>
              <a:rPr lang="en-ID" dirty="0"/>
              <a:t> </a:t>
            </a:r>
            <a:r>
              <a:rPr lang="en-ID" dirty="0" err="1"/>
              <a:t>meningkatkan</a:t>
            </a:r>
            <a:r>
              <a:rPr lang="en-ID" dirty="0"/>
              <a:t> </a:t>
            </a:r>
            <a:r>
              <a:rPr lang="en-ID" dirty="0" err="1"/>
              <a:t>efisiensi</a:t>
            </a:r>
            <a:r>
              <a:rPr lang="en-ID" dirty="0"/>
              <a:t>, </a:t>
            </a:r>
            <a:r>
              <a:rPr lang="en-ID" dirty="0" err="1"/>
              <a:t>seperti</a:t>
            </a:r>
            <a:r>
              <a:rPr lang="en-ID" dirty="0"/>
              <a:t>: </a:t>
            </a:r>
          </a:p>
          <a:p>
            <a:pPr marL="742950" lvl="1" indent="-285750">
              <a:buFont typeface="Arial" panose="020B0604020202020204" pitchFamily="34" charset="0"/>
              <a:buChar char="•"/>
            </a:pPr>
            <a:r>
              <a:rPr lang="en-ID" b="1" dirty="0"/>
              <a:t>Chatbot </a:t>
            </a:r>
            <a:r>
              <a:rPr lang="en-ID" b="1" dirty="0" err="1"/>
              <a:t>berbasis</a:t>
            </a:r>
            <a:r>
              <a:rPr lang="en-ID" b="1" dirty="0"/>
              <a:t> AI</a:t>
            </a:r>
            <a:r>
              <a:rPr lang="en-ID" dirty="0"/>
              <a:t> </a:t>
            </a:r>
            <a:r>
              <a:rPr lang="en-ID" dirty="0" err="1"/>
              <a:t>untuk</a:t>
            </a:r>
            <a:r>
              <a:rPr lang="en-ID" dirty="0"/>
              <a:t> </a:t>
            </a:r>
            <a:r>
              <a:rPr lang="en-ID" dirty="0" err="1"/>
              <a:t>membantu</a:t>
            </a:r>
            <a:r>
              <a:rPr lang="en-ID" dirty="0"/>
              <a:t> </a:t>
            </a:r>
            <a:r>
              <a:rPr lang="en-ID" dirty="0" err="1"/>
              <a:t>pengguna</a:t>
            </a:r>
            <a:r>
              <a:rPr lang="en-ID" dirty="0"/>
              <a:t>.</a:t>
            </a:r>
          </a:p>
          <a:p>
            <a:pPr marL="742950" lvl="1" indent="-285750">
              <a:buFont typeface="Arial" panose="020B0604020202020204" pitchFamily="34" charset="0"/>
              <a:buChar char="•"/>
            </a:pPr>
            <a:r>
              <a:rPr lang="en-ID" b="1" dirty="0" err="1"/>
              <a:t>Prediksi</a:t>
            </a:r>
            <a:r>
              <a:rPr lang="en-ID" b="1" dirty="0"/>
              <a:t> </a:t>
            </a:r>
            <a:r>
              <a:rPr lang="en-ID" b="1" dirty="0" err="1"/>
              <a:t>kesalahan</a:t>
            </a:r>
            <a:r>
              <a:rPr lang="en-ID" b="1" dirty="0"/>
              <a:t> </a:t>
            </a:r>
            <a:r>
              <a:rPr lang="en-ID" b="1" dirty="0" err="1"/>
              <a:t>atau</a:t>
            </a:r>
            <a:r>
              <a:rPr lang="en-ID" b="1" dirty="0"/>
              <a:t> bug</a:t>
            </a:r>
            <a:r>
              <a:rPr lang="en-ID" dirty="0"/>
              <a:t> </a:t>
            </a:r>
            <a:r>
              <a:rPr lang="en-ID" dirty="0" err="1"/>
              <a:t>dengan</a:t>
            </a:r>
            <a:r>
              <a:rPr lang="en-ID" dirty="0"/>
              <a:t> machine learning.</a:t>
            </a:r>
          </a:p>
          <a:p>
            <a:pPr marL="742950" lvl="1" indent="-285750">
              <a:buFont typeface="Arial" panose="020B0604020202020204" pitchFamily="34" charset="0"/>
              <a:buChar char="•"/>
            </a:pPr>
            <a:r>
              <a:rPr lang="en-ID" b="1" dirty="0" err="1"/>
              <a:t>Otomatisasi</a:t>
            </a:r>
            <a:r>
              <a:rPr lang="en-ID" b="1" dirty="0"/>
              <a:t> </a:t>
            </a:r>
            <a:r>
              <a:rPr lang="en-ID" b="1" dirty="0" err="1"/>
              <a:t>tugas</a:t>
            </a:r>
            <a:r>
              <a:rPr lang="en-ID" b="1" dirty="0"/>
              <a:t> </a:t>
            </a:r>
            <a:r>
              <a:rPr lang="en-ID" b="1" dirty="0" err="1"/>
              <a:t>berulang</a:t>
            </a:r>
            <a:r>
              <a:rPr lang="en-ID" dirty="0"/>
              <a:t>, </a:t>
            </a:r>
            <a:r>
              <a:rPr lang="en-ID" dirty="0" err="1"/>
              <a:t>seperti</a:t>
            </a:r>
            <a:r>
              <a:rPr lang="en-ID" dirty="0"/>
              <a:t> </a:t>
            </a:r>
            <a:r>
              <a:rPr lang="en-ID" dirty="0" err="1"/>
              <a:t>analisis</a:t>
            </a:r>
            <a:r>
              <a:rPr lang="en-ID" dirty="0"/>
              <a:t> data </a:t>
            </a:r>
            <a:r>
              <a:rPr lang="en-ID" dirty="0" err="1"/>
              <a:t>atau</a:t>
            </a:r>
            <a:r>
              <a:rPr lang="en-ID" dirty="0"/>
              <a:t> </a:t>
            </a:r>
            <a:r>
              <a:rPr lang="en-ID" dirty="0" err="1"/>
              <a:t>optimasi</a:t>
            </a:r>
            <a:r>
              <a:rPr lang="en-ID" dirty="0"/>
              <a:t> </a:t>
            </a:r>
            <a:r>
              <a:rPr lang="en-ID" dirty="0" err="1"/>
              <a:t>kode</a:t>
            </a:r>
            <a:r>
              <a:rPr lang="en-ID" dirty="0"/>
              <a:t>.</a:t>
            </a:r>
          </a:p>
          <a:p>
            <a:pPr>
              <a:buNone/>
            </a:pPr>
            <a:r>
              <a:rPr lang="en-ID" dirty="0"/>
              <a:t>✅ </a:t>
            </a:r>
            <a:r>
              <a:rPr lang="en-ID" b="1" dirty="0"/>
              <a:t>Open-Source Contribution </a:t>
            </a:r>
            <a:r>
              <a:rPr lang="en-ID" b="1" dirty="0" err="1"/>
              <a:t>untuk</a:t>
            </a:r>
            <a:r>
              <a:rPr lang="en-ID" b="1" dirty="0"/>
              <a:t> </a:t>
            </a:r>
            <a:r>
              <a:rPr lang="en-ID" b="1" dirty="0" err="1"/>
              <a:t>Peningkatan</a:t>
            </a:r>
            <a:r>
              <a:rPr lang="en-ID" b="1" dirty="0"/>
              <a:t> Fitur</a:t>
            </a:r>
            <a:endParaRPr lang="en-ID" dirty="0"/>
          </a:p>
          <a:p>
            <a:pPr>
              <a:buFont typeface="Arial" panose="020B0604020202020204" pitchFamily="34" charset="0"/>
              <a:buChar char="•"/>
            </a:pPr>
            <a:r>
              <a:rPr lang="en-ID" dirty="0" err="1"/>
              <a:t>Membuka</a:t>
            </a:r>
            <a:r>
              <a:rPr lang="en-ID" dirty="0"/>
              <a:t> </a:t>
            </a:r>
            <a:r>
              <a:rPr lang="en-ID" dirty="0" err="1"/>
              <a:t>kontribusi</a:t>
            </a:r>
            <a:r>
              <a:rPr lang="en-ID" dirty="0"/>
              <a:t> </a:t>
            </a:r>
            <a:r>
              <a:rPr lang="en-ID" dirty="0" err="1"/>
              <a:t>dari</a:t>
            </a:r>
            <a:r>
              <a:rPr lang="en-ID" dirty="0"/>
              <a:t> </a:t>
            </a:r>
            <a:r>
              <a:rPr lang="en-ID" dirty="0" err="1"/>
              <a:t>komunitas</a:t>
            </a:r>
            <a:r>
              <a:rPr lang="en-ID" dirty="0"/>
              <a:t> </a:t>
            </a:r>
            <a:r>
              <a:rPr lang="en-ID" dirty="0" err="1"/>
              <a:t>untuk</a:t>
            </a:r>
            <a:r>
              <a:rPr lang="en-ID" dirty="0"/>
              <a:t>: </a:t>
            </a:r>
          </a:p>
          <a:p>
            <a:pPr marL="742950" lvl="1" indent="-285750">
              <a:buFont typeface="Arial" panose="020B0604020202020204" pitchFamily="34" charset="0"/>
              <a:buChar char="•"/>
            </a:pPr>
            <a:r>
              <a:rPr lang="en-ID" dirty="0" err="1"/>
              <a:t>Menambahkan</a:t>
            </a:r>
            <a:r>
              <a:rPr lang="en-ID" dirty="0"/>
              <a:t> </a:t>
            </a:r>
            <a:r>
              <a:rPr lang="en-ID" dirty="0" err="1"/>
              <a:t>fitur</a:t>
            </a:r>
            <a:r>
              <a:rPr lang="en-ID" dirty="0"/>
              <a:t> </a:t>
            </a:r>
            <a:r>
              <a:rPr lang="en-ID" dirty="0" err="1"/>
              <a:t>baru</a:t>
            </a:r>
            <a:r>
              <a:rPr lang="en-ID" dirty="0"/>
              <a:t> </a:t>
            </a:r>
            <a:r>
              <a:rPr lang="en-ID" dirty="0" err="1"/>
              <a:t>berdasarkan</a:t>
            </a:r>
            <a:r>
              <a:rPr lang="en-ID" dirty="0"/>
              <a:t> </a:t>
            </a:r>
            <a:r>
              <a:rPr lang="en-ID" dirty="0" err="1"/>
              <a:t>kebutuhan</a:t>
            </a:r>
            <a:r>
              <a:rPr lang="en-ID" dirty="0"/>
              <a:t> </a:t>
            </a:r>
            <a:r>
              <a:rPr lang="en-ID" dirty="0" err="1"/>
              <a:t>pengguna</a:t>
            </a:r>
            <a:r>
              <a:rPr lang="en-ID" dirty="0"/>
              <a:t>.</a:t>
            </a:r>
          </a:p>
          <a:p>
            <a:pPr marL="742950" lvl="1" indent="-285750">
              <a:buFont typeface="Arial" panose="020B0604020202020204" pitchFamily="34" charset="0"/>
              <a:buChar char="•"/>
            </a:pPr>
            <a:r>
              <a:rPr lang="en-ID" dirty="0" err="1"/>
              <a:t>Memperbaiki</a:t>
            </a:r>
            <a:r>
              <a:rPr lang="en-ID" dirty="0"/>
              <a:t> bug </a:t>
            </a:r>
            <a:r>
              <a:rPr lang="en-ID" dirty="0" err="1"/>
              <a:t>lebih</a:t>
            </a:r>
            <a:r>
              <a:rPr lang="en-ID" dirty="0"/>
              <a:t> </a:t>
            </a:r>
            <a:r>
              <a:rPr lang="en-ID" dirty="0" err="1"/>
              <a:t>cepat</a:t>
            </a:r>
            <a:r>
              <a:rPr lang="en-ID" dirty="0"/>
              <a:t> </a:t>
            </a:r>
            <a:r>
              <a:rPr lang="en-ID" dirty="0" err="1"/>
              <a:t>dengan</a:t>
            </a:r>
            <a:r>
              <a:rPr lang="en-ID" dirty="0"/>
              <a:t> </a:t>
            </a:r>
            <a:r>
              <a:rPr lang="en-ID" dirty="0" err="1"/>
              <a:t>bantuan</a:t>
            </a:r>
            <a:r>
              <a:rPr lang="en-ID" dirty="0"/>
              <a:t> </a:t>
            </a:r>
            <a:r>
              <a:rPr lang="en-ID" dirty="0" err="1"/>
              <a:t>pengembang</a:t>
            </a:r>
            <a:r>
              <a:rPr lang="en-ID" dirty="0"/>
              <a:t> global.</a:t>
            </a:r>
          </a:p>
          <a:p>
            <a:pPr marL="742950" lvl="1" indent="-285750">
              <a:buFont typeface="Arial" panose="020B0604020202020204" pitchFamily="34" charset="0"/>
              <a:buChar char="•"/>
            </a:pPr>
            <a:r>
              <a:rPr lang="en-ID" dirty="0" err="1"/>
              <a:t>Meningkatkan</a:t>
            </a:r>
            <a:r>
              <a:rPr lang="en-ID" dirty="0"/>
              <a:t> </a:t>
            </a:r>
            <a:r>
              <a:rPr lang="en-ID" dirty="0" err="1"/>
              <a:t>keamanan</a:t>
            </a:r>
            <a:r>
              <a:rPr lang="en-ID" dirty="0"/>
              <a:t> dan </a:t>
            </a:r>
            <a:r>
              <a:rPr lang="en-ID" dirty="0" err="1"/>
              <a:t>stabilitas</a:t>
            </a:r>
            <a:r>
              <a:rPr lang="en-ID" dirty="0"/>
              <a:t> </a:t>
            </a:r>
            <a:r>
              <a:rPr lang="en-ID" dirty="0" err="1"/>
              <a:t>dengan</a:t>
            </a:r>
            <a:r>
              <a:rPr lang="en-ID" dirty="0"/>
              <a:t> </a:t>
            </a:r>
            <a:r>
              <a:rPr lang="en-ID" dirty="0" err="1"/>
              <a:t>lebih</a:t>
            </a:r>
            <a:r>
              <a:rPr lang="en-ID" dirty="0"/>
              <a:t> </a:t>
            </a:r>
            <a:r>
              <a:rPr lang="en-ID" dirty="0" err="1"/>
              <a:t>banyak</a:t>
            </a:r>
            <a:r>
              <a:rPr lang="en-ID" dirty="0"/>
              <a:t> </a:t>
            </a:r>
            <a:r>
              <a:rPr lang="en-ID" dirty="0" err="1"/>
              <a:t>pengujian</a:t>
            </a:r>
            <a:r>
              <a:rPr lang="en-ID" dirty="0"/>
              <a:t>.</a:t>
            </a:r>
          </a:p>
          <a:p>
            <a:pPr>
              <a:buNone/>
            </a:pPr>
            <a:r>
              <a:rPr lang="en-ID" dirty="0"/>
              <a:t>✅ </a:t>
            </a:r>
            <a:r>
              <a:rPr lang="en-ID" b="1" dirty="0" err="1"/>
              <a:t>Pengembangan</a:t>
            </a:r>
            <a:r>
              <a:rPr lang="en-ID" b="1" dirty="0"/>
              <a:t> Tool </a:t>
            </a:r>
            <a:r>
              <a:rPr lang="en-ID" b="1" dirty="0" err="1"/>
              <a:t>Berbasis</a:t>
            </a:r>
            <a:r>
              <a:rPr lang="en-ID" b="1" dirty="0"/>
              <a:t> API </a:t>
            </a:r>
            <a:r>
              <a:rPr lang="en-ID" b="1" dirty="0" err="1"/>
              <a:t>untuk</a:t>
            </a:r>
            <a:r>
              <a:rPr lang="en-ID" b="1" dirty="0"/>
              <a:t> </a:t>
            </a:r>
            <a:r>
              <a:rPr lang="en-ID" b="1" dirty="0" err="1"/>
              <a:t>Fleksibilitas</a:t>
            </a:r>
            <a:endParaRPr lang="en-ID" dirty="0"/>
          </a:p>
          <a:p>
            <a:pPr>
              <a:buFont typeface="Arial" panose="020B0604020202020204" pitchFamily="34" charset="0"/>
              <a:buChar char="•"/>
            </a:pPr>
            <a:r>
              <a:rPr lang="en-ID" dirty="0" err="1"/>
              <a:t>Memungkinkan</a:t>
            </a:r>
            <a:r>
              <a:rPr lang="en-ID" dirty="0"/>
              <a:t> software </a:t>
            </a:r>
            <a:r>
              <a:rPr lang="en-ID" dirty="0" err="1"/>
              <a:t>digunakan</a:t>
            </a:r>
            <a:r>
              <a:rPr lang="en-ID" dirty="0"/>
              <a:t> </a:t>
            </a:r>
            <a:r>
              <a:rPr lang="en-ID" dirty="0" err="1"/>
              <a:t>dalam</a:t>
            </a:r>
            <a:r>
              <a:rPr lang="en-ID" dirty="0"/>
              <a:t> </a:t>
            </a:r>
            <a:r>
              <a:rPr lang="en-ID" dirty="0" err="1"/>
              <a:t>berbagai</a:t>
            </a:r>
            <a:r>
              <a:rPr lang="en-ID" dirty="0"/>
              <a:t> </a:t>
            </a:r>
            <a:r>
              <a:rPr lang="en-ID" dirty="0" err="1"/>
              <a:t>ekosistem</a:t>
            </a:r>
            <a:r>
              <a:rPr lang="en-ID" dirty="0"/>
              <a:t> </a:t>
            </a:r>
            <a:r>
              <a:rPr lang="en-ID" dirty="0" err="1"/>
              <a:t>dengan</a:t>
            </a:r>
            <a:r>
              <a:rPr lang="en-ID" dirty="0"/>
              <a:t>: </a:t>
            </a:r>
          </a:p>
          <a:p>
            <a:pPr marL="742950" lvl="1" indent="-285750">
              <a:buFont typeface="Arial" panose="020B0604020202020204" pitchFamily="34" charset="0"/>
              <a:buChar char="•"/>
            </a:pPr>
            <a:r>
              <a:rPr lang="en-ID" dirty="0"/>
              <a:t>API yang </a:t>
            </a:r>
            <a:r>
              <a:rPr lang="en-ID" dirty="0" err="1"/>
              <a:t>bisa</a:t>
            </a:r>
            <a:r>
              <a:rPr lang="en-ID" dirty="0"/>
              <a:t> </a:t>
            </a:r>
            <a:r>
              <a:rPr lang="en-ID" dirty="0" err="1"/>
              <a:t>diakses</a:t>
            </a:r>
            <a:r>
              <a:rPr lang="en-ID" dirty="0"/>
              <a:t> oleh </a:t>
            </a:r>
            <a:r>
              <a:rPr lang="en-ID" dirty="0" err="1"/>
              <a:t>aplikasi</a:t>
            </a:r>
            <a:r>
              <a:rPr lang="en-ID" dirty="0"/>
              <a:t> lain.</a:t>
            </a:r>
          </a:p>
          <a:p>
            <a:pPr marL="742950" lvl="1" indent="-285750">
              <a:buFont typeface="Arial" panose="020B0604020202020204" pitchFamily="34" charset="0"/>
              <a:buChar char="•"/>
            </a:pPr>
            <a:r>
              <a:rPr lang="en-ID" dirty="0" err="1"/>
              <a:t>Kemampuan</a:t>
            </a:r>
            <a:r>
              <a:rPr lang="en-ID" dirty="0"/>
              <a:t> </a:t>
            </a:r>
            <a:r>
              <a:rPr lang="en-ID" dirty="0" err="1"/>
              <a:t>integrasi</a:t>
            </a:r>
            <a:r>
              <a:rPr lang="en-ID" dirty="0"/>
              <a:t> </a:t>
            </a:r>
            <a:r>
              <a:rPr lang="en-ID" dirty="0" err="1"/>
              <a:t>dengan</a:t>
            </a:r>
            <a:r>
              <a:rPr lang="en-ID" dirty="0"/>
              <a:t> platform </a:t>
            </a:r>
            <a:r>
              <a:rPr lang="en-ID" dirty="0" err="1"/>
              <a:t>seperti</a:t>
            </a:r>
            <a:r>
              <a:rPr lang="en-ID" dirty="0"/>
              <a:t> </a:t>
            </a:r>
            <a:r>
              <a:rPr lang="en-ID" b="1" dirty="0"/>
              <a:t>Zapier, AWS Lambda, </a:t>
            </a:r>
            <a:r>
              <a:rPr lang="en-ID" b="1" dirty="0" err="1"/>
              <a:t>atau</a:t>
            </a:r>
            <a:r>
              <a:rPr lang="en-ID" b="1" dirty="0"/>
              <a:t> Google Cloud Functions</a:t>
            </a:r>
            <a:r>
              <a:rPr lang="en-ID" dirty="0"/>
              <a:t>.</a:t>
            </a:r>
          </a:p>
          <a:p>
            <a:pPr marL="742950" lvl="1" indent="-285750">
              <a:buFont typeface="Arial" panose="020B0604020202020204" pitchFamily="34" charset="0"/>
              <a:buChar char="•"/>
            </a:pPr>
            <a:r>
              <a:rPr lang="en-ID" dirty="0" err="1"/>
              <a:t>Fleksibilitas</a:t>
            </a:r>
            <a:r>
              <a:rPr lang="en-ID" dirty="0"/>
              <a:t> </a:t>
            </a:r>
            <a:r>
              <a:rPr lang="en-ID" dirty="0" err="1"/>
              <a:t>dalam</a:t>
            </a:r>
            <a:r>
              <a:rPr lang="en-ID" dirty="0"/>
              <a:t> </a:t>
            </a:r>
            <a:r>
              <a:rPr lang="en-ID" dirty="0" err="1"/>
              <a:t>penggunaan</a:t>
            </a:r>
            <a:r>
              <a:rPr lang="en-ID" dirty="0"/>
              <a:t> di </a:t>
            </a:r>
            <a:r>
              <a:rPr lang="en-ID" dirty="0" err="1"/>
              <a:t>berbagai</a:t>
            </a:r>
            <a:r>
              <a:rPr lang="en-ID" dirty="0"/>
              <a:t> </a:t>
            </a:r>
            <a:r>
              <a:rPr lang="en-ID" dirty="0" err="1"/>
              <a:t>industri</a:t>
            </a:r>
            <a:r>
              <a:rPr lang="en-ID" dirty="0"/>
              <a:t>, </a:t>
            </a:r>
            <a:r>
              <a:rPr lang="en-ID" dirty="0" err="1"/>
              <a:t>misalnya</a:t>
            </a:r>
            <a:r>
              <a:rPr lang="en-ID" dirty="0"/>
              <a:t> </a:t>
            </a:r>
            <a:r>
              <a:rPr lang="en-ID" b="1" dirty="0"/>
              <a:t>API </a:t>
            </a:r>
            <a:r>
              <a:rPr lang="en-ID" b="1" dirty="0" err="1"/>
              <a:t>analitik</a:t>
            </a:r>
            <a:r>
              <a:rPr lang="en-ID" b="1" dirty="0"/>
              <a:t> </a:t>
            </a:r>
            <a:r>
              <a:rPr lang="en-ID" b="1" dirty="0" err="1"/>
              <a:t>untuk</a:t>
            </a:r>
            <a:r>
              <a:rPr lang="en-ID" b="1" dirty="0"/>
              <a:t> e-commerce </a:t>
            </a:r>
            <a:r>
              <a:rPr lang="en-ID" b="1" dirty="0" err="1"/>
              <a:t>atau</a:t>
            </a:r>
            <a:r>
              <a:rPr lang="en-ID" b="1" dirty="0"/>
              <a:t> API NLP </a:t>
            </a:r>
            <a:r>
              <a:rPr lang="en-ID" b="1" dirty="0" err="1"/>
              <a:t>untuk</a:t>
            </a:r>
            <a:r>
              <a:rPr lang="en-ID" b="1" dirty="0"/>
              <a:t> chatbot</a:t>
            </a:r>
            <a:r>
              <a:rPr lang="en-ID" dirty="0"/>
              <a:t>.</a:t>
            </a:r>
          </a:p>
          <a:p>
            <a:pPr>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508339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AEE36-6006-6D08-C26C-D9E2FB72FC5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6CB3E41-348F-E4E4-895A-E79E9EB9552E}"/>
              </a:ext>
            </a:extLst>
          </p:cNvPr>
          <p:cNvSpPr txBox="1"/>
          <p:nvPr/>
        </p:nvSpPr>
        <p:spPr>
          <a:xfrm>
            <a:off x="762000" y="304800"/>
            <a:ext cx="5262979" cy="646331"/>
          </a:xfrm>
          <a:prstGeom prst="rect">
            <a:avLst/>
          </a:prstGeom>
          <a:noFill/>
        </p:spPr>
        <p:txBody>
          <a:bodyPr wrap="none" rtlCol="0">
            <a:spAutoFit/>
          </a:bodyPr>
          <a:lstStyle/>
          <a:p>
            <a:r>
              <a:rPr lang="en-ID" sz="3600" dirty="0" err="1">
                <a:solidFill>
                  <a:schemeClr val="bg1"/>
                </a:solidFill>
              </a:rPr>
              <a:t>Peluang</a:t>
            </a:r>
            <a:r>
              <a:rPr lang="en-ID" sz="3600" dirty="0">
                <a:solidFill>
                  <a:schemeClr val="bg1"/>
                </a:solidFill>
              </a:rPr>
              <a:t> </a:t>
            </a:r>
            <a:r>
              <a:rPr lang="en-ID" sz="3600" dirty="0" err="1">
                <a:solidFill>
                  <a:schemeClr val="bg1"/>
                </a:solidFill>
              </a:rPr>
              <a:t>Pengembangan</a:t>
            </a:r>
            <a:endParaRPr lang="en-ID" sz="3600" dirty="0">
              <a:solidFill>
                <a:schemeClr val="bg1"/>
              </a:solidFill>
            </a:endParaRPr>
          </a:p>
        </p:txBody>
      </p:sp>
      <p:sp>
        <p:nvSpPr>
          <p:cNvPr id="2" name="Rectangle 1">
            <a:extLst>
              <a:ext uri="{FF2B5EF4-FFF2-40B4-BE49-F238E27FC236}">
                <a16:creationId xmlns:a16="http://schemas.microsoft.com/office/drawing/2014/main" id="{DE0A3BDA-65DE-6454-7C60-DE94971D286D}"/>
              </a:ext>
            </a:extLst>
          </p:cNvPr>
          <p:cNvSpPr>
            <a:spLocks noChangeArrowheads="1"/>
          </p:cNvSpPr>
          <p:nvPr/>
        </p:nvSpPr>
        <p:spPr bwMode="auto">
          <a:xfrm>
            <a:off x="798871" y="1066800"/>
            <a:ext cx="109728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ID" b="1" dirty="0"/>
              <a:t>2. </a:t>
            </a:r>
            <a:r>
              <a:rPr lang="en-ID" b="1" dirty="0" err="1"/>
              <a:t>Contoh</a:t>
            </a:r>
            <a:r>
              <a:rPr lang="en-ID" b="1" dirty="0"/>
              <a:t> Studi Kasus</a:t>
            </a:r>
          </a:p>
          <a:p>
            <a:pPr>
              <a:buNone/>
            </a:pPr>
            <a:r>
              <a:rPr lang="en-ID" dirty="0"/>
              <a:t>📌 </a:t>
            </a:r>
            <a:r>
              <a:rPr lang="en-ID" b="1" dirty="0"/>
              <a:t>Kasus: </a:t>
            </a:r>
            <a:r>
              <a:rPr lang="en-ID" b="1" dirty="0" err="1"/>
              <a:t>Pengembangan</a:t>
            </a:r>
            <a:r>
              <a:rPr lang="en-ID" b="1" dirty="0"/>
              <a:t> </a:t>
            </a:r>
            <a:r>
              <a:rPr lang="en-ID" b="1" dirty="0" err="1"/>
              <a:t>Jupyter</a:t>
            </a:r>
            <a:r>
              <a:rPr lang="en-ID" b="1" dirty="0"/>
              <a:t> Notebook</a:t>
            </a:r>
            <a:endParaRPr lang="en-ID" dirty="0"/>
          </a:p>
          <a:p>
            <a:pPr>
              <a:buFont typeface="Arial" panose="020B0604020202020204" pitchFamily="34" charset="0"/>
              <a:buChar char="•"/>
            </a:pPr>
            <a:r>
              <a:rPr lang="en-ID" dirty="0" err="1"/>
              <a:t>Awalnya</a:t>
            </a:r>
            <a:r>
              <a:rPr lang="en-ID" dirty="0"/>
              <a:t> </a:t>
            </a:r>
            <a:r>
              <a:rPr lang="en-ID" dirty="0" err="1"/>
              <a:t>hanya</a:t>
            </a:r>
            <a:r>
              <a:rPr lang="en-ID" dirty="0"/>
              <a:t> </a:t>
            </a:r>
            <a:r>
              <a:rPr lang="en-ID" dirty="0" err="1"/>
              <a:t>untuk</a:t>
            </a:r>
            <a:r>
              <a:rPr lang="en-ID" dirty="0"/>
              <a:t> </a:t>
            </a:r>
            <a:r>
              <a:rPr lang="en-ID" dirty="0" err="1"/>
              <a:t>menjalankan</a:t>
            </a:r>
            <a:r>
              <a:rPr lang="en-ID" dirty="0"/>
              <a:t> </a:t>
            </a:r>
            <a:r>
              <a:rPr lang="en-ID" dirty="0" err="1"/>
              <a:t>kode</a:t>
            </a:r>
            <a:r>
              <a:rPr lang="en-ID" dirty="0"/>
              <a:t> Python </a:t>
            </a:r>
            <a:r>
              <a:rPr lang="en-ID" dirty="0" err="1"/>
              <a:t>interaktif</a:t>
            </a:r>
            <a:r>
              <a:rPr lang="en-ID" dirty="0"/>
              <a:t>.</a:t>
            </a:r>
          </a:p>
          <a:p>
            <a:pPr>
              <a:buFont typeface="Arial" panose="020B0604020202020204" pitchFamily="34" charset="0"/>
              <a:buChar char="•"/>
            </a:pPr>
            <a:r>
              <a:rPr lang="en-ID" b="1" dirty="0" err="1"/>
              <a:t>Peluang</a:t>
            </a:r>
            <a:r>
              <a:rPr lang="en-ID" b="1" dirty="0"/>
              <a:t> </a:t>
            </a:r>
            <a:r>
              <a:rPr lang="en-ID" b="1" dirty="0" err="1"/>
              <a:t>pengembangan</a:t>
            </a:r>
            <a:r>
              <a:rPr lang="en-ID" dirty="0"/>
              <a:t>: </a:t>
            </a:r>
          </a:p>
          <a:p>
            <a:pPr marL="742950" lvl="1" indent="-285750">
              <a:buFont typeface="Arial" panose="020B0604020202020204" pitchFamily="34" charset="0"/>
              <a:buChar char="•"/>
            </a:pPr>
            <a:r>
              <a:rPr lang="en-ID" dirty="0" err="1"/>
              <a:t>Menambahkan</a:t>
            </a:r>
            <a:r>
              <a:rPr lang="en-ID" dirty="0"/>
              <a:t> </a:t>
            </a:r>
            <a:r>
              <a:rPr lang="en-ID" b="1" dirty="0" err="1"/>
              <a:t>dukungan</a:t>
            </a:r>
            <a:r>
              <a:rPr lang="en-ID" b="1" dirty="0"/>
              <a:t> multi-</a:t>
            </a:r>
            <a:r>
              <a:rPr lang="en-ID" b="1" dirty="0" err="1"/>
              <a:t>bahasa</a:t>
            </a:r>
            <a:r>
              <a:rPr lang="en-ID" dirty="0"/>
              <a:t> (Julia, R).</a:t>
            </a:r>
          </a:p>
          <a:p>
            <a:pPr marL="742950" lvl="1" indent="-285750">
              <a:buFont typeface="Arial" panose="020B0604020202020204" pitchFamily="34" charset="0"/>
              <a:buChar char="•"/>
            </a:pPr>
            <a:r>
              <a:rPr lang="en-ID" dirty="0" err="1"/>
              <a:t>Mengintegrasikan</a:t>
            </a:r>
            <a:r>
              <a:rPr lang="en-ID" dirty="0"/>
              <a:t> </a:t>
            </a:r>
            <a:r>
              <a:rPr lang="en-ID" b="1" dirty="0"/>
              <a:t>AI </a:t>
            </a:r>
            <a:r>
              <a:rPr lang="en-ID" b="1" dirty="0" err="1"/>
              <a:t>untuk</a:t>
            </a:r>
            <a:r>
              <a:rPr lang="en-ID" b="1" dirty="0"/>
              <a:t> auto-complete </a:t>
            </a:r>
            <a:r>
              <a:rPr lang="en-ID" b="1" dirty="0" err="1"/>
              <a:t>kode</a:t>
            </a:r>
            <a:r>
              <a:rPr lang="en-ID" dirty="0"/>
              <a:t>.</a:t>
            </a:r>
          </a:p>
          <a:p>
            <a:pPr marL="742950" lvl="1" indent="-285750">
              <a:buFont typeface="Arial" panose="020B0604020202020204" pitchFamily="34" charset="0"/>
              <a:buChar char="•"/>
            </a:pPr>
            <a:r>
              <a:rPr lang="en-ID" dirty="0" err="1"/>
              <a:t>Menyediakan</a:t>
            </a:r>
            <a:r>
              <a:rPr lang="en-ID" dirty="0"/>
              <a:t> </a:t>
            </a:r>
            <a:r>
              <a:rPr lang="en-ID" b="1" dirty="0"/>
              <a:t>API </a:t>
            </a:r>
            <a:r>
              <a:rPr lang="en-ID" b="1" dirty="0" err="1"/>
              <a:t>untuk</a:t>
            </a:r>
            <a:r>
              <a:rPr lang="en-ID" b="1" dirty="0"/>
              <a:t> </a:t>
            </a:r>
            <a:r>
              <a:rPr lang="en-ID" b="1" dirty="0" err="1"/>
              <a:t>eksekusi</a:t>
            </a:r>
            <a:r>
              <a:rPr lang="en-ID" b="1" dirty="0"/>
              <a:t> notebook </a:t>
            </a:r>
            <a:r>
              <a:rPr lang="en-ID" b="1" dirty="0" err="1"/>
              <a:t>secara</a:t>
            </a:r>
            <a:r>
              <a:rPr lang="en-ID" b="1" dirty="0"/>
              <a:t> </a:t>
            </a:r>
            <a:r>
              <a:rPr lang="en-ID" b="1" dirty="0" err="1"/>
              <a:t>otomatis</a:t>
            </a:r>
            <a:r>
              <a:rPr lang="en-ID" dirty="0"/>
              <a:t> di cloud.</a:t>
            </a:r>
          </a:p>
          <a:p>
            <a:pPr>
              <a:buFont typeface="Arial" panose="020B0604020202020204" pitchFamily="34" charset="0"/>
              <a:buChar char="•"/>
            </a:pPr>
            <a:r>
              <a:rPr lang="en-ID" dirty="0" err="1"/>
              <a:t>Hasilnya</a:t>
            </a:r>
            <a:r>
              <a:rPr lang="en-ID" dirty="0"/>
              <a:t>: </a:t>
            </a:r>
            <a:r>
              <a:rPr lang="en-ID" dirty="0" err="1"/>
              <a:t>Jupyter</a:t>
            </a:r>
            <a:r>
              <a:rPr lang="en-ID" dirty="0"/>
              <a:t> </a:t>
            </a:r>
            <a:r>
              <a:rPr lang="en-ID" dirty="0" err="1"/>
              <a:t>berkembang</a:t>
            </a:r>
            <a:r>
              <a:rPr lang="en-ID" dirty="0"/>
              <a:t> </a:t>
            </a:r>
            <a:r>
              <a:rPr lang="en-ID" dirty="0" err="1"/>
              <a:t>pesat</a:t>
            </a:r>
            <a:r>
              <a:rPr lang="en-ID" dirty="0"/>
              <a:t> dan </a:t>
            </a:r>
            <a:r>
              <a:rPr lang="en-ID" dirty="0" err="1"/>
              <a:t>menjadi</a:t>
            </a:r>
            <a:r>
              <a:rPr lang="en-ID" dirty="0"/>
              <a:t> </a:t>
            </a:r>
            <a:r>
              <a:rPr lang="en-ID" dirty="0" err="1"/>
              <a:t>standar</a:t>
            </a:r>
            <a:r>
              <a:rPr lang="en-ID" dirty="0"/>
              <a:t> </a:t>
            </a:r>
            <a:r>
              <a:rPr lang="en-ID" dirty="0" err="1"/>
              <a:t>industri</a:t>
            </a:r>
            <a:r>
              <a:rPr lang="en-ID" dirty="0"/>
              <a:t> </a:t>
            </a:r>
            <a:r>
              <a:rPr lang="en-ID" dirty="0" err="1"/>
              <a:t>untuk</a:t>
            </a:r>
            <a:r>
              <a:rPr lang="en-ID" dirty="0"/>
              <a:t> </a:t>
            </a:r>
            <a:r>
              <a:rPr lang="en-ID" dirty="0" err="1"/>
              <a:t>analisis</a:t>
            </a:r>
            <a:r>
              <a:rPr lang="en-ID" dirty="0"/>
              <a:t> data dan AI.</a:t>
            </a:r>
          </a:p>
          <a:p>
            <a:pPr>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a:buNone/>
            </a:pPr>
            <a:r>
              <a:rPr lang="en-ID" b="1" dirty="0"/>
              <a:t>3. </a:t>
            </a:r>
            <a:r>
              <a:rPr lang="en-ID" b="1" dirty="0" err="1"/>
              <a:t>Mengapa</a:t>
            </a:r>
            <a:r>
              <a:rPr lang="en-ID" b="1" dirty="0"/>
              <a:t> </a:t>
            </a:r>
            <a:r>
              <a:rPr lang="en-ID" b="1" dirty="0" err="1"/>
              <a:t>Peluang</a:t>
            </a:r>
            <a:r>
              <a:rPr lang="en-ID" b="1" dirty="0"/>
              <a:t> </a:t>
            </a:r>
            <a:r>
              <a:rPr lang="en-ID" b="1" dirty="0" err="1"/>
              <a:t>Pengembangan</a:t>
            </a:r>
            <a:r>
              <a:rPr lang="en-ID" b="1" dirty="0"/>
              <a:t> </a:t>
            </a:r>
            <a:r>
              <a:rPr lang="en-ID" b="1" dirty="0" err="1"/>
              <a:t>Penting</a:t>
            </a:r>
            <a:r>
              <a:rPr lang="en-ID" b="1" dirty="0"/>
              <a:t>?</a:t>
            </a:r>
          </a:p>
          <a:p>
            <a:pPr marL="285750" indent="-285750">
              <a:buFont typeface="Arial" panose="020B0604020202020204" pitchFamily="34" charset="0"/>
              <a:buChar char="•"/>
            </a:pPr>
            <a:r>
              <a:rPr lang="en-ID" dirty="0"/>
              <a:t> </a:t>
            </a:r>
            <a:r>
              <a:rPr lang="en-ID" b="1" dirty="0" err="1"/>
              <a:t>Meningkatkan</a:t>
            </a:r>
            <a:r>
              <a:rPr lang="en-ID" b="1" dirty="0"/>
              <a:t> </a:t>
            </a:r>
            <a:r>
              <a:rPr lang="en-ID" b="1" dirty="0" err="1"/>
              <a:t>daya</a:t>
            </a:r>
            <a:r>
              <a:rPr lang="en-ID" b="1" dirty="0"/>
              <a:t> </a:t>
            </a:r>
            <a:r>
              <a:rPr lang="en-ID" b="1" dirty="0" err="1"/>
              <a:t>saing</a:t>
            </a:r>
            <a:r>
              <a:rPr lang="en-ID" dirty="0"/>
              <a:t> tools </a:t>
            </a:r>
            <a:r>
              <a:rPr lang="en-ID" dirty="0" err="1"/>
              <a:t>dibanding</a:t>
            </a:r>
            <a:r>
              <a:rPr lang="en-ID" dirty="0"/>
              <a:t> </a:t>
            </a:r>
            <a:r>
              <a:rPr lang="en-ID" dirty="0" err="1"/>
              <a:t>alternatif</a:t>
            </a:r>
            <a:r>
              <a:rPr lang="en-ID" dirty="0"/>
              <a:t> lain.</a:t>
            </a:r>
          </a:p>
          <a:p>
            <a:pPr marL="285750" indent="-285750">
              <a:buFont typeface="Arial" panose="020B0604020202020204" pitchFamily="34" charset="0"/>
              <a:buChar char="•"/>
            </a:pPr>
            <a:r>
              <a:rPr lang="en-ID" dirty="0"/>
              <a:t> </a:t>
            </a:r>
            <a:r>
              <a:rPr lang="en-ID" b="1" dirty="0" err="1"/>
              <a:t>Menyesuaikan</a:t>
            </a:r>
            <a:r>
              <a:rPr lang="en-ID" b="1" dirty="0"/>
              <a:t> </a:t>
            </a:r>
            <a:r>
              <a:rPr lang="en-ID" b="1" dirty="0" err="1"/>
              <a:t>dengan</a:t>
            </a:r>
            <a:r>
              <a:rPr lang="en-ID" b="1" dirty="0"/>
              <a:t> </a:t>
            </a:r>
            <a:r>
              <a:rPr lang="en-ID" b="1" dirty="0" err="1"/>
              <a:t>kebutuhan</a:t>
            </a:r>
            <a:r>
              <a:rPr lang="en-ID" b="1" dirty="0"/>
              <a:t> </a:t>
            </a:r>
            <a:r>
              <a:rPr lang="en-ID" b="1" dirty="0" err="1"/>
              <a:t>pengguna</a:t>
            </a:r>
            <a:r>
              <a:rPr lang="en-ID" b="1" dirty="0"/>
              <a:t> yang </a:t>
            </a:r>
            <a:r>
              <a:rPr lang="en-ID" b="1" dirty="0" err="1"/>
              <a:t>terus</a:t>
            </a:r>
            <a:r>
              <a:rPr lang="en-ID" b="1" dirty="0"/>
              <a:t> </a:t>
            </a:r>
            <a:r>
              <a:rPr lang="en-ID" b="1" dirty="0" err="1"/>
              <a:t>berkembang</a:t>
            </a:r>
            <a:r>
              <a:rPr lang="en-ID" b="1" dirty="0"/>
              <a:t>.</a:t>
            </a:r>
          </a:p>
          <a:p>
            <a:pPr marL="285750" indent="-285750">
              <a:buFont typeface="Arial" panose="020B0604020202020204" pitchFamily="34" charset="0"/>
              <a:buChar char="•"/>
            </a:pPr>
            <a:r>
              <a:rPr lang="en-ID" dirty="0"/>
              <a:t> </a:t>
            </a:r>
            <a:r>
              <a:rPr lang="en-ID" b="1" dirty="0" err="1"/>
              <a:t>Membuka</a:t>
            </a:r>
            <a:r>
              <a:rPr lang="en-ID" b="1" dirty="0"/>
              <a:t> </a:t>
            </a:r>
            <a:r>
              <a:rPr lang="en-ID" b="1" dirty="0" err="1"/>
              <a:t>kemungkinan</a:t>
            </a:r>
            <a:r>
              <a:rPr lang="en-ID" b="1" dirty="0"/>
              <a:t> </a:t>
            </a:r>
            <a:r>
              <a:rPr lang="en-ID" b="1" dirty="0" err="1"/>
              <a:t>monetisasi</a:t>
            </a:r>
            <a:r>
              <a:rPr lang="en-ID" b="1" dirty="0"/>
              <a:t> </a:t>
            </a:r>
            <a:r>
              <a:rPr lang="en-ID" b="1" dirty="0" err="1"/>
              <a:t>atau</a:t>
            </a:r>
            <a:r>
              <a:rPr lang="en-ID" b="1" dirty="0"/>
              <a:t> </a:t>
            </a:r>
            <a:r>
              <a:rPr lang="en-ID" b="1" dirty="0" err="1"/>
              <a:t>adopsi</a:t>
            </a:r>
            <a:r>
              <a:rPr lang="en-ID" b="1" dirty="0"/>
              <a:t> </a:t>
            </a:r>
            <a:r>
              <a:rPr lang="en-ID" b="1" dirty="0" err="1"/>
              <a:t>lebih</a:t>
            </a:r>
            <a:r>
              <a:rPr lang="en-ID" b="1" dirty="0"/>
              <a:t> </a:t>
            </a:r>
            <a:r>
              <a:rPr lang="en-ID" b="1" dirty="0" err="1"/>
              <a:t>luas</a:t>
            </a:r>
            <a:r>
              <a:rPr lang="en-ID" b="1" dirty="0"/>
              <a:t> di </a:t>
            </a:r>
            <a:r>
              <a:rPr lang="en-ID" b="1" dirty="0" err="1"/>
              <a:t>industri</a:t>
            </a:r>
            <a:r>
              <a:rPr lang="en-ID" b="1" dirty="0"/>
              <a:t>.</a:t>
            </a:r>
            <a:endParaRPr lang="en-ID" dirty="0"/>
          </a:p>
          <a:p>
            <a:pPr>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606489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BB04D-F16C-B7B6-442A-9895A63B597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257F7D9-D8A6-80E7-E7F5-1199ADAE3467}"/>
              </a:ext>
            </a:extLst>
          </p:cNvPr>
          <p:cNvSpPr txBox="1"/>
          <p:nvPr/>
        </p:nvSpPr>
        <p:spPr>
          <a:xfrm>
            <a:off x="762000" y="304800"/>
            <a:ext cx="8392041" cy="646331"/>
          </a:xfrm>
          <a:prstGeom prst="rect">
            <a:avLst/>
          </a:prstGeom>
          <a:noFill/>
        </p:spPr>
        <p:txBody>
          <a:bodyPr wrap="none" rtlCol="0">
            <a:spAutoFit/>
          </a:bodyPr>
          <a:lstStyle/>
          <a:p>
            <a:r>
              <a:rPr lang="en-ID" sz="3600" dirty="0">
                <a:solidFill>
                  <a:schemeClr val="bg1"/>
                </a:solidFill>
              </a:rPr>
              <a:t>Benchmarking &amp; </a:t>
            </a:r>
            <a:r>
              <a:rPr lang="en-ID" sz="3600" dirty="0" err="1">
                <a:solidFill>
                  <a:schemeClr val="bg1"/>
                </a:solidFill>
              </a:rPr>
              <a:t>Laporan</a:t>
            </a:r>
            <a:r>
              <a:rPr lang="en-ID" sz="3600" dirty="0">
                <a:solidFill>
                  <a:schemeClr val="bg1"/>
                </a:solidFill>
              </a:rPr>
              <a:t> </a:t>
            </a:r>
            <a:r>
              <a:rPr lang="en-ID" sz="3600" dirty="0" err="1">
                <a:solidFill>
                  <a:schemeClr val="bg1"/>
                </a:solidFill>
              </a:rPr>
              <a:t>Kompatibilitas</a:t>
            </a:r>
            <a:endParaRPr lang="en-ID" sz="3600" dirty="0">
              <a:solidFill>
                <a:schemeClr val="bg1"/>
              </a:solidFill>
            </a:endParaRPr>
          </a:p>
        </p:txBody>
      </p:sp>
      <p:sp>
        <p:nvSpPr>
          <p:cNvPr id="2" name="Rectangle 1">
            <a:extLst>
              <a:ext uri="{FF2B5EF4-FFF2-40B4-BE49-F238E27FC236}">
                <a16:creationId xmlns:a16="http://schemas.microsoft.com/office/drawing/2014/main" id="{6A7FF298-2AE6-3299-48A4-4B379E939A90}"/>
              </a:ext>
            </a:extLst>
          </p:cNvPr>
          <p:cNvSpPr>
            <a:spLocks noChangeArrowheads="1"/>
          </p:cNvSpPr>
          <p:nvPr/>
        </p:nvSpPr>
        <p:spPr bwMode="auto">
          <a:xfrm>
            <a:off x="762000" y="1066800"/>
            <a:ext cx="1097280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D" b="1" dirty="0"/>
              <a:t>Benchmarking &amp; </a:t>
            </a:r>
            <a:r>
              <a:rPr lang="en-ID" b="1" dirty="0" err="1"/>
              <a:t>Laporan</a:t>
            </a:r>
            <a:r>
              <a:rPr lang="en-ID" b="1" dirty="0"/>
              <a:t> </a:t>
            </a:r>
            <a:r>
              <a:rPr lang="en-ID" b="1" dirty="0" err="1"/>
              <a:t>Kompatibilitas</a:t>
            </a:r>
            <a:r>
              <a:rPr lang="en-ID" dirty="0"/>
              <a:t> </a:t>
            </a:r>
            <a:r>
              <a:rPr lang="en-ID" dirty="0" err="1"/>
              <a:t>adalah</a:t>
            </a:r>
            <a:r>
              <a:rPr lang="en-ID" dirty="0"/>
              <a:t> proses </a:t>
            </a:r>
            <a:r>
              <a:rPr lang="en-ID" dirty="0" err="1"/>
              <a:t>evaluasi</a:t>
            </a:r>
            <a:r>
              <a:rPr lang="en-ID" dirty="0"/>
              <a:t> dan </a:t>
            </a:r>
            <a:r>
              <a:rPr lang="en-ID" dirty="0" err="1"/>
              <a:t>perbandingan</a:t>
            </a:r>
            <a:r>
              <a:rPr lang="en-ID" dirty="0"/>
              <a:t> tools </a:t>
            </a:r>
            <a:r>
              <a:rPr lang="en-ID" dirty="0" err="1"/>
              <a:t>atau</a:t>
            </a:r>
            <a:r>
              <a:rPr lang="en-ID" dirty="0"/>
              <a:t> software </a:t>
            </a:r>
            <a:r>
              <a:rPr lang="en-ID" dirty="0" err="1"/>
              <a:t>berdasarkan</a:t>
            </a:r>
            <a:r>
              <a:rPr lang="en-ID" dirty="0"/>
              <a:t> </a:t>
            </a:r>
            <a:r>
              <a:rPr lang="en-ID" dirty="0" err="1"/>
              <a:t>performa</a:t>
            </a:r>
            <a:r>
              <a:rPr lang="en-ID" dirty="0"/>
              <a:t>, </a:t>
            </a:r>
            <a:r>
              <a:rPr lang="en-ID" dirty="0" err="1"/>
              <a:t>fitur</a:t>
            </a:r>
            <a:r>
              <a:rPr lang="en-ID" dirty="0"/>
              <a:t>, dan </a:t>
            </a:r>
            <a:r>
              <a:rPr lang="en-ID" dirty="0" err="1"/>
              <a:t>integrasinya</a:t>
            </a:r>
            <a:r>
              <a:rPr lang="en-ID" dirty="0"/>
              <a:t> </a:t>
            </a:r>
            <a:r>
              <a:rPr lang="en-ID" dirty="0" err="1"/>
              <a:t>dengan</a:t>
            </a:r>
            <a:r>
              <a:rPr lang="en-ID" dirty="0"/>
              <a:t> </a:t>
            </a:r>
            <a:r>
              <a:rPr lang="en-ID" dirty="0" err="1"/>
              <a:t>sistem</a:t>
            </a:r>
            <a:r>
              <a:rPr lang="en-ID" dirty="0"/>
              <a:t> lain. Tujuan </a:t>
            </a:r>
            <a:r>
              <a:rPr lang="en-ID" dirty="0" err="1"/>
              <a:t>utamanya</a:t>
            </a:r>
            <a:r>
              <a:rPr lang="en-ID" dirty="0"/>
              <a:t> </a:t>
            </a:r>
            <a:r>
              <a:rPr lang="en-ID" dirty="0" err="1"/>
              <a:t>adalah</a:t>
            </a:r>
            <a:r>
              <a:rPr lang="en-ID" dirty="0"/>
              <a:t> </a:t>
            </a:r>
            <a:r>
              <a:rPr lang="en-ID" dirty="0" err="1"/>
              <a:t>menentukan</a:t>
            </a:r>
            <a:r>
              <a:rPr lang="en-ID" dirty="0"/>
              <a:t> </a:t>
            </a:r>
            <a:r>
              <a:rPr lang="en-ID" dirty="0" err="1"/>
              <a:t>keunggulan</a:t>
            </a:r>
            <a:r>
              <a:rPr lang="en-ID" dirty="0"/>
              <a:t>, </a:t>
            </a:r>
            <a:r>
              <a:rPr lang="en-ID" dirty="0" err="1"/>
              <a:t>kelemahan</a:t>
            </a:r>
            <a:r>
              <a:rPr lang="en-ID" dirty="0"/>
              <a:t>, </a:t>
            </a:r>
            <a:r>
              <a:rPr lang="en-ID" dirty="0" err="1"/>
              <a:t>serta</a:t>
            </a:r>
            <a:r>
              <a:rPr lang="en-ID" dirty="0"/>
              <a:t> </a:t>
            </a:r>
            <a:r>
              <a:rPr lang="en-ID" dirty="0" err="1"/>
              <a:t>rekomendasi</a:t>
            </a:r>
            <a:r>
              <a:rPr lang="en-ID" dirty="0"/>
              <a:t> </a:t>
            </a:r>
            <a:r>
              <a:rPr lang="en-ID" dirty="0" err="1"/>
              <a:t>penggunaan</a:t>
            </a:r>
            <a:r>
              <a:rPr lang="en-ID" dirty="0"/>
              <a:t> yang paling </a:t>
            </a:r>
            <a:r>
              <a:rPr lang="en-ID" dirty="0" err="1"/>
              <a:t>sesuai</a:t>
            </a:r>
            <a:r>
              <a:rPr lang="en-ID" dirty="0"/>
              <a:t> </a:t>
            </a:r>
            <a:r>
              <a:rPr lang="en-ID" dirty="0" err="1"/>
              <a:t>berdasarkan</a:t>
            </a:r>
            <a:r>
              <a:rPr lang="en-ID" dirty="0"/>
              <a:t> </a:t>
            </a:r>
            <a:r>
              <a:rPr lang="en-ID" dirty="0" err="1"/>
              <a:t>hasil</a:t>
            </a:r>
            <a:r>
              <a:rPr lang="en-ID" dirty="0"/>
              <a:t> uji </a:t>
            </a:r>
            <a:r>
              <a:rPr lang="en-ID" dirty="0" err="1"/>
              <a:t>coba</a:t>
            </a:r>
            <a:r>
              <a:rPr lang="en-ID" dirty="0"/>
              <a:t>.</a:t>
            </a:r>
          </a:p>
          <a:p>
            <a:pPr>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a:buNone/>
            </a:pPr>
            <a:r>
              <a:rPr lang="en-ID" b="1" dirty="0"/>
              <a:t>1. Metode </a:t>
            </a:r>
            <a:r>
              <a:rPr lang="en-ID" b="1" dirty="0" err="1"/>
              <a:t>Perbandingan</a:t>
            </a:r>
            <a:endParaRPr lang="en-ID" b="1" dirty="0"/>
          </a:p>
          <a:p>
            <a:pPr>
              <a:buNone/>
            </a:pPr>
            <a:r>
              <a:rPr lang="en-ID" dirty="0"/>
              <a:t>✅ </a:t>
            </a:r>
            <a:r>
              <a:rPr lang="en-ID" b="1" dirty="0"/>
              <a:t>Feature-by-feature Benchmarking</a:t>
            </a:r>
            <a:endParaRPr lang="en-ID" dirty="0"/>
          </a:p>
          <a:p>
            <a:pPr>
              <a:buFont typeface="Arial" panose="020B0604020202020204" pitchFamily="34" charset="0"/>
              <a:buChar char="•"/>
            </a:pPr>
            <a:r>
              <a:rPr lang="en-ID" dirty="0" err="1"/>
              <a:t>Membandingkan</a:t>
            </a:r>
            <a:r>
              <a:rPr lang="en-ID" dirty="0"/>
              <a:t> </a:t>
            </a:r>
            <a:r>
              <a:rPr lang="en-ID" dirty="0" err="1"/>
              <a:t>fitur</a:t>
            </a:r>
            <a:r>
              <a:rPr lang="en-ID" dirty="0"/>
              <a:t> </a:t>
            </a:r>
            <a:r>
              <a:rPr lang="en-ID" dirty="0" err="1"/>
              <a:t>utama</a:t>
            </a:r>
            <a:r>
              <a:rPr lang="en-ID" dirty="0"/>
              <a:t> </a:t>
            </a:r>
            <a:r>
              <a:rPr lang="en-ID" dirty="0" err="1"/>
              <a:t>antar</a:t>
            </a:r>
            <a:r>
              <a:rPr lang="en-ID" dirty="0"/>
              <a:t> tools/software.</a:t>
            </a:r>
          </a:p>
          <a:p>
            <a:pPr>
              <a:buFont typeface="Arial" panose="020B0604020202020204" pitchFamily="34" charset="0"/>
              <a:buChar char="•"/>
            </a:pPr>
            <a:r>
              <a:rPr lang="en-ID" dirty="0" err="1"/>
              <a:t>Contoh</a:t>
            </a:r>
            <a:r>
              <a:rPr lang="en-ID" dirty="0"/>
              <a:t>: </a:t>
            </a:r>
            <a:r>
              <a:rPr lang="en-ID" b="1" dirty="0"/>
              <a:t>Python vs. Go</a:t>
            </a:r>
            <a:r>
              <a:rPr lang="en-ID" dirty="0"/>
              <a:t> </a:t>
            </a:r>
            <a:r>
              <a:rPr lang="en-ID" dirty="0" err="1"/>
              <a:t>dalam</a:t>
            </a:r>
            <a:r>
              <a:rPr lang="en-ID" dirty="0"/>
              <a:t> </a:t>
            </a:r>
            <a:r>
              <a:rPr lang="en-ID" dirty="0" err="1"/>
              <a:t>pengolahan</a:t>
            </a:r>
            <a:r>
              <a:rPr lang="en-ID" dirty="0"/>
              <a:t> data </a:t>
            </a:r>
            <a:r>
              <a:rPr lang="en-ID" dirty="0" err="1"/>
              <a:t>besar</a:t>
            </a:r>
            <a:r>
              <a:rPr lang="en-ID" dirty="0"/>
              <a:t> → Python </a:t>
            </a:r>
            <a:r>
              <a:rPr lang="en-ID" dirty="0" err="1"/>
              <a:t>lebih</a:t>
            </a:r>
            <a:r>
              <a:rPr lang="en-ID" dirty="0"/>
              <a:t> </a:t>
            </a:r>
            <a:r>
              <a:rPr lang="en-ID" dirty="0" err="1"/>
              <a:t>fleksibel</a:t>
            </a:r>
            <a:r>
              <a:rPr lang="en-ID" dirty="0"/>
              <a:t>, Go </a:t>
            </a:r>
            <a:r>
              <a:rPr lang="en-ID" dirty="0" err="1"/>
              <a:t>lebih</a:t>
            </a:r>
            <a:r>
              <a:rPr lang="en-ID" dirty="0"/>
              <a:t> </a:t>
            </a:r>
            <a:r>
              <a:rPr lang="en-ID" dirty="0" err="1"/>
              <a:t>cepat</a:t>
            </a:r>
            <a:r>
              <a:rPr lang="en-ID" dirty="0"/>
              <a:t>.</a:t>
            </a:r>
          </a:p>
          <a:p>
            <a:endParaRPr lang="en-ID" dirty="0"/>
          </a:p>
          <a:p>
            <a:pPr>
              <a:buNone/>
            </a:pPr>
            <a:r>
              <a:rPr lang="en-ID" dirty="0"/>
              <a:t>✅ </a:t>
            </a:r>
            <a:r>
              <a:rPr lang="en-ID" b="1" dirty="0"/>
              <a:t>Stress Testing </a:t>
            </a:r>
            <a:r>
              <a:rPr lang="en-ID" b="1" dirty="0" err="1"/>
              <a:t>untuk</a:t>
            </a:r>
            <a:r>
              <a:rPr lang="en-ID" b="1" dirty="0"/>
              <a:t> Skala Besar</a:t>
            </a:r>
            <a:endParaRPr lang="en-ID" dirty="0"/>
          </a:p>
          <a:p>
            <a:pPr>
              <a:buFont typeface="Arial" panose="020B0604020202020204" pitchFamily="34" charset="0"/>
              <a:buChar char="•"/>
            </a:pPr>
            <a:r>
              <a:rPr lang="en-ID" dirty="0" err="1"/>
              <a:t>Menguji</a:t>
            </a:r>
            <a:r>
              <a:rPr lang="en-ID" dirty="0"/>
              <a:t> </a:t>
            </a:r>
            <a:r>
              <a:rPr lang="en-ID" dirty="0" err="1"/>
              <a:t>performa</a:t>
            </a:r>
            <a:r>
              <a:rPr lang="en-ID" dirty="0"/>
              <a:t> </a:t>
            </a:r>
            <a:r>
              <a:rPr lang="en-ID" dirty="0" err="1"/>
              <a:t>dalam</a:t>
            </a:r>
            <a:r>
              <a:rPr lang="en-ID" dirty="0"/>
              <a:t> </a:t>
            </a:r>
            <a:r>
              <a:rPr lang="en-ID" dirty="0" err="1"/>
              <a:t>kondisi</a:t>
            </a:r>
            <a:r>
              <a:rPr lang="en-ID" dirty="0"/>
              <a:t> </a:t>
            </a:r>
            <a:r>
              <a:rPr lang="en-ID" dirty="0" err="1"/>
              <a:t>ekstrem</a:t>
            </a:r>
            <a:r>
              <a:rPr lang="en-ID" dirty="0"/>
              <a:t> (</a:t>
            </a:r>
            <a:r>
              <a:rPr lang="en-ID" dirty="0" err="1"/>
              <a:t>banyak</a:t>
            </a:r>
            <a:r>
              <a:rPr lang="en-ID" dirty="0"/>
              <a:t> </a:t>
            </a:r>
            <a:r>
              <a:rPr lang="en-ID" dirty="0" err="1"/>
              <a:t>pengguna</a:t>
            </a:r>
            <a:r>
              <a:rPr lang="en-ID" dirty="0"/>
              <a:t>/data).</a:t>
            </a:r>
          </a:p>
          <a:p>
            <a:pPr>
              <a:buFont typeface="Arial" panose="020B0604020202020204" pitchFamily="34" charset="0"/>
              <a:buChar char="•"/>
            </a:pPr>
            <a:r>
              <a:rPr lang="en-ID" dirty="0" err="1"/>
              <a:t>Contoh</a:t>
            </a:r>
            <a:r>
              <a:rPr lang="en-ID" dirty="0"/>
              <a:t>: </a:t>
            </a:r>
            <a:r>
              <a:rPr lang="en-ID" b="1" dirty="0"/>
              <a:t>Uji server API </a:t>
            </a:r>
            <a:r>
              <a:rPr lang="en-ID" b="1" dirty="0" err="1"/>
              <a:t>dengan</a:t>
            </a:r>
            <a:r>
              <a:rPr lang="en-ID" b="1" dirty="0"/>
              <a:t> 10.000 request per </a:t>
            </a:r>
            <a:r>
              <a:rPr lang="en-ID" b="1" dirty="0" err="1"/>
              <a:t>detik</a:t>
            </a:r>
            <a:r>
              <a:rPr lang="en-ID" dirty="0"/>
              <a:t> </a:t>
            </a:r>
            <a:r>
              <a:rPr lang="en-ID" dirty="0" err="1"/>
              <a:t>untuk</a:t>
            </a:r>
            <a:r>
              <a:rPr lang="en-ID" dirty="0"/>
              <a:t> </a:t>
            </a:r>
            <a:r>
              <a:rPr lang="en-ID" dirty="0" err="1"/>
              <a:t>melihat</a:t>
            </a:r>
            <a:r>
              <a:rPr lang="en-ID" dirty="0"/>
              <a:t> </a:t>
            </a:r>
            <a:r>
              <a:rPr lang="en-ID" dirty="0" err="1"/>
              <a:t>kestabilannya</a:t>
            </a:r>
            <a:r>
              <a:rPr lang="en-ID" dirty="0"/>
              <a:t>.</a:t>
            </a:r>
          </a:p>
          <a:p>
            <a:endParaRPr lang="en-ID" dirty="0"/>
          </a:p>
          <a:p>
            <a:pPr>
              <a:buNone/>
            </a:pPr>
            <a:r>
              <a:rPr lang="en-ID" dirty="0"/>
              <a:t>✅ </a:t>
            </a:r>
            <a:r>
              <a:rPr lang="en-ID" b="1" dirty="0" err="1"/>
              <a:t>Kompatibilitas</a:t>
            </a:r>
            <a:r>
              <a:rPr lang="en-ID" b="1" dirty="0"/>
              <a:t> </a:t>
            </a:r>
            <a:r>
              <a:rPr lang="en-ID" b="1" dirty="0" err="1"/>
              <a:t>dengan</a:t>
            </a:r>
            <a:r>
              <a:rPr lang="en-ID" b="1" dirty="0"/>
              <a:t> </a:t>
            </a:r>
            <a:r>
              <a:rPr lang="en-ID" b="1" dirty="0" err="1"/>
              <a:t>Ekosistem</a:t>
            </a:r>
            <a:r>
              <a:rPr lang="en-ID" b="1" dirty="0"/>
              <a:t> Lain</a:t>
            </a:r>
            <a:endParaRPr lang="en-ID" dirty="0"/>
          </a:p>
          <a:p>
            <a:pPr>
              <a:buFont typeface="Arial" panose="020B0604020202020204" pitchFamily="34" charset="0"/>
              <a:buChar char="•"/>
            </a:pPr>
            <a:r>
              <a:rPr lang="en-ID" dirty="0" err="1"/>
              <a:t>Menilai</a:t>
            </a:r>
            <a:r>
              <a:rPr lang="en-ID" dirty="0"/>
              <a:t> </a:t>
            </a:r>
            <a:r>
              <a:rPr lang="en-ID" dirty="0" err="1"/>
              <a:t>apakah</a:t>
            </a:r>
            <a:r>
              <a:rPr lang="en-ID" dirty="0"/>
              <a:t> tools </a:t>
            </a:r>
            <a:r>
              <a:rPr lang="en-ID" dirty="0" err="1"/>
              <a:t>dapat</a:t>
            </a:r>
            <a:r>
              <a:rPr lang="en-ID" dirty="0"/>
              <a:t> </a:t>
            </a:r>
            <a:r>
              <a:rPr lang="en-ID" dirty="0" err="1"/>
              <a:t>bekerja</a:t>
            </a:r>
            <a:r>
              <a:rPr lang="en-ID" dirty="0"/>
              <a:t> </a:t>
            </a:r>
            <a:r>
              <a:rPr lang="en-ID" dirty="0" err="1"/>
              <a:t>dengan</a:t>
            </a:r>
            <a:r>
              <a:rPr lang="en-ID" dirty="0"/>
              <a:t> software </a:t>
            </a:r>
            <a:r>
              <a:rPr lang="en-ID" dirty="0" err="1"/>
              <a:t>atau</a:t>
            </a:r>
            <a:r>
              <a:rPr lang="en-ID" dirty="0"/>
              <a:t> </a:t>
            </a:r>
            <a:r>
              <a:rPr lang="en-ID" dirty="0" err="1"/>
              <a:t>sistem</a:t>
            </a:r>
            <a:r>
              <a:rPr lang="en-ID" dirty="0"/>
              <a:t> lain.</a:t>
            </a:r>
          </a:p>
          <a:p>
            <a:pPr>
              <a:buFont typeface="Arial" panose="020B0604020202020204" pitchFamily="34" charset="0"/>
              <a:buChar char="•"/>
            </a:pPr>
            <a:r>
              <a:rPr lang="en-ID" dirty="0" err="1"/>
              <a:t>Contoh</a:t>
            </a:r>
            <a:r>
              <a:rPr lang="en-ID" dirty="0"/>
              <a:t>: </a:t>
            </a:r>
            <a:r>
              <a:rPr lang="en-ID" b="1" dirty="0" err="1"/>
              <a:t>Apakah</a:t>
            </a:r>
            <a:r>
              <a:rPr lang="en-ID" b="1" dirty="0"/>
              <a:t> TensorFlow </a:t>
            </a:r>
            <a:r>
              <a:rPr lang="en-ID" b="1" dirty="0" err="1"/>
              <a:t>dapat</a:t>
            </a:r>
            <a:r>
              <a:rPr lang="en-ID" b="1" dirty="0"/>
              <a:t> </a:t>
            </a:r>
            <a:r>
              <a:rPr lang="en-ID" b="1" dirty="0" err="1"/>
              <a:t>berjalan</a:t>
            </a:r>
            <a:r>
              <a:rPr lang="en-ID" b="1" dirty="0"/>
              <a:t> optimal di AWS Lambda?</a:t>
            </a:r>
            <a:endParaRPr lang="en-ID" dirty="0"/>
          </a:p>
          <a:p>
            <a:pPr>
              <a:buNone/>
            </a:pPr>
            <a:endParaRPr lang="en-US" altLang="en-US" dirty="0">
              <a:solidFill>
                <a:schemeClr val="tx1"/>
              </a:solidFill>
              <a:latin typeface="Arial" panose="020B0604020202020204" pitchFamily="34" charset="0"/>
            </a:endParaRPr>
          </a:p>
          <a:p>
            <a:pPr>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955764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F657E-B1EA-8E51-46A0-96045DC9225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38C819C-6653-C79E-0E7B-0844E386038D}"/>
              </a:ext>
            </a:extLst>
          </p:cNvPr>
          <p:cNvSpPr txBox="1"/>
          <p:nvPr/>
        </p:nvSpPr>
        <p:spPr>
          <a:xfrm>
            <a:off x="762000" y="304800"/>
            <a:ext cx="8392041" cy="646331"/>
          </a:xfrm>
          <a:prstGeom prst="rect">
            <a:avLst/>
          </a:prstGeom>
          <a:noFill/>
        </p:spPr>
        <p:txBody>
          <a:bodyPr wrap="none" rtlCol="0">
            <a:spAutoFit/>
          </a:bodyPr>
          <a:lstStyle/>
          <a:p>
            <a:r>
              <a:rPr lang="en-ID" sz="3600" dirty="0">
                <a:solidFill>
                  <a:schemeClr val="bg1"/>
                </a:solidFill>
              </a:rPr>
              <a:t>Benchmarking &amp; </a:t>
            </a:r>
            <a:r>
              <a:rPr lang="en-ID" sz="3600" dirty="0" err="1">
                <a:solidFill>
                  <a:schemeClr val="bg1"/>
                </a:solidFill>
              </a:rPr>
              <a:t>Laporan</a:t>
            </a:r>
            <a:r>
              <a:rPr lang="en-ID" sz="3600" dirty="0">
                <a:solidFill>
                  <a:schemeClr val="bg1"/>
                </a:solidFill>
              </a:rPr>
              <a:t> </a:t>
            </a:r>
            <a:r>
              <a:rPr lang="en-ID" sz="3600" dirty="0" err="1">
                <a:solidFill>
                  <a:schemeClr val="bg1"/>
                </a:solidFill>
              </a:rPr>
              <a:t>Kompatibilitas</a:t>
            </a:r>
            <a:endParaRPr lang="en-ID" sz="3600" dirty="0">
              <a:solidFill>
                <a:schemeClr val="bg1"/>
              </a:solidFill>
            </a:endParaRPr>
          </a:p>
        </p:txBody>
      </p:sp>
      <p:sp>
        <p:nvSpPr>
          <p:cNvPr id="2" name="Rectangle 1">
            <a:extLst>
              <a:ext uri="{FF2B5EF4-FFF2-40B4-BE49-F238E27FC236}">
                <a16:creationId xmlns:a16="http://schemas.microsoft.com/office/drawing/2014/main" id="{F400E1B3-CEE2-326E-8D05-A77908810382}"/>
              </a:ext>
            </a:extLst>
          </p:cNvPr>
          <p:cNvSpPr>
            <a:spLocks noChangeArrowheads="1"/>
          </p:cNvSpPr>
          <p:nvPr/>
        </p:nvSpPr>
        <p:spPr bwMode="auto">
          <a:xfrm>
            <a:off x="762000" y="1149489"/>
            <a:ext cx="109728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ID" b="1" dirty="0"/>
              <a:t>2. Hasil </a:t>
            </a:r>
            <a:r>
              <a:rPr lang="en-ID" b="1" dirty="0" err="1"/>
              <a:t>Laporan</a:t>
            </a:r>
            <a:endParaRPr lang="en-ID" b="1" dirty="0"/>
          </a:p>
          <a:p>
            <a:pPr>
              <a:buNone/>
            </a:pPr>
            <a:r>
              <a:rPr lang="en-ID" dirty="0"/>
              <a:t>📌 </a:t>
            </a:r>
            <a:r>
              <a:rPr lang="en-ID" b="1" dirty="0" err="1"/>
              <a:t>Ringkasan</a:t>
            </a:r>
            <a:r>
              <a:rPr lang="en-ID" b="1" dirty="0"/>
              <a:t> Performa</a:t>
            </a:r>
            <a:endParaRPr lang="en-ID" dirty="0"/>
          </a:p>
          <a:p>
            <a:pPr>
              <a:buFont typeface="Arial" panose="020B0604020202020204" pitchFamily="34" charset="0"/>
              <a:buChar char="•"/>
            </a:pPr>
            <a:r>
              <a:rPr lang="en-ID" dirty="0" err="1"/>
              <a:t>Menyajikan</a:t>
            </a:r>
            <a:r>
              <a:rPr lang="en-ID" dirty="0"/>
              <a:t> </a:t>
            </a:r>
            <a:r>
              <a:rPr lang="en-ID" b="1" dirty="0"/>
              <a:t>data </a:t>
            </a:r>
            <a:r>
              <a:rPr lang="en-ID" b="1" dirty="0" err="1"/>
              <a:t>hasil</a:t>
            </a:r>
            <a:r>
              <a:rPr lang="en-ID" b="1" dirty="0"/>
              <a:t> uji </a:t>
            </a:r>
            <a:r>
              <a:rPr lang="en-ID" b="1" dirty="0" err="1"/>
              <a:t>coba</a:t>
            </a:r>
            <a:r>
              <a:rPr lang="en-ID" dirty="0"/>
              <a:t>, </a:t>
            </a:r>
            <a:r>
              <a:rPr lang="en-ID" dirty="0" err="1"/>
              <a:t>seperti</a:t>
            </a:r>
            <a:r>
              <a:rPr lang="en-ID" dirty="0"/>
              <a:t> </a:t>
            </a:r>
            <a:r>
              <a:rPr lang="en-ID" dirty="0" err="1"/>
              <a:t>kecepatan</a:t>
            </a:r>
            <a:r>
              <a:rPr lang="en-ID" dirty="0"/>
              <a:t> </a:t>
            </a:r>
            <a:r>
              <a:rPr lang="en-ID" dirty="0" err="1"/>
              <a:t>eksekusi</a:t>
            </a:r>
            <a:r>
              <a:rPr lang="en-ID" dirty="0"/>
              <a:t> dan </a:t>
            </a:r>
            <a:r>
              <a:rPr lang="en-ID" dirty="0" err="1"/>
              <a:t>penggunaan</a:t>
            </a:r>
            <a:r>
              <a:rPr lang="en-ID" dirty="0"/>
              <a:t> </a:t>
            </a:r>
            <a:r>
              <a:rPr lang="en-ID" dirty="0" err="1"/>
              <a:t>memori</a:t>
            </a:r>
            <a:r>
              <a:rPr lang="en-ID" dirty="0"/>
              <a:t>.</a:t>
            </a:r>
          </a:p>
          <a:p>
            <a:pPr>
              <a:buFont typeface="Arial" panose="020B0604020202020204" pitchFamily="34" charset="0"/>
              <a:buChar char="•"/>
            </a:pPr>
            <a:r>
              <a:rPr lang="en-ID" dirty="0" err="1"/>
              <a:t>Contoh</a:t>
            </a:r>
            <a:r>
              <a:rPr lang="en-ID" dirty="0"/>
              <a:t>: </a:t>
            </a:r>
            <a:r>
              <a:rPr lang="en-ID" b="1" dirty="0" err="1"/>
              <a:t>FastAPI</a:t>
            </a:r>
            <a:r>
              <a:rPr lang="en-ID" b="1" dirty="0"/>
              <a:t> </a:t>
            </a:r>
            <a:r>
              <a:rPr lang="en-ID" b="1" dirty="0" err="1"/>
              <a:t>lebih</a:t>
            </a:r>
            <a:r>
              <a:rPr lang="en-ID" b="1" dirty="0"/>
              <a:t> </a:t>
            </a:r>
            <a:r>
              <a:rPr lang="en-ID" b="1" dirty="0" err="1"/>
              <a:t>cepat</a:t>
            </a:r>
            <a:r>
              <a:rPr lang="en-ID" b="1" dirty="0"/>
              <a:t> </a:t>
            </a:r>
            <a:r>
              <a:rPr lang="en-ID" b="1" dirty="0" err="1"/>
              <a:t>dibanding</a:t>
            </a:r>
            <a:r>
              <a:rPr lang="en-ID" b="1" dirty="0"/>
              <a:t> Flask </a:t>
            </a:r>
            <a:r>
              <a:rPr lang="en-ID" b="1" dirty="0" err="1"/>
              <a:t>dalam</a:t>
            </a:r>
            <a:r>
              <a:rPr lang="en-ID" b="1" dirty="0"/>
              <a:t> </a:t>
            </a:r>
            <a:r>
              <a:rPr lang="en-ID" b="1" dirty="0" err="1"/>
              <a:t>menangani</a:t>
            </a:r>
            <a:r>
              <a:rPr lang="en-ID" b="1" dirty="0"/>
              <a:t> request HTTP.</a:t>
            </a:r>
            <a:endParaRPr lang="en-ID" dirty="0"/>
          </a:p>
          <a:p>
            <a:pPr>
              <a:buNone/>
            </a:pPr>
            <a:r>
              <a:rPr lang="en-ID" dirty="0"/>
              <a:t>📌 </a:t>
            </a:r>
            <a:r>
              <a:rPr lang="en-ID" b="1" dirty="0" err="1"/>
              <a:t>Rekomendasi</a:t>
            </a:r>
            <a:r>
              <a:rPr lang="en-ID" b="1" dirty="0"/>
              <a:t> </a:t>
            </a:r>
            <a:r>
              <a:rPr lang="en-ID" b="1" dirty="0" err="1"/>
              <a:t>Penggunaan</a:t>
            </a:r>
            <a:endParaRPr lang="en-ID" dirty="0"/>
          </a:p>
          <a:p>
            <a:pPr>
              <a:buFont typeface="Arial" panose="020B0604020202020204" pitchFamily="34" charset="0"/>
              <a:buChar char="•"/>
            </a:pPr>
            <a:r>
              <a:rPr lang="en-ID" dirty="0" err="1"/>
              <a:t>Berdasarkan</a:t>
            </a:r>
            <a:r>
              <a:rPr lang="en-ID" dirty="0"/>
              <a:t> </a:t>
            </a:r>
            <a:r>
              <a:rPr lang="en-ID" dirty="0" err="1"/>
              <a:t>hasil</a:t>
            </a:r>
            <a:r>
              <a:rPr lang="en-ID" dirty="0"/>
              <a:t> benchmarking, </a:t>
            </a:r>
            <a:r>
              <a:rPr lang="en-ID" dirty="0" err="1"/>
              <a:t>diberikan</a:t>
            </a:r>
            <a:r>
              <a:rPr lang="en-ID" dirty="0"/>
              <a:t> saran </a:t>
            </a:r>
            <a:r>
              <a:rPr lang="en-ID" dirty="0" err="1"/>
              <a:t>pemakaian</a:t>
            </a:r>
            <a:r>
              <a:rPr lang="en-ID" dirty="0"/>
              <a:t> </a:t>
            </a:r>
            <a:r>
              <a:rPr lang="en-ID" dirty="0" err="1"/>
              <a:t>terbaik</a:t>
            </a:r>
            <a:r>
              <a:rPr lang="en-ID" dirty="0"/>
              <a:t>.</a:t>
            </a:r>
          </a:p>
          <a:p>
            <a:pPr>
              <a:buFont typeface="Arial" panose="020B0604020202020204" pitchFamily="34" charset="0"/>
              <a:buChar char="•"/>
            </a:pPr>
            <a:r>
              <a:rPr lang="en-ID" dirty="0" err="1"/>
              <a:t>Contoh</a:t>
            </a:r>
            <a:r>
              <a:rPr lang="en-ID" dirty="0"/>
              <a:t>: </a:t>
            </a:r>
            <a:r>
              <a:rPr lang="en-ID" b="1" dirty="0" err="1"/>
              <a:t>PyTorch</a:t>
            </a:r>
            <a:r>
              <a:rPr lang="en-ID" b="1" dirty="0"/>
              <a:t> </a:t>
            </a:r>
            <a:r>
              <a:rPr lang="en-ID" b="1" dirty="0" err="1"/>
              <a:t>lebih</a:t>
            </a:r>
            <a:r>
              <a:rPr lang="en-ID" b="1" dirty="0"/>
              <a:t> </a:t>
            </a:r>
            <a:r>
              <a:rPr lang="en-ID" b="1" dirty="0" err="1"/>
              <a:t>cocok</a:t>
            </a:r>
            <a:r>
              <a:rPr lang="en-ID" b="1" dirty="0"/>
              <a:t> </a:t>
            </a:r>
            <a:r>
              <a:rPr lang="en-ID" b="1" dirty="0" err="1"/>
              <a:t>untuk</a:t>
            </a:r>
            <a:r>
              <a:rPr lang="en-ID" b="1" dirty="0"/>
              <a:t> </a:t>
            </a:r>
            <a:r>
              <a:rPr lang="en-ID" b="1" dirty="0" err="1"/>
              <a:t>eksperimen</a:t>
            </a:r>
            <a:r>
              <a:rPr lang="en-ID" b="1" dirty="0"/>
              <a:t> AI, </a:t>
            </a:r>
            <a:r>
              <a:rPr lang="en-ID" b="1" dirty="0" err="1"/>
              <a:t>sementara</a:t>
            </a:r>
            <a:r>
              <a:rPr lang="en-ID" b="1" dirty="0"/>
              <a:t> TensorFlow </a:t>
            </a:r>
            <a:r>
              <a:rPr lang="en-ID" b="1" dirty="0" err="1"/>
              <a:t>lebih</a:t>
            </a:r>
            <a:r>
              <a:rPr lang="en-ID" b="1" dirty="0"/>
              <a:t> </a:t>
            </a:r>
            <a:r>
              <a:rPr lang="en-ID" b="1" dirty="0" err="1"/>
              <a:t>baik</a:t>
            </a:r>
            <a:r>
              <a:rPr lang="en-ID" b="1" dirty="0"/>
              <a:t> </a:t>
            </a:r>
            <a:r>
              <a:rPr lang="en-ID" b="1" dirty="0" err="1"/>
              <a:t>untuk</a:t>
            </a:r>
            <a:r>
              <a:rPr lang="en-ID" b="1" dirty="0"/>
              <a:t> deployment </a:t>
            </a:r>
            <a:r>
              <a:rPr lang="en-ID" b="1" dirty="0" err="1"/>
              <a:t>skala</a:t>
            </a:r>
            <a:r>
              <a:rPr lang="en-ID" b="1" dirty="0"/>
              <a:t> </a:t>
            </a:r>
            <a:r>
              <a:rPr lang="en-ID" b="1" dirty="0" err="1"/>
              <a:t>besar</a:t>
            </a:r>
            <a:r>
              <a:rPr lang="en-ID" b="1" dirty="0"/>
              <a:t>.</a:t>
            </a:r>
            <a:endParaRPr lang="en-ID" dirty="0"/>
          </a:p>
          <a:p>
            <a:pPr>
              <a:buNone/>
            </a:pPr>
            <a:r>
              <a:rPr lang="en-ID" dirty="0"/>
              <a:t>📌 </a:t>
            </a:r>
            <a:r>
              <a:rPr lang="en-ID" b="1" dirty="0" err="1"/>
              <a:t>Risiko</a:t>
            </a:r>
            <a:r>
              <a:rPr lang="en-ID" b="1" dirty="0"/>
              <a:t> dan </a:t>
            </a:r>
            <a:r>
              <a:rPr lang="en-ID" b="1" dirty="0" err="1"/>
              <a:t>Mitigasi</a:t>
            </a:r>
            <a:endParaRPr lang="en-ID" dirty="0"/>
          </a:p>
          <a:p>
            <a:pPr>
              <a:buFont typeface="Arial" panose="020B0604020202020204" pitchFamily="34" charset="0"/>
              <a:buChar char="•"/>
            </a:pPr>
            <a:r>
              <a:rPr lang="en-ID" dirty="0" err="1"/>
              <a:t>Mengidentifikasi</a:t>
            </a:r>
            <a:r>
              <a:rPr lang="en-ID" dirty="0"/>
              <a:t> </a:t>
            </a:r>
            <a:r>
              <a:rPr lang="en-ID" dirty="0" err="1"/>
              <a:t>potensi</a:t>
            </a:r>
            <a:r>
              <a:rPr lang="en-ID" dirty="0"/>
              <a:t> </a:t>
            </a:r>
            <a:r>
              <a:rPr lang="en-ID" dirty="0" err="1"/>
              <a:t>masalah</a:t>
            </a:r>
            <a:r>
              <a:rPr lang="en-ID" dirty="0"/>
              <a:t> </a:t>
            </a:r>
            <a:r>
              <a:rPr lang="en-ID" dirty="0" err="1"/>
              <a:t>serta</a:t>
            </a:r>
            <a:r>
              <a:rPr lang="en-ID" dirty="0"/>
              <a:t> </a:t>
            </a:r>
            <a:r>
              <a:rPr lang="en-ID" dirty="0" err="1"/>
              <a:t>solusinya</a:t>
            </a:r>
            <a:r>
              <a:rPr lang="en-ID" dirty="0"/>
              <a:t>.</a:t>
            </a:r>
          </a:p>
          <a:p>
            <a:pPr>
              <a:buFont typeface="Arial" panose="020B0604020202020204" pitchFamily="34" charset="0"/>
              <a:buChar char="•"/>
            </a:pPr>
            <a:r>
              <a:rPr lang="en-ID" dirty="0" err="1"/>
              <a:t>Contoh</a:t>
            </a:r>
            <a:r>
              <a:rPr lang="en-ID" dirty="0"/>
              <a:t>: </a:t>
            </a:r>
          </a:p>
          <a:p>
            <a:pPr marL="742950" lvl="1" indent="-285750">
              <a:buFont typeface="Arial" panose="020B0604020202020204" pitchFamily="34" charset="0"/>
              <a:buChar char="•"/>
            </a:pPr>
            <a:r>
              <a:rPr lang="en-ID" b="1" dirty="0" err="1"/>
              <a:t>Risiko</a:t>
            </a:r>
            <a:r>
              <a:rPr lang="en-ID" dirty="0"/>
              <a:t>: Server overload </a:t>
            </a:r>
            <a:r>
              <a:rPr lang="en-ID" dirty="0" err="1"/>
              <a:t>saat</a:t>
            </a:r>
            <a:r>
              <a:rPr lang="en-ID" dirty="0"/>
              <a:t> load </a:t>
            </a:r>
            <a:r>
              <a:rPr lang="en-ID" dirty="0" err="1"/>
              <a:t>tinggi</a:t>
            </a:r>
            <a:r>
              <a:rPr lang="en-ID" dirty="0"/>
              <a:t>.</a:t>
            </a:r>
          </a:p>
          <a:p>
            <a:pPr marL="742950" lvl="1" indent="-285750">
              <a:buFont typeface="Arial" panose="020B0604020202020204" pitchFamily="34" charset="0"/>
              <a:buChar char="•"/>
            </a:pPr>
            <a:r>
              <a:rPr lang="en-ID" b="1" dirty="0" err="1"/>
              <a:t>Mitigasi</a:t>
            </a:r>
            <a:r>
              <a:rPr lang="en-ID" dirty="0"/>
              <a:t>: </a:t>
            </a:r>
            <a:r>
              <a:rPr lang="en-ID" dirty="0" err="1"/>
              <a:t>Gunakan</a:t>
            </a:r>
            <a:r>
              <a:rPr lang="en-ID" dirty="0"/>
              <a:t> </a:t>
            </a:r>
            <a:r>
              <a:rPr lang="en-ID" b="1" dirty="0"/>
              <a:t>load balancer</a:t>
            </a:r>
            <a:r>
              <a:rPr lang="en-ID" dirty="0"/>
              <a:t> </a:t>
            </a:r>
            <a:r>
              <a:rPr lang="en-ID" dirty="0" err="1"/>
              <a:t>untuk</a:t>
            </a:r>
            <a:r>
              <a:rPr lang="en-ID" dirty="0"/>
              <a:t> </a:t>
            </a:r>
            <a:r>
              <a:rPr lang="en-ID" dirty="0" err="1"/>
              <a:t>mendistribusikan</a:t>
            </a:r>
            <a:r>
              <a:rPr lang="en-ID" dirty="0"/>
              <a:t> </a:t>
            </a:r>
            <a:r>
              <a:rPr lang="en-ID" dirty="0" err="1"/>
              <a:t>beban</a:t>
            </a:r>
            <a:r>
              <a:rPr lang="en-ID" dirty="0"/>
              <a:t>.</a:t>
            </a:r>
          </a:p>
          <a:p>
            <a:pPr>
              <a:buNone/>
            </a:pPr>
            <a:endParaRPr lang="en-US" altLang="en-US" dirty="0">
              <a:solidFill>
                <a:schemeClr val="tx1"/>
              </a:solidFill>
              <a:latin typeface="Arial" panose="020B0604020202020204" pitchFamily="34" charset="0"/>
            </a:endParaRPr>
          </a:p>
          <a:p>
            <a:pPr>
              <a:buNone/>
            </a:pPr>
            <a:r>
              <a:rPr lang="en-US" altLang="en-US" dirty="0">
                <a:solidFill>
                  <a:schemeClr val="tx1"/>
                </a:solidFill>
                <a:latin typeface="Arial" panose="020B0604020202020204" pitchFamily="34" charset="0"/>
              </a:rPr>
              <a:t> </a:t>
            </a:r>
            <a:r>
              <a:rPr lang="en-ID" b="1" dirty="0"/>
              <a:t>3. Tools </a:t>
            </a:r>
            <a:r>
              <a:rPr lang="en-ID" b="1" dirty="0" err="1"/>
              <a:t>Tambahan</a:t>
            </a:r>
            <a:r>
              <a:rPr lang="en-ID" b="1" dirty="0"/>
              <a:t> </a:t>
            </a:r>
            <a:r>
              <a:rPr lang="en-ID" b="1" dirty="0" err="1"/>
              <a:t>untuk</a:t>
            </a:r>
            <a:r>
              <a:rPr lang="en-ID" b="1" dirty="0"/>
              <a:t> Benchmarking &amp; Monitoring</a:t>
            </a:r>
          </a:p>
          <a:p>
            <a:r>
              <a:rPr lang="en-ID" dirty="0"/>
              <a:t>🔹 </a:t>
            </a:r>
            <a:r>
              <a:rPr lang="en-ID" b="1" dirty="0"/>
              <a:t>Grafana &amp; Prometheus</a:t>
            </a:r>
            <a:r>
              <a:rPr lang="en-ID" dirty="0"/>
              <a:t> → </a:t>
            </a:r>
            <a:r>
              <a:rPr lang="en-ID" dirty="0" err="1"/>
              <a:t>Untuk</a:t>
            </a:r>
            <a:r>
              <a:rPr lang="en-ID" dirty="0"/>
              <a:t> monitoring </a:t>
            </a:r>
            <a:r>
              <a:rPr lang="en-ID" dirty="0" err="1"/>
              <a:t>performa</a:t>
            </a:r>
            <a:r>
              <a:rPr lang="en-ID" dirty="0"/>
              <a:t> </a:t>
            </a:r>
            <a:r>
              <a:rPr lang="en-ID" dirty="0" err="1"/>
              <a:t>sistem</a:t>
            </a:r>
            <a:r>
              <a:rPr lang="en-ID" dirty="0"/>
              <a:t> </a:t>
            </a:r>
            <a:r>
              <a:rPr lang="en-ID" dirty="0" err="1"/>
              <a:t>secara</a:t>
            </a:r>
            <a:r>
              <a:rPr lang="en-ID" dirty="0"/>
              <a:t> real-time.</a:t>
            </a:r>
            <a:br>
              <a:rPr lang="en-ID" dirty="0"/>
            </a:br>
            <a:r>
              <a:rPr lang="en-ID" dirty="0"/>
              <a:t>🔹 </a:t>
            </a:r>
            <a:r>
              <a:rPr lang="en-ID" b="1" dirty="0"/>
              <a:t>Postman</a:t>
            </a:r>
            <a:r>
              <a:rPr lang="en-ID" dirty="0"/>
              <a:t> → </a:t>
            </a:r>
            <a:r>
              <a:rPr lang="en-ID" dirty="0" err="1"/>
              <a:t>Untuk</a:t>
            </a:r>
            <a:r>
              <a:rPr lang="en-ID" dirty="0"/>
              <a:t> </a:t>
            </a:r>
            <a:r>
              <a:rPr lang="en-ID" dirty="0" err="1"/>
              <a:t>menguji</a:t>
            </a:r>
            <a:r>
              <a:rPr lang="en-ID" dirty="0"/>
              <a:t> dan </a:t>
            </a:r>
            <a:r>
              <a:rPr lang="en-ID" dirty="0" err="1"/>
              <a:t>membandingkan</a:t>
            </a:r>
            <a:r>
              <a:rPr lang="en-ID" dirty="0"/>
              <a:t> </a:t>
            </a:r>
            <a:r>
              <a:rPr lang="en-ID" dirty="0" err="1"/>
              <a:t>performa</a:t>
            </a:r>
            <a:r>
              <a:rPr lang="en-ID" dirty="0"/>
              <a:t> API.</a:t>
            </a:r>
            <a:br>
              <a:rPr lang="en-ID" dirty="0"/>
            </a:br>
            <a:r>
              <a:rPr lang="en-ID" dirty="0"/>
              <a:t>🔹 </a:t>
            </a:r>
            <a:r>
              <a:rPr lang="en-ID" b="1" dirty="0"/>
              <a:t>JMeter &amp; Locust</a:t>
            </a:r>
            <a:r>
              <a:rPr lang="en-ID" dirty="0"/>
              <a:t> → </a:t>
            </a:r>
            <a:r>
              <a:rPr lang="en-ID" dirty="0" err="1"/>
              <a:t>Untuk</a:t>
            </a:r>
            <a:r>
              <a:rPr lang="en-ID" dirty="0"/>
              <a:t> </a:t>
            </a:r>
            <a:r>
              <a:rPr lang="en-ID" dirty="0" err="1"/>
              <a:t>melakukan</a:t>
            </a:r>
            <a:r>
              <a:rPr lang="en-ID" dirty="0"/>
              <a:t> stress testing.</a:t>
            </a:r>
          </a:p>
          <a:p>
            <a:pPr>
              <a:buNone/>
            </a:pPr>
            <a:endParaRPr lang="en-US" altLang="en-US" dirty="0">
              <a:solidFill>
                <a:schemeClr val="tx1"/>
              </a:solidFill>
              <a:latin typeface="Arial" panose="020B0604020202020204" pitchFamily="34" charset="0"/>
            </a:endParaRPr>
          </a:p>
          <a:p>
            <a:pPr>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982381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AA30F-5299-6FBD-7226-74E5CB7667E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FC0709D-9E70-03D3-F3B6-8FD5D4A4A383}"/>
              </a:ext>
            </a:extLst>
          </p:cNvPr>
          <p:cNvSpPr txBox="1"/>
          <p:nvPr/>
        </p:nvSpPr>
        <p:spPr>
          <a:xfrm>
            <a:off x="762000" y="304800"/>
            <a:ext cx="8392041" cy="646331"/>
          </a:xfrm>
          <a:prstGeom prst="rect">
            <a:avLst/>
          </a:prstGeom>
          <a:noFill/>
        </p:spPr>
        <p:txBody>
          <a:bodyPr wrap="none" rtlCol="0">
            <a:spAutoFit/>
          </a:bodyPr>
          <a:lstStyle/>
          <a:p>
            <a:r>
              <a:rPr lang="en-ID" sz="3600" dirty="0">
                <a:solidFill>
                  <a:schemeClr val="bg1"/>
                </a:solidFill>
              </a:rPr>
              <a:t>Benchmarking &amp; </a:t>
            </a:r>
            <a:r>
              <a:rPr lang="en-ID" sz="3600" dirty="0" err="1">
                <a:solidFill>
                  <a:schemeClr val="bg1"/>
                </a:solidFill>
              </a:rPr>
              <a:t>Laporan</a:t>
            </a:r>
            <a:r>
              <a:rPr lang="en-ID" sz="3600" dirty="0">
                <a:solidFill>
                  <a:schemeClr val="bg1"/>
                </a:solidFill>
              </a:rPr>
              <a:t> </a:t>
            </a:r>
            <a:r>
              <a:rPr lang="en-ID" sz="3600" dirty="0" err="1">
                <a:solidFill>
                  <a:schemeClr val="bg1"/>
                </a:solidFill>
              </a:rPr>
              <a:t>Kompatibilitas</a:t>
            </a:r>
            <a:endParaRPr lang="en-ID" sz="3600" dirty="0">
              <a:solidFill>
                <a:schemeClr val="bg1"/>
              </a:solidFill>
            </a:endParaRPr>
          </a:p>
        </p:txBody>
      </p:sp>
      <p:sp>
        <p:nvSpPr>
          <p:cNvPr id="2" name="Rectangle 1">
            <a:extLst>
              <a:ext uri="{FF2B5EF4-FFF2-40B4-BE49-F238E27FC236}">
                <a16:creationId xmlns:a16="http://schemas.microsoft.com/office/drawing/2014/main" id="{5DB3549D-972B-1F96-6B75-BC9A4C26766E}"/>
              </a:ext>
            </a:extLst>
          </p:cNvPr>
          <p:cNvSpPr>
            <a:spLocks noChangeArrowheads="1"/>
          </p:cNvSpPr>
          <p:nvPr/>
        </p:nvSpPr>
        <p:spPr bwMode="auto">
          <a:xfrm>
            <a:off x="762000" y="1620799"/>
            <a:ext cx="109728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ID" b="1" dirty="0"/>
              <a:t>4. </a:t>
            </a:r>
            <a:r>
              <a:rPr lang="en-ID" b="1" dirty="0" err="1"/>
              <a:t>Contoh</a:t>
            </a:r>
            <a:r>
              <a:rPr lang="en-ID" b="1" dirty="0"/>
              <a:t> Studi Kasus</a:t>
            </a:r>
          </a:p>
          <a:p>
            <a:pPr>
              <a:buNone/>
            </a:pPr>
            <a:r>
              <a:rPr lang="en-ID" dirty="0"/>
              <a:t>📌 </a:t>
            </a:r>
            <a:r>
              <a:rPr lang="en-ID" b="1" dirty="0"/>
              <a:t>Kasus: </a:t>
            </a:r>
            <a:r>
              <a:rPr lang="en-ID" b="1" dirty="0" err="1"/>
              <a:t>Membandingkan</a:t>
            </a:r>
            <a:r>
              <a:rPr lang="en-ID" b="1" dirty="0"/>
              <a:t> Flask vs. </a:t>
            </a:r>
            <a:r>
              <a:rPr lang="en-ID" b="1" dirty="0" err="1"/>
              <a:t>FastAPI</a:t>
            </a:r>
            <a:r>
              <a:rPr lang="en-ID" b="1" dirty="0"/>
              <a:t> </a:t>
            </a:r>
            <a:r>
              <a:rPr lang="en-ID" b="1" dirty="0" err="1"/>
              <a:t>untuk</a:t>
            </a:r>
            <a:r>
              <a:rPr lang="en-ID" b="1" dirty="0"/>
              <a:t> Web API</a:t>
            </a:r>
            <a:endParaRPr lang="en-ID" dirty="0"/>
          </a:p>
          <a:p>
            <a:pPr>
              <a:buFont typeface="Arial" panose="020B0604020202020204" pitchFamily="34" charset="0"/>
              <a:buChar char="•"/>
            </a:pPr>
            <a:r>
              <a:rPr lang="en-ID" b="1" dirty="0"/>
              <a:t>Metode</a:t>
            </a:r>
            <a:r>
              <a:rPr lang="en-ID" dirty="0"/>
              <a:t>: Uji </a:t>
            </a:r>
            <a:r>
              <a:rPr lang="en-ID" dirty="0" err="1"/>
              <a:t>waktu</a:t>
            </a:r>
            <a:r>
              <a:rPr lang="en-ID" dirty="0"/>
              <a:t> </a:t>
            </a:r>
            <a:r>
              <a:rPr lang="en-ID" dirty="0" err="1"/>
              <a:t>respon</a:t>
            </a:r>
            <a:r>
              <a:rPr lang="en-ID" dirty="0"/>
              <a:t> dan </a:t>
            </a:r>
            <a:r>
              <a:rPr lang="en-ID" dirty="0" err="1"/>
              <a:t>konsumsi</a:t>
            </a:r>
            <a:r>
              <a:rPr lang="en-ID" dirty="0"/>
              <a:t> CPU.</a:t>
            </a:r>
          </a:p>
          <a:p>
            <a:pPr>
              <a:buFont typeface="Arial" panose="020B0604020202020204" pitchFamily="34" charset="0"/>
              <a:buChar char="•"/>
            </a:pPr>
            <a:r>
              <a:rPr lang="en-ID" b="1" dirty="0"/>
              <a:t>Hasil</a:t>
            </a:r>
            <a:r>
              <a:rPr lang="en-ID" dirty="0"/>
              <a:t>: </a:t>
            </a:r>
            <a:r>
              <a:rPr lang="en-ID" dirty="0" err="1"/>
              <a:t>FastAPI</a:t>
            </a:r>
            <a:r>
              <a:rPr lang="en-ID" dirty="0"/>
              <a:t> </a:t>
            </a:r>
            <a:r>
              <a:rPr lang="en-ID" b="1" dirty="0"/>
              <a:t>40% </a:t>
            </a:r>
            <a:r>
              <a:rPr lang="en-ID" b="1" dirty="0" err="1"/>
              <a:t>lebih</a:t>
            </a:r>
            <a:r>
              <a:rPr lang="en-ID" b="1" dirty="0"/>
              <a:t> </a:t>
            </a:r>
            <a:r>
              <a:rPr lang="en-ID" b="1" dirty="0" err="1"/>
              <a:t>cepat</a:t>
            </a:r>
            <a:r>
              <a:rPr lang="en-ID" dirty="0"/>
              <a:t> </a:t>
            </a:r>
            <a:r>
              <a:rPr lang="en-ID" dirty="0" err="1"/>
              <a:t>dibanding</a:t>
            </a:r>
            <a:r>
              <a:rPr lang="en-ID" dirty="0"/>
              <a:t> Flask.</a:t>
            </a:r>
          </a:p>
          <a:p>
            <a:pPr>
              <a:buFont typeface="Arial" panose="020B0604020202020204" pitchFamily="34" charset="0"/>
              <a:buChar char="•"/>
            </a:pPr>
            <a:r>
              <a:rPr lang="en-ID" b="1" dirty="0" err="1"/>
              <a:t>Rekomendasi</a:t>
            </a:r>
            <a:r>
              <a:rPr lang="en-ID" dirty="0"/>
              <a:t>: </a:t>
            </a:r>
          </a:p>
          <a:p>
            <a:pPr marL="742950" lvl="1" indent="-285750">
              <a:buFont typeface="Arial" panose="020B0604020202020204" pitchFamily="34" charset="0"/>
              <a:buChar char="•"/>
            </a:pPr>
            <a:r>
              <a:rPr lang="en-ID" b="1" dirty="0"/>
              <a:t>Flask</a:t>
            </a:r>
            <a:r>
              <a:rPr lang="en-ID" dirty="0"/>
              <a:t> </a:t>
            </a:r>
            <a:r>
              <a:rPr lang="en-ID" dirty="0" err="1"/>
              <a:t>untuk</a:t>
            </a:r>
            <a:r>
              <a:rPr lang="en-ID" dirty="0"/>
              <a:t> </a:t>
            </a:r>
            <a:r>
              <a:rPr lang="en-ID" dirty="0" err="1"/>
              <a:t>proyek</a:t>
            </a:r>
            <a:r>
              <a:rPr lang="en-ID" dirty="0"/>
              <a:t> </a:t>
            </a:r>
            <a:r>
              <a:rPr lang="en-ID" dirty="0" err="1"/>
              <a:t>kecil</a:t>
            </a:r>
            <a:r>
              <a:rPr lang="en-ID" dirty="0"/>
              <a:t> </a:t>
            </a:r>
            <a:r>
              <a:rPr lang="en-ID" dirty="0" err="1"/>
              <a:t>atau</a:t>
            </a:r>
            <a:r>
              <a:rPr lang="en-ID" dirty="0"/>
              <a:t> legacy system.</a:t>
            </a:r>
          </a:p>
          <a:p>
            <a:pPr marL="742950" lvl="1" indent="-285750">
              <a:buFont typeface="Arial" panose="020B0604020202020204" pitchFamily="34" charset="0"/>
              <a:buChar char="•"/>
            </a:pPr>
            <a:r>
              <a:rPr lang="en-ID" b="1" dirty="0" err="1"/>
              <a:t>FastAPI</a:t>
            </a:r>
            <a:r>
              <a:rPr lang="en-ID" dirty="0"/>
              <a:t> </a:t>
            </a:r>
            <a:r>
              <a:rPr lang="en-ID" dirty="0" err="1"/>
              <a:t>untuk</a:t>
            </a:r>
            <a:r>
              <a:rPr lang="en-ID" dirty="0"/>
              <a:t> </a:t>
            </a:r>
            <a:r>
              <a:rPr lang="en-ID" dirty="0" err="1"/>
              <a:t>aplikasi</a:t>
            </a:r>
            <a:r>
              <a:rPr lang="en-ID" dirty="0"/>
              <a:t> yang </a:t>
            </a:r>
            <a:r>
              <a:rPr lang="en-ID" dirty="0" err="1"/>
              <a:t>membutuhkan</a:t>
            </a:r>
            <a:r>
              <a:rPr lang="en-ID" dirty="0"/>
              <a:t> </a:t>
            </a:r>
            <a:r>
              <a:rPr lang="en-ID" b="1" dirty="0"/>
              <a:t>high performance &amp; async support</a:t>
            </a:r>
            <a:r>
              <a:rPr lang="en-ID" dirty="0"/>
              <a:t>.</a:t>
            </a:r>
          </a:p>
          <a:p>
            <a:pPr marL="457200" lvl="1"/>
            <a:endParaRPr lang="en-ID" dirty="0"/>
          </a:p>
          <a:p>
            <a:pPr marL="457200" lvl="1"/>
            <a:endParaRPr lang="en-ID" dirty="0"/>
          </a:p>
          <a:p>
            <a:pPr marL="166688" lvl="1"/>
            <a:r>
              <a:rPr lang="en-ID" dirty="0"/>
              <a:t>Benchmarking </a:t>
            </a:r>
            <a:r>
              <a:rPr lang="en-ID" dirty="0" err="1"/>
              <a:t>membantu</a:t>
            </a:r>
            <a:r>
              <a:rPr lang="en-ID" dirty="0"/>
              <a:t> </a:t>
            </a:r>
            <a:r>
              <a:rPr lang="en-ID" dirty="0" err="1"/>
              <a:t>memilih</a:t>
            </a:r>
            <a:r>
              <a:rPr lang="en-ID" dirty="0"/>
              <a:t> </a:t>
            </a:r>
            <a:r>
              <a:rPr lang="en-ID" dirty="0" err="1"/>
              <a:t>teknologi</a:t>
            </a:r>
            <a:r>
              <a:rPr lang="en-ID" dirty="0"/>
              <a:t> </a:t>
            </a:r>
            <a:r>
              <a:rPr lang="en-ID" dirty="0" err="1"/>
              <a:t>terbaik</a:t>
            </a:r>
            <a:r>
              <a:rPr lang="en-ID" dirty="0"/>
              <a:t> </a:t>
            </a:r>
            <a:r>
              <a:rPr lang="en-ID" dirty="0" err="1"/>
              <a:t>berdasarkan</a:t>
            </a:r>
            <a:r>
              <a:rPr lang="en-ID" dirty="0"/>
              <a:t> </a:t>
            </a:r>
            <a:r>
              <a:rPr lang="en-ID" dirty="0" err="1"/>
              <a:t>kebutuhan</a:t>
            </a:r>
            <a:r>
              <a:rPr lang="en-ID" dirty="0"/>
              <a:t>.</a:t>
            </a:r>
          </a:p>
          <a:p>
            <a:pPr marL="166688" lvl="1"/>
            <a:r>
              <a:rPr lang="en-ID" dirty="0" err="1"/>
              <a:t>Laporan</a:t>
            </a:r>
            <a:r>
              <a:rPr lang="en-ID" dirty="0"/>
              <a:t> </a:t>
            </a:r>
            <a:r>
              <a:rPr lang="en-ID" dirty="0" err="1"/>
              <a:t>kompatibilitas</a:t>
            </a:r>
            <a:r>
              <a:rPr lang="en-ID" dirty="0"/>
              <a:t> </a:t>
            </a:r>
            <a:r>
              <a:rPr lang="en-ID" dirty="0" err="1"/>
              <a:t>memastikan</a:t>
            </a:r>
            <a:r>
              <a:rPr lang="en-ID" dirty="0"/>
              <a:t> tools </a:t>
            </a:r>
            <a:r>
              <a:rPr lang="en-ID" dirty="0" err="1"/>
              <a:t>dapat</a:t>
            </a:r>
            <a:r>
              <a:rPr lang="en-ID" dirty="0"/>
              <a:t> </a:t>
            </a:r>
            <a:r>
              <a:rPr lang="en-ID" dirty="0" err="1"/>
              <a:t>diintegrasikan</a:t>
            </a:r>
            <a:r>
              <a:rPr lang="en-ID" dirty="0"/>
              <a:t> </a:t>
            </a:r>
            <a:r>
              <a:rPr lang="en-ID" dirty="0" err="1"/>
              <a:t>dengan</a:t>
            </a:r>
            <a:r>
              <a:rPr lang="en-ID" dirty="0"/>
              <a:t> </a:t>
            </a:r>
            <a:r>
              <a:rPr lang="en-ID" dirty="0" err="1"/>
              <a:t>sistem</a:t>
            </a:r>
            <a:r>
              <a:rPr lang="en-ID" dirty="0"/>
              <a:t> lain.</a:t>
            </a:r>
          </a:p>
          <a:p>
            <a:pPr marL="166688" lvl="1"/>
            <a:r>
              <a:rPr lang="en-ID" dirty="0" err="1"/>
              <a:t>Dengan</a:t>
            </a:r>
            <a:r>
              <a:rPr lang="en-ID" dirty="0"/>
              <a:t> </a:t>
            </a:r>
            <a:r>
              <a:rPr lang="en-ID" dirty="0" err="1"/>
              <a:t>metode</a:t>
            </a:r>
            <a:r>
              <a:rPr lang="en-ID" dirty="0"/>
              <a:t> yang </a:t>
            </a:r>
            <a:r>
              <a:rPr lang="en-ID" dirty="0" err="1"/>
              <a:t>tepat</a:t>
            </a:r>
            <a:r>
              <a:rPr lang="en-ID" dirty="0"/>
              <a:t>, </a:t>
            </a:r>
            <a:r>
              <a:rPr lang="en-ID" dirty="0" err="1"/>
              <a:t>kita</a:t>
            </a:r>
            <a:r>
              <a:rPr lang="en-ID" dirty="0"/>
              <a:t> </a:t>
            </a:r>
            <a:r>
              <a:rPr lang="en-ID" dirty="0" err="1"/>
              <a:t>bisa</a:t>
            </a:r>
            <a:r>
              <a:rPr lang="en-ID" dirty="0"/>
              <a:t> </a:t>
            </a:r>
            <a:r>
              <a:rPr lang="en-ID" dirty="0" err="1"/>
              <a:t>menghindari</a:t>
            </a:r>
            <a:r>
              <a:rPr lang="en-ID" dirty="0"/>
              <a:t> </a:t>
            </a:r>
            <a:r>
              <a:rPr lang="en-ID" dirty="0" err="1"/>
              <a:t>risiko</a:t>
            </a:r>
            <a:r>
              <a:rPr lang="en-ID" dirty="0"/>
              <a:t> dan </a:t>
            </a:r>
            <a:r>
              <a:rPr lang="en-ID" dirty="0" err="1"/>
              <a:t>meningkatkan</a:t>
            </a:r>
            <a:r>
              <a:rPr lang="en-ID" dirty="0"/>
              <a:t> </a:t>
            </a:r>
            <a:r>
              <a:rPr lang="en-ID" dirty="0" err="1"/>
              <a:t>efisiensi</a:t>
            </a:r>
            <a:r>
              <a:rPr lang="en-ID" dirty="0"/>
              <a:t>.</a:t>
            </a:r>
          </a:p>
          <a:p>
            <a:pPr>
              <a:buNone/>
            </a:pPr>
            <a:endParaRPr lang="en-US" altLang="en-US" dirty="0">
              <a:solidFill>
                <a:schemeClr val="tx1"/>
              </a:solidFill>
              <a:latin typeface="Arial" panose="020B0604020202020204" pitchFamily="34" charset="0"/>
            </a:endParaRPr>
          </a:p>
          <a:p>
            <a:pPr>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553629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4130" rIns="0" bIns="0" rtlCol="0">
            <a:spAutoFit/>
          </a:bodyPr>
          <a:lstStyle/>
          <a:p>
            <a:pPr marL="2268855" marR="5080" indent="-2230120">
              <a:lnSpc>
                <a:spcPct val="118300"/>
              </a:lnSpc>
              <a:spcBef>
                <a:spcPts val="190"/>
              </a:spcBef>
            </a:pPr>
            <a:r>
              <a:rPr sz="4000" dirty="0">
                <a:latin typeface="Arial MT"/>
                <a:cs typeface="Arial MT"/>
              </a:rPr>
              <a:t>Eksplorasi</a:t>
            </a:r>
            <a:r>
              <a:rPr sz="4000" spc="-270" dirty="0">
                <a:latin typeface="Arial MT"/>
                <a:cs typeface="Arial MT"/>
              </a:rPr>
              <a:t> </a:t>
            </a:r>
            <a:r>
              <a:rPr sz="4000" spc="-60" dirty="0">
                <a:latin typeface="Arial MT"/>
                <a:cs typeface="Arial MT"/>
              </a:rPr>
              <a:t>Tools,</a:t>
            </a:r>
            <a:r>
              <a:rPr sz="4000" spc="-150" dirty="0">
                <a:latin typeface="Arial MT"/>
                <a:cs typeface="Arial MT"/>
              </a:rPr>
              <a:t> </a:t>
            </a:r>
            <a:r>
              <a:rPr sz="4000" dirty="0">
                <a:latin typeface="Arial MT"/>
                <a:cs typeface="Arial MT"/>
              </a:rPr>
              <a:t>Bhs</a:t>
            </a:r>
            <a:r>
              <a:rPr sz="4000" spc="-135" dirty="0">
                <a:latin typeface="Arial MT"/>
                <a:cs typeface="Arial MT"/>
              </a:rPr>
              <a:t> </a:t>
            </a:r>
            <a:r>
              <a:rPr sz="4000" dirty="0">
                <a:latin typeface="Arial MT"/>
                <a:cs typeface="Arial MT"/>
              </a:rPr>
              <a:t>Pemrograman</a:t>
            </a:r>
            <a:r>
              <a:rPr sz="4000" spc="-100" dirty="0">
                <a:latin typeface="Arial MT"/>
                <a:cs typeface="Arial MT"/>
              </a:rPr>
              <a:t> </a:t>
            </a:r>
            <a:r>
              <a:rPr sz="3600" dirty="0">
                <a:latin typeface="Arial MT"/>
                <a:cs typeface="Arial MT"/>
              </a:rPr>
              <a:t>atau</a:t>
            </a:r>
            <a:r>
              <a:rPr sz="3600" spc="-250" dirty="0">
                <a:latin typeface="Arial MT"/>
                <a:cs typeface="Arial MT"/>
              </a:rPr>
              <a:t> </a:t>
            </a:r>
            <a:r>
              <a:rPr sz="3600" spc="-10" dirty="0">
                <a:latin typeface="Arial MT"/>
                <a:cs typeface="Arial MT"/>
              </a:rPr>
              <a:t>Aplikasi </a:t>
            </a:r>
            <a:r>
              <a:rPr sz="3600" dirty="0">
                <a:latin typeface="Arial MT"/>
                <a:cs typeface="Arial MT"/>
              </a:rPr>
              <a:t>dengan</a:t>
            </a:r>
            <a:r>
              <a:rPr sz="3600" spc="-40" dirty="0">
                <a:latin typeface="Arial MT"/>
                <a:cs typeface="Arial MT"/>
              </a:rPr>
              <a:t> </a:t>
            </a:r>
            <a:r>
              <a:rPr sz="3600" dirty="0">
                <a:latin typeface="Arial MT"/>
                <a:cs typeface="Arial MT"/>
              </a:rPr>
              <a:t>contoh</a:t>
            </a:r>
            <a:r>
              <a:rPr sz="3600" spc="-20" dirty="0">
                <a:latin typeface="Arial MT"/>
                <a:cs typeface="Arial MT"/>
              </a:rPr>
              <a:t> </a:t>
            </a:r>
            <a:r>
              <a:rPr sz="3600" spc="-10" dirty="0">
                <a:latin typeface="Arial MT"/>
                <a:cs typeface="Arial MT"/>
              </a:rPr>
              <a:t>penggunaannya</a:t>
            </a:r>
            <a:endParaRPr sz="3600">
              <a:latin typeface="Arial MT"/>
              <a:cs typeface="Arial MT"/>
            </a:endParaRPr>
          </a:p>
        </p:txBody>
      </p:sp>
      <p:sp>
        <p:nvSpPr>
          <p:cNvPr id="3" name="object 3"/>
          <p:cNvSpPr txBox="1"/>
          <p:nvPr/>
        </p:nvSpPr>
        <p:spPr>
          <a:xfrm>
            <a:off x="1272032" y="1905380"/>
            <a:ext cx="6104255" cy="308546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FFFF"/>
                </a:solidFill>
                <a:latin typeface="Arial"/>
                <a:cs typeface="Arial"/>
              </a:rPr>
              <a:t>Isi</a:t>
            </a:r>
            <a:r>
              <a:rPr sz="1800" b="1" spc="-5" dirty="0">
                <a:solidFill>
                  <a:srgbClr val="FFFFFF"/>
                </a:solidFill>
                <a:latin typeface="Arial"/>
                <a:cs typeface="Arial"/>
              </a:rPr>
              <a:t> </a:t>
            </a:r>
            <a:r>
              <a:rPr sz="1800" b="1" spc="-50" dirty="0">
                <a:solidFill>
                  <a:srgbClr val="FFFFFF"/>
                </a:solidFill>
                <a:latin typeface="Arial"/>
                <a:cs typeface="Arial"/>
              </a:rPr>
              <a:t>:</a:t>
            </a:r>
            <a:endParaRPr sz="1800" dirty="0">
              <a:latin typeface="Arial"/>
              <a:cs typeface="Arial"/>
            </a:endParaRPr>
          </a:p>
          <a:p>
            <a:pPr marL="299085" indent="-286385">
              <a:lnSpc>
                <a:spcPct val="100000"/>
              </a:lnSpc>
              <a:buChar char="•"/>
              <a:tabLst>
                <a:tab pos="299085" algn="l"/>
              </a:tabLst>
            </a:pPr>
            <a:r>
              <a:rPr sz="1800" dirty="0">
                <a:solidFill>
                  <a:srgbClr val="FFFFFF"/>
                </a:solidFill>
                <a:latin typeface="Arial MT"/>
                <a:cs typeface="Arial MT"/>
              </a:rPr>
              <a:t>Pembahasan</a:t>
            </a:r>
            <a:r>
              <a:rPr sz="1800" spc="-15" dirty="0">
                <a:solidFill>
                  <a:srgbClr val="FFFFFF"/>
                </a:solidFill>
                <a:latin typeface="Arial MT"/>
                <a:cs typeface="Arial MT"/>
              </a:rPr>
              <a:t> </a:t>
            </a:r>
            <a:r>
              <a:rPr sz="1800" spc="-10" dirty="0">
                <a:solidFill>
                  <a:srgbClr val="FFFFFF"/>
                </a:solidFill>
                <a:latin typeface="Arial MT"/>
                <a:cs typeface="Arial MT"/>
              </a:rPr>
              <a:t>fungsi-</a:t>
            </a:r>
            <a:r>
              <a:rPr sz="1800" dirty="0">
                <a:solidFill>
                  <a:srgbClr val="FFFFFF"/>
                </a:solidFill>
                <a:latin typeface="Arial MT"/>
                <a:cs typeface="Arial MT"/>
              </a:rPr>
              <a:t>fungsi</a:t>
            </a:r>
            <a:r>
              <a:rPr sz="1800" spc="-20" dirty="0">
                <a:solidFill>
                  <a:srgbClr val="FFFFFF"/>
                </a:solidFill>
                <a:latin typeface="Arial MT"/>
                <a:cs typeface="Arial MT"/>
              </a:rPr>
              <a:t> </a:t>
            </a:r>
            <a:r>
              <a:rPr sz="1800" dirty="0">
                <a:solidFill>
                  <a:srgbClr val="FFFFFF"/>
                </a:solidFill>
                <a:latin typeface="Arial MT"/>
                <a:cs typeface="Arial MT"/>
              </a:rPr>
              <a:t>dari</a:t>
            </a:r>
            <a:r>
              <a:rPr sz="1800" spc="-55" dirty="0">
                <a:solidFill>
                  <a:srgbClr val="FFFFFF"/>
                </a:solidFill>
                <a:latin typeface="Arial MT"/>
                <a:cs typeface="Arial MT"/>
              </a:rPr>
              <a:t> </a:t>
            </a:r>
            <a:r>
              <a:rPr sz="1800" spc="-10" dirty="0">
                <a:solidFill>
                  <a:srgbClr val="FFFFFF"/>
                </a:solidFill>
                <a:latin typeface="Arial MT"/>
                <a:cs typeface="Arial MT"/>
              </a:rPr>
              <a:t>Tools</a:t>
            </a:r>
            <a:endParaRPr sz="1800" dirty="0">
              <a:latin typeface="Arial MT"/>
              <a:cs typeface="Arial MT"/>
            </a:endParaRPr>
          </a:p>
          <a:p>
            <a:pPr marL="299085" indent="-286385">
              <a:lnSpc>
                <a:spcPct val="100000"/>
              </a:lnSpc>
              <a:buChar char="•"/>
              <a:tabLst>
                <a:tab pos="299085" algn="l"/>
              </a:tabLst>
            </a:pPr>
            <a:r>
              <a:rPr sz="1800" dirty="0">
                <a:solidFill>
                  <a:srgbClr val="FFFFFF"/>
                </a:solidFill>
                <a:latin typeface="Arial MT"/>
                <a:cs typeface="Arial MT"/>
              </a:rPr>
              <a:t>Cara</a:t>
            </a:r>
            <a:r>
              <a:rPr sz="1800" spc="-15" dirty="0">
                <a:solidFill>
                  <a:srgbClr val="FFFFFF"/>
                </a:solidFill>
                <a:latin typeface="Arial MT"/>
                <a:cs typeface="Arial MT"/>
              </a:rPr>
              <a:t> </a:t>
            </a:r>
            <a:r>
              <a:rPr sz="1800" dirty="0">
                <a:solidFill>
                  <a:srgbClr val="FFFFFF"/>
                </a:solidFill>
                <a:latin typeface="Arial MT"/>
                <a:cs typeface="Arial MT"/>
              </a:rPr>
              <a:t>kerja</a:t>
            </a:r>
            <a:r>
              <a:rPr sz="1800" spc="-25" dirty="0">
                <a:solidFill>
                  <a:srgbClr val="FFFFFF"/>
                </a:solidFill>
                <a:latin typeface="Arial MT"/>
                <a:cs typeface="Arial MT"/>
              </a:rPr>
              <a:t> </a:t>
            </a:r>
            <a:r>
              <a:rPr sz="1800" dirty="0">
                <a:solidFill>
                  <a:srgbClr val="FFFFFF"/>
                </a:solidFill>
                <a:latin typeface="Arial MT"/>
                <a:cs typeface="Arial MT"/>
              </a:rPr>
              <a:t>dari</a:t>
            </a:r>
            <a:r>
              <a:rPr sz="1800" spc="-50" dirty="0">
                <a:solidFill>
                  <a:srgbClr val="FFFFFF"/>
                </a:solidFill>
                <a:latin typeface="Arial MT"/>
                <a:cs typeface="Arial MT"/>
              </a:rPr>
              <a:t> </a:t>
            </a:r>
            <a:r>
              <a:rPr sz="1800" spc="-10" dirty="0">
                <a:solidFill>
                  <a:srgbClr val="FFFFFF"/>
                </a:solidFill>
                <a:latin typeface="Arial MT"/>
                <a:cs typeface="Arial MT"/>
              </a:rPr>
              <a:t>Tools</a:t>
            </a:r>
            <a:endParaRPr sz="1800" dirty="0">
              <a:latin typeface="Arial MT"/>
              <a:cs typeface="Arial MT"/>
            </a:endParaRPr>
          </a:p>
          <a:p>
            <a:pPr marL="299085" indent="-286385">
              <a:lnSpc>
                <a:spcPct val="100000"/>
              </a:lnSpc>
              <a:buChar char="•"/>
              <a:tabLst>
                <a:tab pos="299085" algn="l"/>
              </a:tabLst>
            </a:pPr>
            <a:r>
              <a:rPr sz="1800" dirty="0">
                <a:solidFill>
                  <a:srgbClr val="FFFFFF"/>
                </a:solidFill>
                <a:latin typeface="Arial MT"/>
                <a:cs typeface="Arial MT"/>
              </a:rPr>
              <a:t>Library</a:t>
            </a:r>
            <a:r>
              <a:rPr sz="1800" spc="-40" dirty="0">
                <a:solidFill>
                  <a:srgbClr val="FFFFFF"/>
                </a:solidFill>
                <a:latin typeface="Arial MT"/>
                <a:cs typeface="Arial MT"/>
              </a:rPr>
              <a:t> </a:t>
            </a:r>
            <a:r>
              <a:rPr sz="1800" dirty="0">
                <a:solidFill>
                  <a:srgbClr val="FFFFFF"/>
                </a:solidFill>
                <a:latin typeface="Arial MT"/>
                <a:cs typeface="Arial MT"/>
              </a:rPr>
              <a:t>dari</a:t>
            </a:r>
            <a:r>
              <a:rPr sz="1800" spc="-60" dirty="0">
                <a:solidFill>
                  <a:srgbClr val="FFFFFF"/>
                </a:solidFill>
                <a:latin typeface="Arial MT"/>
                <a:cs typeface="Arial MT"/>
              </a:rPr>
              <a:t> </a:t>
            </a:r>
            <a:r>
              <a:rPr sz="1800" spc="-10" dirty="0">
                <a:solidFill>
                  <a:srgbClr val="FFFFFF"/>
                </a:solidFill>
                <a:latin typeface="Arial MT"/>
                <a:cs typeface="Arial MT"/>
              </a:rPr>
              <a:t>Tools</a:t>
            </a:r>
            <a:endParaRPr sz="1800" dirty="0">
              <a:latin typeface="Arial MT"/>
              <a:cs typeface="Arial MT"/>
            </a:endParaRPr>
          </a:p>
          <a:p>
            <a:pPr marL="299085" indent="-286385">
              <a:lnSpc>
                <a:spcPct val="100000"/>
              </a:lnSpc>
              <a:buChar char="•"/>
              <a:tabLst>
                <a:tab pos="299085" algn="l"/>
              </a:tabLst>
            </a:pPr>
            <a:r>
              <a:rPr sz="1800" dirty="0">
                <a:solidFill>
                  <a:srgbClr val="FFFFFF"/>
                </a:solidFill>
                <a:latin typeface="Arial MT"/>
                <a:cs typeface="Arial MT"/>
              </a:rPr>
              <a:t>Pengaplikasian</a:t>
            </a:r>
            <a:r>
              <a:rPr sz="1800" spc="-95" dirty="0">
                <a:solidFill>
                  <a:srgbClr val="FFFFFF"/>
                </a:solidFill>
                <a:latin typeface="Arial MT"/>
                <a:cs typeface="Arial MT"/>
              </a:rPr>
              <a:t> </a:t>
            </a:r>
            <a:r>
              <a:rPr sz="1800" spc="-20" dirty="0">
                <a:solidFill>
                  <a:srgbClr val="FFFFFF"/>
                </a:solidFill>
                <a:latin typeface="Arial MT"/>
                <a:cs typeface="Arial MT"/>
              </a:rPr>
              <a:t>Tools</a:t>
            </a:r>
            <a:endParaRPr sz="1800" dirty="0">
              <a:latin typeface="Arial MT"/>
              <a:cs typeface="Arial MT"/>
            </a:endParaRPr>
          </a:p>
          <a:p>
            <a:pPr marL="299085" indent="-286385">
              <a:lnSpc>
                <a:spcPct val="100000"/>
              </a:lnSpc>
              <a:buChar char="•"/>
              <a:tabLst>
                <a:tab pos="299085" algn="l"/>
              </a:tabLst>
            </a:pPr>
            <a:r>
              <a:rPr sz="1800" dirty="0">
                <a:solidFill>
                  <a:srgbClr val="FFFFFF"/>
                </a:solidFill>
                <a:latin typeface="Arial MT"/>
                <a:cs typeface="Arial MT"/>
              </a:rPr>
              <a:t>Kelebihan</a:t>
            </a:r>
            <a:r>
              <a:rPr sz="1800" spc="-85" dirty="0">
                <a:solidFill>
                  <a:srgbClr val="FFFFFF"/>
                </a:solidFill>
                <a:latin typeface="Arial MT"/>
                <a:cs typeface="Arial MT"/>
              </a:rPr>
              <a:t> </a:t>
            </a:r>
            <a:r>
              <a:rPr sz="1800" spc="-30" dirty="0">
                <a:solidFill>
                  <a:srgbClr val="FFFFFF"/>
                </a:solidFill>
                <a:latin typeface="Arial MT"/>
                <a:cs typeface="Arial MT"/>
              </a:rPr>
              <a:t>Tools</a:t>
            </a:r>
            <a:r>
              <a:rPr sz="1800" spc="-80" dirty="0">
                <a:solidFill>
                  <a:srgbClr val="FFFFFF"/>
                </a:solidFill>
                <a:latin typeface="Arial MT"/>
                <a:cs typeface="Arial MT"/>
              </a:rPr>
              <a:t> </a:t>
            </a:r>
            <a:r>
              <a:rPr sz="1800" dirty="0">
                <a:solidFill>
                  <a:srgbClr val="FFFFFF"/>
                </a:solidFill>
                <a:latin typeface="Arial MT"/>
                <a:cs typeface="Arial MT"/>
              </a:rPr>
              <a:t>dibanding</a:t>
            </a:r>
            <a:r>
              <a:rPr sz="1800" spc="-40" dirty="0">
                <a:solidFill>
                  <a:srgbClr val="FFFFFF"/>
                </a:solidFill>
                <a:latin typeface="Arial MT"/>
                <a:cs typeface="Arial MT"/>
              </a:rPr>
              <a:t> </a:t>
            </a:r>
            <a:r>
              <a:rPr sz="1800" dirty="0">
                <a:solidFill>
                  <a:srgbClr val="FFFFFF"/>
                </a:solidFill>
                <a:latin typeface="Arial MT"/>
                <a:cs typeface="Arial MT"/>
              </a:rPr>
              <a:t>aplikasi</a:t>
            </a:r>
            <a:r>
              <a:rPr sz="1800" spc="-45" dirty="0">
                <a:solidFill>
                  <a:srgbClr val="FFFFFF"/>
                </a:solidFill>
                <a:latin typeface="Arial MT"/>
                <a:cs typeface="Arial MT"/>
              </a:rPr>
              <a:t> </a:t>
            </a:r>
            <a:r>
              <a:rPr sz="1800" spc="-10" dirty="0">
                <a:solidFill>
                  <a:srgbClr val="FFFFFF"/>
                </a:solidFill>
                <a:latin typeface="Arial MT"/>
                <a:cs typeface="Arial MT"/>
              </a:rPr>
              <a:t>sejenis</a:t>
            </a:r>
            <a:endParaRPr sz="1800" dirty="0">
              <a:latin typeface="Arial MT"/>
              <a:cs typeface="Arial MT"/>
            </a:endParaRPr>
          </a:p>
          <a:p>
            <a:pPr>
              <a:lnSpc>
                <a:spcPct val="100000"/>
              </a:lnSpc>
              <a:spcBef>
                <a:spcPts val="90"/>
              </a:spcBef>
              <a:buClr>
                <a:srgbClr val="FFFFFF"/>
              </a:buClr>
              <a:buFont typeface="Arial MT"/>
              <a:buChar char="•"/>
            </a:pPr>
            <a:endParaRPr sz="1800" dirty="0">
              <a:latin typeface="Arial MT"/>
              <a:cs typeface="Arial MT"/>
            </a:endParaRPr>
          </a:p>
          <a:p>
            <a:pPr marL="12700">
              <a:lnSpc>
                <a:spcPct val="100000"/>
              </a:lnSpc>
            </a:pPr>
            <a:r>
              <a:rPr sz="1800" b="1" dirty="0">
                <a:solidFill>
                  <a:srgbClr val="FFFFFF"/>
                </a:solidFill>
                <a:latin typeface="Arial"/>
                <a:cs typeface="Arial"/>
              </a:rPr>
              <a:t>Contoh</a:t>
            </a:r>
            <a:r>
              <a:rPr sz="1800" b="1" spc="-55" dirty="0">
                <a:solidFill>
                  <a:srgbClr val="FFFFFF"/>
                </a:solidFill>
                <a:latin typeface="Arial"/>
                <a:cs typeface="Arial"/>
              </a:rPr>
              <a:t> </a:t>
            </a:r>
            <a:r>
              <a:rPr sz="1800" b="1" dirty="0">
                <a:solidFill>
                  <a:srgbClr val="FFFFFF"/>
                </a:solidFill>
                <a:latin typeface="Arial"/>
                <a:cs typeface="Arial"/>
              </a:rPr>
              <a:t>Judul</a:t>
            </a:r>
            <a:r>
              <a:rPr sz="1800" b="1" spc="-65" dirty="0">
                <a:solidFill>
                  <a:srgbClr val="FFFFFF"/>
                </a:solidFill>
                <a:latin typeface="Arial"/>
                <a:cs typeface="Arial"/>
              </a:rPr>
              <a:t> </a:t>
            </a:r>
            <a:r>
              <a:rPr sz="1800" b="1" spc="-25" dirty="0">
                <a:solidFill>
                  <a:srgbClr val="FFFFFF"/>
                </a:solidFill>
                <a:latin typeface="Arial"/>
                <a:cs typeface="Arial"/>
              </a:rPr>
              <a:t>PI:</a:t>
            </a:r>
            <a:endParaRPr sz="1800" dirty="0">
              <a:latin typeface="Arial"/>
              <a:cs typeface="Arial"/>
            </a:endParaRPr>
          </a:p>
          <a:p>
            <a:pPr>
              <a:lnSpc>
                <a:spcPct val="100000"/>
              </a:lnSpc>
              <a:spcBef>
                <a:spcPts val="90"/>
              </a:spcBef>
            </a:pPr>
            <a:endParaRPr sz="1800" dirty="0">
              <a:latin typeface="Arial"/>
              <a:cs typeface="Arial"/>
            </a:endParaRPr>
          </a:p>
          <a:p>
            <a:pPr marL="299085" marR="5080" indent="-287020">
              <a:lnSpc>
                <a:spcPct val="100000"/>
              </a:lnSpc>
              <a:buFont typeface="Arial MT"/>
              <a:buChar char="•"/>
              <a:tabLst>
                <a:tab pos="299085" algn="l"/>
              </a:tabLst>
            </a:pPr>
            <a:r>
              <a:rPr lang="en-ID" b="1" dirty="0" err="1">
                <a:solidFill>
                  <a:schemeClr val="bg1"/>
                </a:solidFill>
              </a:rPr>
              <a:t>Eksplorasi</a:t>
            </a:r>
            <a:r>
              <a:rPr lang="en-ID" b="1" dirty="0">
                <a:solidFill>
                  <a:schemeClr val="bg1"/>
                </a:solidFill>
              </a:rPr>
              <a:t> Tools pada Google App Engine </a:t>
            </a:r>
            <a:r>
              <a:rPr lang="en-ID" b="1" dirty="0" err="1">
                <a:solidFill>
                  <a:schemeClr val="bg1"/>
                </a:solidFill>
              </a:rPr>
              <a:t>untuk</a:t>
            </a:r>
            <a:r>
              <a:rPr lang="en-ID" b="1" dirty="0">
                <a:solidFill>
                  <a:schemeClr val="bg1"/>
                </a:solidFill>
              </a:rPr>
              <a:t> Deployment Web </a:t>
            </a:r>
            <a:r>
              <a:rPr lang="en-ID" b="1" dirty="0" err="1">
                <a:solidFill>
                  <a:schemeClr val="bg1"/>
                </a:solidFill>
              </a:rPr>
              <a:t>Statis</a:t>
            </a:r>
            <a:endParaRPr sz="1800" b="1" dirty="0">
              <a:solidFill>
                <a:schemeClr val="bg1"/>
              </a:solidFill>
              <a:latin typeface="Arial"/>
              <a:cs typeface="Arial"/>
            </a:endParaRPr>
          </a:p>
        </p:txBody>
      </p:sp>
      <p:pic>
        <p:nvPicPr>
          <p:cNvPr id="6" name="Picture 5">
            <a:extLst>
              <a:ext uri="{FF2B5EF4-FFF2-40B4-BE49-F238E27FC236}">
                <a16:creationId xmlns:a16="http://schemas.microsoft.com/office/drawing/2014/main" id="{428F1702-5E31-4720-B015-03DB1A0759A2}"/>
              </a:ext>
            </a:extLst>
          </p:cNvPr>
          <p:cNvPicPr>
            <a:picLocks noChangeAspect="1"/>
          </p:cNvPicPr>
          <p:nvPr/>
        </p:nvPicPr>
        <p:blipFill>
          <a:blip r:embed="rId2"/>
          <a:stretch>
            <a:fillRect/>
          </a:stretch>
        </p:blipFill>
        <p:spPr>
          <a:xfrm>
            <a:off x="7010400" y="1600200"/>
            <a:ext cx="4896618" cy="268551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625246" y="48593"/>
            <a:ext cx="10941507" cy="948769"/>
          </a:xfrm>
          <a:prstGeom prst="rect">
            <a:avLst/>
          </a:prstGeom>
        </p:spPr>
        <p:txBody>
          <a:bodyPr vert="horz" wrap="square" lIns="0" tIns="116633" rIns="0" bIns="0" rtlCol="0">
            <a:spAutoFit/>
          </a:bodyPr>
          <a:lstStyle/>
          <a:p>
            <a:pPr marL="2036445">
              <a:lnSpc>
                <a:spcPct val="100000"/>
              </a:lnSpc>
              <a:spcBef>
                <a:spcPts val="100"/>
              </a:spcBef>
            </a:pPr>
            <a:r>
              <a:rPr lang="id-ID" sz="5400" spc="-570" dirty="0">
                <a:solidFill>
                  <a:schemeClr val="tx1"/>
                </a:solidFill>
                <a:latin typeface="Arial MT"/>
                <a:cs typeface="Arial MT"/>
              </a:rPr>
              <a:t>P</a:t>
            </a:r>
            <a:r>
              <a:rPr lang="id-ID" sz="5400" spc="40" dirty="0">
                <a:solidFill>
                  <a:schemeClr val="tx1"/>
                </a:solidFill>
                <a:latin typeface="Arial MT"/>
                <a:cs typeface="Arial MT"/>
              </a:rPr>
              <a:t>edoman Penulisan</a:t>
            </a:r>
            <a:r>
              <a:rPr sz="5400" spc="-160" dirty="0">
                <a:solidFill>
                  <a:schemeClr val="tx1"/>
                </a:solidFill>
                <a:latin typeface="Arial MT"/>
                <a:cs typeface="Arial MT"/>
              </a:rPr>
              <a:t> </a:t>
            </a:r>
            <a:r>
              <a:rPr sz="5400" spc="-25" dirty="0">
                <a:solidFill>
                  <a:schemeClr val="tx1"/>
                </a:solidFill>
                <a:latin typeface="Arial MT"/>
                <a:cs typeface="Arial MT"/>
              </a:rPr>
              <a:t>PI</a:t>
            </a:r>
            <a:endParaRPr sz="5400" dirty="0">
              <a:solidFill>
                <a:schemeClr val="tx1"/>
              </a:solidFill>
              <a:latin typeface="Arial MT"/>
              <a:cs typeface="Arial MT"/>
            </a:endParaRPr>
          </a:p>
        </p:txBody>
      </p:sp>
      <p:sp>
        <p:nvSpPr>
          <p:cNvPr id="6" name="object 6"/>
          <p:cNvSpPr txBox="1"/>
          <p:nvPr/>
        </p:nvSpPr>
        <p:spPr>
          <a:xfrm>
            <a:off x="832103" y="2130551"/>
            <a:ext cx="5797297" cy="2229456"/>
          </a:xfrm>
          <a:prstGeom prst="rect">
            <a:avLst/>
          </a:prstGeom>
          <a:solidFill>
            <a:srgbClr val="B57A09"/>
          </a:solidFill>
        </p:spPr>
        <p:txBody>
          <a:bodyPr vert="horz" wrap="square" lIns="0" tIns="36195" rIns="0" bIns="0" rtlCol="0">
            <a:spAutoFit/>
          </a:bodyPr>
          <a:lstStyle/>
          <a:p>
            <a:pPr marL="375285" marR="170815" indent="-285115" algn="just">
              <a:lnSpc>
                <a:spcPct val="100000"/>
              </a:lnSpc>
              <a:spcBef>
                <a:spcPts val="285"/>
              </a:spcBef>
              <a:buChar char="•"/>
              <a:tabLst>
                <a:tab pos="377190" algn="l"/>
              </a:tabLst>
            </a:pPr>
            <a:r>
              <a:rPr sz="2800" dirty="0">
                <a:solidFill>
                  <a:srgbClr val="FFFFFF"/>
                </a:solidFill>
                <a:latin typeface="Arial MT"/>
                <a:cs typeface="Arial MT"/>
              </a:rPr>
              <a:t>Ikuti</a:t>
            </a:r>
            <a:r>
              <a:rPr sz="2800" spc="-45" dirty="0">
                <a:solidFill>
                  <a:srgbClr val="FFFFFF"/>
                </a:solidFill>
                <a:latin typeface="Arial MT"/>
                <a:cs typeface="Arial MT"/>
              </a:rPr>
              <a:t> </a:t>
            </a:r>
            <a:r>
              <a:rPr sz="2800" dirty="0">
                <a:solidFill>
                  <a:srgbClr val="FFFFFF"/>
                </a:solidFill>
                <a:latin typeface="Arial MT"/>
                <a:cs typeface="Arial MT"/>
              </a:rPr>
              <a:t>Panduan</a:t>
            </a:r>
            <a:r>
              <a:rPr sz="2800" spc="-30" dirty="0">
                <a:solidFill>
                  <a:srgbClr val="FFFFFF"/>
                </a:solidFill>
                <a:latin typeface="Arial MT"/>
                <a:cs typeface="Arial MT"/>
              </a:rPr>
              <a:t> </a:t>
            </a:r>
            <a:r>
              <a:rPr sz="2800" dirty="0">
                <a:solidFill>
                  <a:srgbClr val="FFFFFF"/>
                </a:solidFill>
                <a:latin typeface="Arial MT"/>
                <a:cs typeface="Arial MT"/>
              </a:rPr>
              <a:t>/</a:t>
            </a:r>
            <a:r>
              <a:rPr sz="2800" spc="-55" dirty="0">
                <a:solidFill>
                  <a:srgbClr val="FFFFFF"/>
                </a:solidFill>
                <a:latin typeface="Arial MT"/>
                <a:cs typeface="Arial MT"/>
              </a:rPr>
              <a:t> </a:t>
            </a:r>
            <a:r>
              <a:rPr sz="2800" dirty="0">
                <a:solidFill>
                  <a:srgbClr val="FFFFFF"/>
                </a:solidFill>
                <a:latin typeface="Arial MT"/>
                <a:cs typeface="Arial MT"/>
              </a:rPr>
              <a:t>Pedoman</a:t>
            </a:r>
            <a:r>
              <a:rPr sz="2800" spc="-40" dirty="0">
                <a:solidFill>
                  <a:srgbClr val="FFFFFF"/>
                </a:solidFill>
                <a:latin typeface="Arial MT"/>
                <a:cs typeface="Arial MT"/>
              </a:rPr>
              <a:t>  </a:t>
            </a:r>
            <a:r>
              <a:rPr sz="2800" dirty="0">
                <a:solidFill>
                  <a:srgbClr val="FFFFFF"/>
                </a:solidFill>
                <a:latin typeface="Arial MT"/>
                <a:cs typeface="Arial MT"/>
              </a:rPr>
              <a:t>PI</a:t>
            </a:r>
            <a:r>
              <a:rPr sz="2800" spc="-50" dirty="0">
                <a:solidFill>
                  <a:srgbClr val="FFFFFF"/>
                </a:solidFill>
                <a:latin typeface="Arial MT"/>
                <a:cs typeface="Arial MT"/>
              </a:rPr>
              <a:t> </a:t>
            </a:r>
            <a:r>
              <a:rPr sz="2800" spc="-20" dirty="0">
                <a:solidFill>
                  <a:srgbClr val="FFFFFF"/>
                </a:solidFill>
                <a:latin typeface="Arial MT"/>
                <a:cs typeface="Arial MT"/>
              </a:rPr>
              <a:t>yang 	</a:t>
            </a:r>
            <a:r>
              <a:rPr sz="2800" dirty="0">
                <a:solidFill>
                  <a:srgbClr val="FFFFFF"/>
                </a:solidFill>
                <a:latin typeface="Arial MT"/>
                <a:cs typeface="Arial MT"/>
              </a:rPr>
              <a:t>terdapat</a:t>
            </a:r>
            <a:r>
              <a:rPr sz="2800" spc="-105" dirty="0">
                <a:solidFill>
                  <a:srgbClr val="FFFFFF"/>
                </a:solidFill>
                <a:latin typeface="Arial MT"/>
                <a:cs typeface="Arial MT"/>
              </a:rPr>
              <a:t> </a:t>
            </a:r>
            <a:r>
              <a:rPr sz="2800" dirty="0">
                <a:solidFill>
                  <a:srgbClr val="FFFFFF"/>
                </a:solidFill>
                <a:latin typeface="Arial MT"/>
                <a:cs typeface="Arial MT"/>
              </a:rPr>
              <a:t>pada</a:t>
            </a:r>
            <a:r>
              <a:rPr sz="2800" spc="-50" dirty="0">
                <a:solidFill>
                  <a:srgbClr val="FFFFFF"/>
                </a:solidFill>
                <a:latin typeface="Arial MT"/>
                <a:cs typeface="Arial MT"/>
              </a:rPr>
              <a:t> </a:t>
            </a:r>
            <a:r>
              <a:rPr lang="en-US" sz="2800" dirty="0">
                <a:solidFill>
                  <a:srgbClr val="FFFFFF"/>
                </a:solidFill>
                <a:latin typeface="Arial MT"/>
                <a:cs typeface="Arial MT"/>
              </a:rPr>
              <a:t>web FIKTI</a:t>
            </a:r>
            <a:r>
              <a:rPr sz="2800" spc="-25" dirty="0">
                <a:solidFill>
                  <a:srgbClr val="FFFFFF"/>
                </a:solidFill>
                <a:latin typeface="Arial MT"/>
                <a:cs typeface="Arial MT"/>
              </a:rPr>
              <a:t>	</a:t>
            </a:r>
            <a:endParaRPr lang="en-US" sz="2800" spc="-25" dirty="0">
              <a:solidFill>
                <a:srgbClr val="FFFFFF"/>
              </a:solidFill>
              <a:latin typeface="Arial MT"/>
              <a:cs typeface="Arial MT"/>
            </a:endParaRPr>
          </a:p>
          <a:p>
            <a:pPr marL="375285" marR="170815" indent="-285115" algn="just">
              <a:lnSpc>
                <a:spcPct val="100000"/>
              </a:lnSpc>
              <a:spcBef>
                <a:spcPts val="285"/>
              </a:spcBef>
              <a:buChar char="•"/>
              <a:tabLst>
                <a:tab pos="377190" algn="l"/>
              </a:tabLst>
            </a:pPr>
            <a:r>
              <a:rPr lang="en-ID" sz="2800" dirty="0" err="1">
                <a:hlinkClick r:id="rId2"/>
              </a:rPr>
              <a:t>Sistem</a:t>
            </a:r>
            <a:r>
              <a:rPr lang="en-ID" sz="2800" dirty="0">
                <a:hlinkClick r:id="rId2"/>
              </a:rPr>
              <a:t> </a:t>
            </a:r>
            <a:r>
              <a:rPr lang="en-ID" sz="2800" dirty="0" err="1">
                <a:hlinkClick r:id="rId2"/>
              </a:rPr>
              <a:t>Informasi</a:t>
            </a:r>
            <a:r>
              <a:rPr lang="en-ID" sz="2800" dirty="0">
                <a:hlinkClick r:id="rId2"/>
              </a:rPr>
              <a:t> – </a:t>
            </a:r>
            <a:r>
              <a:rPr lang="en-ID" sz="2800" dirty="0" err="1">
                <a:hlinkClick r:id="rId2"/>
              </a:rPr>
              <a:t>Insan</a:t>
            </a:r>
            <a:r>
              <a:rPr lang="en-ID" sz="2800" dirty="0">
                <a:hlinkClick r:id="rId2"/>
              </a:rPr>
              <a:t> Cerdas </a:t>
            </a:r>
            <a:r>
              <a:rPr lang="en-ID" sz="2800" dirty="0" err="1">
                <a:hlinkClick r:id="rId2"/>
              </a:rPr>
              <a:t>Berkarakter</a:t>
            </a:r>
            <a:endParaRPr sz="2800" dirty="0">
              <a:latin typeface="Arial MT"/>
              <a:cs typeface="Arial MT"/>
            </a:endParaRPr>
          </a:p>
        </p:txBody>
      </p:sp>
      <p:pic>
        <p:nvPicPr>
          <p:cNvPr id="8" name="Picture 7">
            <a:extLst>
              <a:ext uri="{FF2B5EF4-FFF2-40B4-BE49-F238E27FC236}">
                <a16:creationId xmlns:a16="http://schemas.microsoft.com/office/drawing/2014/main" id="{ED763922-3115-22B3-9C83-D2D1FF9B14A9}"/>
              </a:ext>
            </a:extLst>
          </p:cNvPr>
          <p:cNvPicPr>
            <a:picLocks noChangeAspect="1"/>
          </p:cNvPicPr>
          <p:nvPr/>
        </p:nvPicPr>
        <p:blipFill>
          <a:blip r:embed="rId3"/>
          <a:stretch>
            <a:fillRect/>
          </a:stretch>
        </p:blipFill>
        <p:spPr>
          <a:xfrm>
            <a:off x="6822365" y="1143000"/>
            <a:ext cx="5114883" cy="4267199"/>
          </a:xfrm>
          <a:prstGeom prst="rect">
            <a:avLst/>
          </a:prstGeom>
        </p:spPr>
      </p:pic>
      <p:sp>
        <p:nvSpPr>
          <p:cNvPr id="9" name="Rectangle 8">
            <a:extLst>
              <a:ext uri="{FF2B5EF4-FFF2-40B4-BE49-F238E27FC236}">
                <a16:creationId xmlns:a16="http://schemas.microsoft.com/office/drawing/2014/main" id="{12B87421-A088-BFD7-C602-01B0C253D1B9}"/>
              </a:ext>
            </a:extLst>
          </p:cNvPr>
          <p:cNvSpPr/>
          <p:nvPr/>
        </p:nvSpPr>
        <p:spPr>
          <a:xfrm>
            <a:off x="8077200" y="2895600"/>
            <a:ext cx="609600" cy="228600"/>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ID"/>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59254" rIns="0" bIns="0" rtlCol="0">
            <a:spAutoFit/>
          </a:bodyPr>
          <a:lstStyle/>
          <a:p>
            <a:pPr marL="1889760">
              <a:lnSpc>
                <a:spcPct val="100000"/>
              </a:lnSpc>
              <a:spcBef>
                <a:spcPts val="100"/>
              </a:spcBef>
            </a:pPr>
            <a:r>
              <a:rPr dirty="0">
                <a:latin typeface="Arial MT"/>
                <a:cs typeface="Arial MT"/>
              </a:rPr>
              <a:t>Sistematika</a:t>
            </a:r>
            <a:r>
              <a:rPr spc="-50" dirty="0">
                <a:latin typeface="Arial MT"/>
                <a:cs typeface="Arial MT"/>
              </a:rPr>
              <a:t> </a:t>
            </a:r>
            <a:r>
              <a:rPr dirty="0">
                <a:latin typeface="Arial MT"/>
                <a:cs typeface="Arial MT"/>
              </a:rPr>
              <a:t>Penulisan</a:t>
            </a:r>
            <a:r>
              <a:rPr spc="-30" dirty="0">
                <a:latin typeface="Arial MT"/>
                <a:cs typeface="Arial MT"/>
              </a:rPr>
              <a:t> </a:t>
            </a:r>
            <a:r>
              <a:rPr spc="-10" dirty="0">
                <a:latin typeface="Arial MT"/>
                <a:cs typeface="Arial MT"/>
              </a:rPr>
              <a:t>Ilmiah</a:t>
            </a:r>
          </a:p>
        </p:txBody>
      </p:sp>
      <p:grpSp>
        <p:nvGrpSpPr>
          <p:cNvPr id="3" name="object 3"/>
          <p:cNvGrpSpPr/>
          <p:nvPr/>
        </p:nvGrpSpPr>
        <p:grpSpPr>
          <a:xfrm>
            <a:off x="2025332" y="3157664"/>
            <a:ext cx="1311275" cy="584200"/>
            <a:chOff x="2025332" y="3157664"/>
            <a:chExt cx="1311275" cy="584200"/>
          </a:xfrm>
        </p:grpSpPr>
        <p:sp>
          <p:nvSpPr>
            <p:cNvPr id="4" name="object 4"/>
            <p:cNvSpPr/>
            <p:nvPr/>
          </p:nvSpPr>
          <p:spPr>
            <a:xfrm>
              <a:off x="2038350" y="3170681"/>
              <a:ext cx="1285240" cy="558165"/>
            </a:xfrm>
            <a:custGeom>
              <a:avLst/>
              <a:gdLst/>
              <a:ahLst/>
              <a:cxnLst/>
              <a:rect l="l" t="t" r="r" b="b"/>
              <a:pathLst>
                <a:path w="1285239" h="558164">
                  <a:moveTo>
                    <a:pt x="1228978" y="0"/>
                  </a:moveTo>
                  <a:lnTo>
                    <a:pt x="55752" y="0"/>
                  </a:lnTo>
                  <a:lnTo>
                    <a:pt x="34075" y="4389"/>
                  </a:lnTo>
                  <a:lnTo>
                    <a:pt x="16351" y="16351"/>
                  </a:lnTo>
                  <a:lnTo>
                    <a:pt x="4389" y="34075"/>
                  </a:lnTo>
                  <a:lnTo>
                    <a:pt x="0" y="55752"/>
                  </a:lnTo>
                  <a:lnTo>
                    <a:pt x="0" y="502030"/>
                  </a:lnTo>
                  <a:lnTo>
                    <a:pt x="4389" y="523708"/>
                  </a:lnTo>
                  <a:lnTo>
                    <a:pt x="16351" y="541432"/>
                  </a:lnTo>
                  <a:lnTo>
                    <a:pt x="34075" y="553394"/>
                  </a:lnTo>
                  <a:lnTo>
                    <a:pt x="55752" y="557783"/>
                  </a:lnTo>
                  <a:lnTo>
                    <a:pt x="1228978" y="557783"/>
                  </a:lnTo>
                  <a:lnTo>
                    <a:pt x="1250656" y="553394"/>
                  </a:lnTo>
                  <a:lnTo>
                    <a:pt x="1268380" y="541432"/>
                  </a:lnTo>
                  <a:lnTo>
                    <a:pt x="1280342" y="523708"/>
                  </a:lnTo>
                  <a:lnTo>
                    <a:pt x="1284732" y="502030"/>
                  </a:lnTo>
                  <a:lnTo>
                    <a:pt x="1284732" y="55752"/>
                  </a:lnTo>
                  <a:lnTo>
                    <a:pt x="1280342" y="34075"/>
                  </a:lnTo>
                  <a:lnTo>
                    <a:pt x="1268380" y="16351"/>
                  </a:lnTo>
                  <a:lnTo>
                    <a:pt x="1250656" y="4389"/>
                  </a:lnTo>
                  <a:lnTo>
                    <a:pt x="1228978" y="0"/>
                  </a:lnTo>
                  <a:close/>
                </a:path>
              </a:pathLst>
            </a:custGeom>
            <a:solidFill>
              <a:srgbClr val="31ADB8"/>
            </a:solidFill>
          </p:spPr>
          <p:txBody>
            <a:bodyPr wrap="square" lIns="0" tIns="0" rIns="0" bIns="0" rtlCol="0"/>
            <a:lstStyle/>
            <a:p>
              <a:endParaRPr/>
            </a:p>
          </p:txBody>
        </p:sp>
        <p:sp>
          <p:nvSpPr>
            <p:cNvPr id="5" name="object 5"/>
            <p:cNvSpPr/>
            <p:nvPr/>
          </p:nvSpPr>
          <p:spPr>
            <a:xfrm>
              <a:off x="2038350" y="3170681"/>
              <a:ext cx="1285240" cy="558165"/>
            </a:xfrm>
            <a:custGeom>
              <a:avLst/>
              <a:gdLst/>
              <a:ahLst/>
              <a:cxnLst/>
              <a:rect l="l" t="t" r="r" b="b"/>
              <a:pathLst>
                <a:path w="1285239" h="558164">
                  <a:moveTo>
                    <a:pt x="0" y="55752"/>
                  </a:moveTo>
                  <a:lnTo>
                    <a:pt x="4389" y="34075"/>
                  </a:lnTo>
                  <a:lnTo>
                    <a:pt x="16351" y="16351"/>
                  </a:lnTo>
                  <a:lnTo>
                    <a:pt x="34075" y="4389"/>
                  </a:lnTo>
                  <a:lnTo>
                    <a:pt x="55752" y="0"/>
                  </a:lnTo>
                  <a:lnTo>
                    <a:pt x="1228978" y="0"/>
                  </a:lnTo>
                  <a:lnTo>
                    <a:pt x="1250656" y="4389"/>
                  </a:lnTo>
                  <a:lnTo>
                    <a:pt x="1268380" y="16351"/>
                  </a:lnTo>
                  <a:lnTo>
                    <a:pt x="1280342" y="34075"/>
                  </a:lnTo>
                  <a:lnTo>
                    <a:pt x="1284732" y="55752"/>
                  </a:lnTo>
                  <a:lnTo>
                    <a:pt x="1284732" y="502030"/>
                  </a:lnTo>
                  <a:lnTo>
                    <a:pt x="1280342" y="523708"/>
                  </a:lnTo>
                  <a:lnTo>
                    <a:pt x="1268380" y="541432"/>
                  </a:lnTo>
                  <a:lnTo>
                    <a:pt x="1250656" y="553394"/>
                  </a:lnTo>
                  <a:lnTo>
                    <a:pt x="1228978" y="557783"/>
                  </a:lnTo>
                  <a:lnTo>
                    <a:pt x="55752" y="557783"/>
                  </a:lnTo>
                  <a:lnTo>
                    <a:pt x="34075" y="553394"/>
                  </a:lnTo>
                  <a:lnTo>
                    <a:pt x="16351" y="541432"/>
                  </a:lnTo>
                  <a:lnTo>
                    <a:pt x="4389" y="523708"/>
                  </a:lnTo>
                  <a:lnTo>
                    <a:pt x="0" y="502030"/>
                  </a:lnTo>
                  <a:lnTo>
                    <a:pt x="0" y="55752"/>
                  </a:lnTo>
                  <a:close/>
                </a:path>
              </a:pathLst>
            </a:custGeom>
            <a:ln w="25908">
              <a:solidFill>
                <a:srgbClr val="FFFFFF"/>
              </a:solidFill>
            </a:ln>
          </p:spPr>
          <p:txBody>
            <a:bodyPr wrap="square" lIns="0" tIns="0" rIns="0" bIns="0" rtlCol="0"/>
            <a:lstStyle/>
            <a:p>
              <a:endParaRPr/>
            </a:p>
          </p:txBody>
        </p:sp>
      </p:grpSp>
      <p:sp>
        <p:nvSpPr>
          <p:cNvPr id="6" name="object 6"/>
          <p:cNvSpPr txBox="1"/>
          <p:nvPr/>
        </p:nvSpPr>
        <p:spPr>
          <a:xfrm>
            <a:off x="2096770" y="3206876"/>
            <a:ext cx="1135380" cy="177800"/>
          </a:xfrm>
          <a:prstGeom prst="rect">
            <a:avLst/>
          </a:prstGeom>
        </p:spPr>
        <p:txBody>
          <a:bodyPr vert="horz" wrap="square" lIns="0" tIns="12065" rIns="0" bIns="0" rtlCol="0">
            <a:spAutoFit/>
          </a:bodyPr>
          <a:lstStyle/>
          <a:p>
            <a:pPr marL="12700">
              <a:lnSpc>
                <a:spcPct val="100000"/>
              </a:lnSpc>
              <a:spcBef>
                <a:spcPts val="95"/>
              </a:spcBef>
            </a:pPr>
            <a:r>
              <a:rPr sz="1000" dirty="0">
                <a:solidFill>
                  <a:srgbClr val="FFFFFF"/>
                </a:solidFill>
                <a:latin typeface="Arial MT"/>
                <a:cs typeface="Arial MT"/>
              </a:rPr>
              <a:t>Bab</a:t>
            </a:r>
            <a:r>
              <a:rPr sz="1000" spc="-5" dirty="0">
                <a:solidFill>
                  <a:srgbClr val="FFFFFF"/>
                </a:solidFill>
                <a:latin typeface="Arial MT"/>
                <a:cs typeface="Arial MT"/>
              </a:rPr>
              <a:t> </a:t>
            </a:r>
            <a:r>
              <a:rPr sz="1000" dirty="0">
                <a:solidFill>
                  <a:srgbClr val="FFFFFF"/>
                </a:solidFill>
                <a:latin typeface="Arial MT"/>
                <a:cs typeface="Arial MT"/>
              </a:rPr>
              <a:t>1 </a:t>
            </a:r>
            <a:r>
              <a:rPr sz="1000" spc="-10" dirty="0">
                <a:solidFill>
                  <a:srgbClr val="FFFFFF"/>
                </a:solidFill>
                <a:latin typeface="Arial MT"/>
                <a:cs typeface="Arial MT"/>
              </a:rPr>
              <a:t>Pendahuluan</a:t>
            </a:r>
            <a:endParaRPr sz="1000">
              <a:latin typeface="Arial MT"/>
              <a:cs typeface="Arial MT"/>
            </a:endParaRPr>
          </a:p>
        </p:txBody>
      </p:sp>
      <p:grpSp>
        <p:nvGrpSpPr>
          <p:cNvPr id="7" name="object 7"/>
          <p:cNvGrpSpPr/>
          <p:nvPr/>
        </p:nvGrpSpPr>
        <p:grpSpPr>
          <a:xfrm>
            <a:off x="2249360" y="3614864"/>
            <a:ext cx="1388745" cy="1227455"/>
            <a:chOff x="2249360" y="3614864"/>
            <a:chExt cx="1388745" cy="1227455"/>
          </a:xfrm>
        </p:grpSpPr>
        <p:sp>
          <p:nvSpPr>
            <p:cNvPr id="8" name="object 8"/>
            <p:cNvSpPr/>
            <p:nvPr/>
          </p:nvSpPr>
          <p:spPr>
            <a:xfrm>
              <a:off x="2262378" y="3627882"/>
              <a:ext cx="1362710" cy="1201420"/>
            </a:xfrm>
            <a:custGeom>
              <a:avLst/>
              <a:gdLst/>
              <a:ahLst/>
              <a:cxnLst/>
              <a:rect l="l" t="t" r="r" b="b"/>
              <a:pathLst>
                <a:path w="1362710" h="1201420">
                  <a:moveTo>
                    <a:pt x="1242314" y="0"/>
                  </a:moveTo>
                  <a:lnTo>
                    <a:pt x="120142" y="0"/>
                  </a:lnTo>
                  <a:lnTo>
                    <a:pt x="73348" y="9431"/>
                  </a:lnTo>
                  <a:lnTo>
                    <a:pt x="35163" y="35163"/>
                  </a:lnTo>
                  <a:lnTo>
                    <a:pt x="9431" y="73348"/>
                  </a:lnTo>
                  <a:lnTo>
                    <a:pt x="0" y="120142"/>
                  </a:lnTo>
                  <a:lnTo>
                    <a:pt x="0" y="1080770"/>
                  </a:lnTo>
                  <a:lnTo>
                    <a:pt x="9431" y="1127563"/>
                  </a:lnTo>
                  <a:lnTo>
                    <a:pt x="35163" y="1165748"/>
                  </a:lnTo>
                  <a:lnTo>
                    <a:pt x="73348" y="1191480"/>
                  </a:lnTo>
                  <a:lnTo>
                    <a:pt x="120142" y="1200912"/>
                  </a:lnTo>
                  <a:lnTo>
                    <a:pt x="1242314" y="1200912"/>
                  </a:lnTo>
                  <a:lnTo>
                    <a:pt x="1289107" y="1191480"/>
                  </a:lnTo>
                  <a:lnTo>
                    <a:pt x="1327292" y="1165748"/>
                  </a:lnTo>
                  <a:lnTo>
                    <a:pt x="1353024" y="1127563"/>
                  </a:lnTo>
                  <a:lnTo>
                    <a:pt x="1362456" y="1080770"/>
                  </a:lnTo>
                  <a:lnTo>
                    <a:pt x="1362456" y="120142"/>
                  </a:lnTo>
                  <a:lnTo>
                    <a:pt x="1353024" y="73348"/>
                  </a:lnTo>
                  <a:lnTo>
                    <a:pt x="1327292" y="35163"/>
                  </a:lnTo>
                  <a:lnTo>
                    <a:pt x="1289107" y="9431"/>
                  </a:lnTo>
                  <a:lnTo>
                    <a:pt x="1242314" y="0"/>
                  </a:lnTo>
                  <a:close/>
                </a:path>
              </a:pathLst>
            </a:custGeom>
            <a:solidFill>
              <a:srgbClr val="FFFFFF">
                <a:alpha val="90194"/>
              </a:srgbClr>
            </a:solidFill>
          </p:spPr>
          <p:txBody>
            <a:bodyPr wrap="square" lIns="0" tIns="0" rIns="0" bIns="0" rtlCol="0"/>
            <a:lstStyle/>
            <a:p>
              <a:endParaRPr/>
            </a:p>
          </p:txBody>
        </p:sp>
        <p:sp>
          <p:nvSpPr>
            <p:cNvPr id="9" name="object 9"/>
            <p:cNvSpPr/>
            <p:nvPr/>
          </p:nvSpPr>
          <p:spPr>
            <a:xfrm>
              <a:off x="2262378" y="3627882"/>
              <a:ext cx="1362710" cy="1201420"/>
            </a:xfrm>
            <a:custGeom>
              <a:avLst/>
              <a:gdLst/>
              <a:ahLst/>
              <a:cxnLst/>
              <a:rect l="l" t="t" r="r" b="b"/>
              <a:pathLst>
                <a:path w="1362710" h="1201420">
                  <a:moveTo>
                    <a:pt x="0" y="120142"/>
                  </a:moveTo>
                  <a:lnTo>
                    <a:pt x="9431" y="73348"/>
                  </a:lnTo>
                  <a:lnTo>
                    <a:pt x="35163" y="35163"/>
                  </a:lnTo>
                  <a:lnTo>
                    <a:pt x="73348" y="9431"/>
                  </a:lnTo>
                  <a:lnTo>
                    <a:pt x="120142" y="0"/>
                  </a:lnTo>
                  <a:lnTo>
                    <a:pt x="1242314" y="0"/>
                  </a:lnTo>
                  <a:lnTo>
                    <a:pt x="1289107" y="9431"/>
                  </a:lnTo>
                  <a:lnTo>
                    <a:pt x="1327292" y="35163"/>
                  </a:lnTo>
                  <a:lnTo>
                    <a:pt x="1353024" y="73348"/>
                  </a:lnTo>
                  <a:lnTo>
                    <a:pt x="1362456" y="120142"/>
                  </a:lnTo>
                  <a:lnTo>
                    <a:pt x="1362456" y="1080770"/>
                  </a:lnTo>
                  <a:lnTo>
                    <a:pt x="1353024" y="1127563"/>
                  </a:lnTo>
                  <a:lnTo>
                    <a:pt x="1327292" y="1165748"/>
                  </a:lnTo>
                  <a:lnTo>
                    <a:pt x="1289107" y="1191480"/>
                  </a:lnTo>
                  <a:lnTo>
                    <a:pt x="1242314" y="1200912"/>
                  </a:lnTo>
                  <a:lnTo>
                    <a:pt x="120142" y="1200912"/>
                  </a:lnTo>
                  <a:lnTo>
                    <a:pt x="73348" y="1191480"/>
                  </a:lnTo>
                  <a:lnTo>
                    <a:pt x="35163" y="1165748"/>
                  </a:lnTo>
                  <a:lnTo>
                    <a:pt x="9431" y="1127563"/>
                  </a:lnTo>
                  <a:lnTo>
                    <a:pt x="0" y="1080770"/>
                  </a:lnTo>
                  <a:lnTo>
                    <a:pt x="0" y="120142"/>
                  </a:lnTo>
                  <a:close/>
                </a:path>
              </a:pathLst>
            </a:custGeom>
            <a:ln w="25908">
              <a:solidFill>
                <a:srgbClr val="217E85"/>
              </a:solidFill>
            </a:ln>
          </p:spPr>
          <p:txBody>
            <a:bodyPr wrap="square" lIns="0" tIns="0" rIns="0" bIns="0" rtlCol="0"/>
            <a:lstStyle/>
            <a:p>
              <a:endParaRPr/>
            </a:p>
          </p:txBody>
        </p:sp>
      </p:grpSp>
      <p:sp>
        <p:nvSpPr>
          <p:cNvPr id="10" name="object 10"/>
          <p:cNvSpPr txBox="1"/>
          <p:nvPr/>
        </p:nvSpPr>
        <p:spPr>
          <a:xfrm>
            <a:off x="2356230" y="3699764"/>
            <a:ext cx="1115695" cy="921385"/>
          </a:xfrm>
          <a:prstGeom prst="rect">
            <a:avLst/>
          </a:prstGeom>
        </p:spPr>
        <p:txBody>
          <a:bodyPr vert="horz" wrap="square" lIns="0" tIns="12065" rIns="0" bIns="0" rtlCol="0">
            <a:spAutoFit/>
          </a:bodyPr>
          <a:lstStyle/>
          <a:p>
            <a:pPr marL="104775" indent="-92075">
              <a:lnSpc>
                <a:spcPct val="100000"/>
              </a:lnSpc>
              <a:spcBef>
                <a:spcPts val="95"/>
              </a:spcBef>
              <a:buChar char="•"/>
              <a:tabLst>
                <a:tab pos="104775" algn="l"/>
              </a:tabLst>
            </a:pPr>
            <a:r>
              <a:rPr sz="1000" dirty="0">
                <a:latin typeface="Arial MT"/>
                <a:cs typeface="Arial MT"/>
              </a:rPr>
              <a:t>Latar</a:t>
            </a:r>
            <a:r>
              <a:rPr sz="1000" spc="-5" dirty="0">
                <a:latin typeface="Arial MT"/>
                <a:cs typeface="Arial MT"/>
              </a:rPr>
              <a:t> </a:t>
            </a:r>
            <a:r>
              <a:rPr sz="1000" spc="-10" dirty="0">
                <a:latin typeface="Arial MT"/>
                <a:cs typeface="Arial MT"/>
              </a:rPr>
              <a:t>Belakang</a:t>
            </a:r>
            <a:endParaRPr sz="1000">
              <a:latin typeface="Arial MT"/>
              <a:cs typeface="Arial MT"/>
            </a:endParaRPr>
          </a:p>
          <a:p>
            <a:pPr marL="104775" indent="-92075">
              <a:lnSpc>
                <a:spcPct val="100000"/>
              </a:lnSpc>
              <a:buChar char="•"/>
              <a:tabLst>
                <a:tab pos="104775" algn="l"/>
              </a:tabLst>
            </a:pPr>
            <a:r>
              <a:rPr sz="1000" dirty="0">
                <a:latin typeface="Arial MT"/>
                <a:cs typeface="Arial MT"/>
              </a:rPr>
              <a:t>Ruang</a:t>
            </a:r>
            <a:r>
              <a:rPr sz="1000" spc="-5" dirty="0">
                <a:latin typeface="Arial MT"/>
                <a:cs typeface="Arial MT"/>
              </a:rPr>
              <a:t> </a:t>
            </a:r>
            <a:r>
              <a:rPr sz="1000" spc="-10" dirty="0">
                <a:latin typeface="Arial MT"/>
                <a:cs typeface="Arial MT"/>
              </a:rPr>
              <a:t>Lingkup</a:t>
            </a:r>
            <a:endParaRPr sz="1000">
              <a:latin typeface="Arial MT"/>
              <a:cs typeface="Arial MT"/>
            </a:endParaRPr>
          </a:p>
          <a:p>
            <a:pPr marL="69215" indent="-57150">
              <a:lnSpc>
                <a:spcPct val="100000"/>
              </a:lnSpc>
              <a:spcBef>
                <a:spcPts val="10"/>
              </a:spcBef>
              <a:buChar char="•"/>
              <a:tabLst>
                <a:tab pos="69215" algn="l"/>
              </a:tabLst>
            </a:pPr>
            <a:r>
              <a:rPr sz="1000" dirty="0">
                <a:latin typeface="Arial MT"/>
                <a:cs typeface="Arial MT"/>
              </a:rPr>
              <a:t>Tujuan</a:t>
            </a:r>
            <a:r>
              <a:rPr sz="1000" spc="-20" dirty="0">
                <a:latin typeface="Arial MT"/>
                <a:cs typeface="Arial MT"/>
              </a:rPr>
              <a:t> </a:t>
            </a:r>
            <a:r>
              <a:rPr sz="1000" spc="-10" dirty="0">
                <a:latin typeface="Arial MT"/>
                <a:cs typeface="Arial MT"/>
              </a:rPr>
              <a:t>Penelitian</a:t>
            </a:r>
            <a:endParaRPr sz="1000">
              <a:latin typeface="Arial MT"/>
              <a:cs typeface="Arial MT"/>
            </a:endParaRPr>
          </a:p>
          <a:p>
            <a:pPr marL="104775" indent="-92075">
              <a:lnSpc>
                <a:spcPct val="100000"/>
              </a:lnSpc>
              <a:buChar char="•"/>
              <a:tabLst>
                <a:tab pos="104775" algn="l"/>
              </a:tabLst>
            </a:pPr>
            <a:r>
              <a:rPr sz="1000" dirty="0">
                <a:latin typeface="Arial MT"/>
                <a:cs typeface="Arial MT"/>
              </a:rPr>
              <a:t>Metode</a:t>
            </a:r>
            <a:r>
              <a:rPr sz="1000" spc="-5" dirty="0">
                <a:latin typeface="Arial MT"/>
                <a:cs typeface="Arial MT"/>
              </a:rPr>
              <a:t> </a:t>
            </a:r>
            <a:r>
              <a:rPr sz="1000" spc="-10" dirty="0">
                <a:latin typeface="Arial MT"/>
                <a:cs typeface="Arial MT"/>
              </a:rPr>
              <a:t>penelitian</a:t>
            </a:r>
            <a:endParaRPr sz="1000">
              <a:latin typeface="Arial MT"/>
              <a:cs typeface="Arial MT"/>
            </a:endParaRPr>
          </a:p>
          <a:p>
            <a:pPr marL="70485" marR="253365" indent="-58419">
              <a:lnSpc>
                <a:spcPts val="1030"/>
              </a:lnSpc>
              <a:spcBef>
                <a:spcPts val="190"/>
              </a:spcBef>
              <a:buChar char="•"/>
              <a:tabLst>
                <a:tab pos="70485" algn="l"/>
                <a:tab pos="104139" algn="l"/>
              </a:tabLst>
            </a:pPr>
            <a:r>
              <a:rPr sz="1000" dirty="0">
                <a:latin typeface="Arial MT"/>
                <a:cs typeface="Arial MT"/>
              </a:rPr>
              <a:t>	</a:t>
            </a:r>
            <a:r>
              <a:rPr sz="1000" spc="-10" dirty="0">
                <a:latin typeface="Arial MT"/>
                <a:cs typeface="Arial MT"/>
              </a:rPr>
              <a:t>Sistematika </a:t>
            </a:r>
            <a:r>
              <a:rPr sz="1000" dirty="0">
                <a:latin typeface="Arial MT"/>
                <a:cs typeface="Arial MT"/>
              </a:rPr>
              <a:t>Tulisan</a:t>
            </a:r>
            <a:r>
              <a:rPr sz="1000" spc="-30" dirty="0">
                <a:latin typeface="Arial MT"/>
                <a:cs typeface="Arial MT"/>
              </a:rPr>
              <a:t> </a:t>
            </a:r>
            <a:r>
              <a:rPr sz="1000" spc="-10" dirty="0">
                <a:latin typeface="Arial MT"/>
                <a:cs typeface="Arial MT"/>
              </a:rPr>
              <a:t>Ilmiah</a:t>
            </a:r>
            <a:endParaRPr sz="1000">
              <a:latin typeface="Arial MT"/>
              <a:cs typeface="Arial MT"/>
            </a:endParaRPr>
          </a:p>
        </p:txBody>
      </p:sp>
      <p:sp>
        <p:nvSpPr>
          <p:cNvPr id="11" name="object 11"/>
          <p:cNvSpPr/>
          <p:nvPr/>
        </p:nvSpPr>
        <p:spPr>
          <a:xfrm>
            <a:off x="3526282" y="3192526"/>
            <a:ext cx="433705" cy="320040"/>
          </a:xfrm>
          <a:custGeom>
            <a:avLst/>
            <a:gdLst/>
            <a:ahLst/>
            <a:cxnLst/>
            <a:rect l="l" t="t" r="r" b="b"/>
            <a:pathLst>
              <a:path w="433704" h="320039">
                <a:moveTo>
                  <a:pt x="273303" y="0"/>
                </a:moveTo>
                <a:lnTo>
                  <a:pt x="273430" y="64008"/>
                </a:lnTo>
                <a:lnTo>
                  <a:pt x="0" y="64770"/>
                </a:lnTo>
                <a:lnTo>
                  <a:pt x="507" y="256539"/>
                </a:lnTo>
                <a:lnTo>
                  <a:pt x="273938" y="255777"/>
                </a:lnTo>
                <a:lnTo>
                  <a:pt x="274065" y="319659"/>
                </a:lnTo>
                <a:lnTo>
                  <a:pt x="433577" y="159385"/>
                </a:lnTo>
                <a:lnTo>
                  <a:pt x="273303" y="0"/>
                </a:lnTo>
                <a:close/>
              </a:path>
            </a:pathLst>
          </a:custGeom>
          <a:solidFill>
            <a:srgbClr val="2EA6AE"/>
          </a:solidFill>
        </p:spPr>
        <p:txBody>
          <a:bodyPr wrap="square" lIns="0" tIns="0" rIns="0" bIns="0" rtlCol="0"/>
          <a:lstStyle/>
          <a:p>
            <a:endParaRPr/>
          </a:p>
        </p:txBody>
      </p:sp>
      <p:grpSp>
        <p:nvGrpSpPr>
          <p:cNvPr id="12" name="object 12"/>
          <p:cNvGrpSpPr/>
          <p:nvPr/>
        </p:nvGrpSpPr>
        <p:grpSpPr>
          <a:xfrm>
            <a:off x="4126928" y="3151568"/>
            <a:ext cx="1311275" cy="584200"/>
            <a:chOff x="4126928" y="3151568"/>
            <a:chExt cx="1311275" cy="584200"/>
          </a:xfrm>
        </p:grpSpPr>
        <p:sp>
          <p:nvSpPr>
            <p:cNvPr id="13" name="object 13"/>
            <p:cNvSpPr/>
            <p:nvPr/>
          </p:nvSpPr>
          <p:spPr>
            <a:xfrm>
              <a:off x="4139945" y="3164585"/>
              <a:ext cx="1285240" cy="558165"/>
            </a:xfrm>
            <a:custGeom>
              <a:avLst/>
              <a:gdLst/>
              <a:ahLst/>
              <a:cxnLst/>
              <a:rect l="l" t="t" r="r" b="b"/>
              <a:pathLst>
                <a:path w="1285239" h="558164">
                  <a:moveTo>
                    <a:pt x="1228978" y="0"/>
                  </a:moveTo>
                  <a:lnTo>
                    <a:pt x="55752" y="0"/>
                  </a:lnTo>
                  <a:lnTo>
                    <a:pt x="34075" y="4389"/>
                  </a:lnTo>
                  <a:lnTo>
                    <a:pt x="16351" y="16351"/>
                  </a:lnTo>
                  <a:lnTo>
                    <a:pt x="4389" y="34075"/>
                  </a:lnTo>
                  <a:lnTo>
                    <a:pt x="0" y="55752"/>
                  </a:lnTo>
                  <a:lnTo>
                    <a:pt x="0" y="502031"/>
                  </a:lnTo>
                  <a:lnTo>
                    <a:pt x="4389" y="523708"/>
                  </a:lnTo>
                  <a:lnTo>
                    <a:pt x="16351" y="541432"/>
                  </a:lnTo>
                  <a:lnTo>
                    <a:pt x="34075" y="553394"/>
                  </a:lnTo>
                  <a:lnTo>
                    <a:pt x="55752" y="557783"/>
                  </a:lnTo>
                  <a:lnTo>
                    <a:pt x="1228978" y="557783"/>
                  </a:lnTo>
                  <a:lnTo>
                    <a:pt x="1250656" y="553394"/>
                  </a:lnTo>
                  <a:lnTo>
                    <a:pt x="1268380" y="541432"/>
                  </a:lnTo>
                  <a:lnTo>
                    <a:pt x="1280342" y="523708"/>
                  </a:lnTo>
                  <a:lnTo>
                    <a:pt x="1284731" y="502031"/>
                  </a:lnTo>
                  <a:lnTo>
                    <a:pt x="1284731" y="55752"/>
                  </a:lnTo>
                  <a:lnTo>
                    <a:pt x="1280342" y="34075"/>
                  </a:lnTo>
                  <a:lnTo>
                    <a:pt x="1268380" y="16351"/>
                  </a:lnTo>
                  <a:lnTo>
                    <a:pt x="1250656" y="4389"/>
                  </a:lnTo>
                  <a:lnTo>
                    <a:pt x="1228978" y="0"/>
                  </a:lnTo>
                  <a:close/>
                </a:path>
              </a:pathLst>
            </a:custGeom>
            <a:solidFill>
              <a:srgbClr val="45B5C1"/>
            </a:solidFill>
          </p:spPr>
          <p:txBody>
            <a:bodyPr wrap="square" lIns="0" tIns="0" rIns="0" bIns="0" rtlCol="0"/>
            <a:lstStyle/>
            <a:p>
              <a:endParaRPr/>
            </a:p>
          </p:txBody>
        </p:sp>
        <p:sp>
          <p:nvSpPr>
            <p:cNvPr id="14" name="object 14"/>
            <p:cNvSpPr/>
            <p:nvPr/>
          </p:nvSpPr>
          <p:spPr>
            <a:xfrm>
              <a:off x="4139945" y="3164585"/>
              <a:ext cx="1285240" cy="558165"/>
            </a:xfrm>
            <a:custGeom>
              <a:avLst/>
              <a:gdLst/>
              <a:ahLst/>
              <a:cxnLst/>
              <a:rect l="l" t="t" r="r" b="b"/>
              <a:pathLst>
                <a:path w="1285239" h="558164">
                  <a:moveTo>
                    <a:pt x="0" y="55752"/>
                  </a:moveTo>
                  <a:lnTo>
                    <a:pt x="4389" y="34075"/>
                  </a:lnTo>
                  <a:lnTo>
                    <a:pt x="16351" y="16351"/>
                  </a:lnTo>
                  <a:lnTo>
                    <a:pt x="34075" y="4389"/>
                  </a:lnTo>
                  <a:lnTo>
                    <a:pt x="55752" y="0"/>
                  </a:lnTo>
                  <a:lnTo>
                    <a:pt x="1228978" y="0"/>
                  </a:lnTo>
                  <a:lnTo>
                    <a:pt x="1250656" y="4389"/>
                  </a:lnTo>
                  <a:lnTo>
                    <a:pt x="1268380" y="16351"/>
                  </a:lnTo>
                  <a:lnTo>
                    <a:pt x="1280342" y="34075"/>
                  </a:lnTo>
                  <a:lnTo>
                    <a:pt x="1284731" y="55752"/>
                  </a:lnTo>
                  <a:lnTo>
                    <a:pt x="1284731" y="502031"/>
                  </a:lnTo>
                  <a:lnTo>
                    <a:pt x="1280342" y="523708"/>
                  </a:lnTo>
                  <a:lnTo>
                    <a:pt x="1268380" y="541432"/>
                  </a:lnTo>
                  <a:lnTo>
                    <a:pt x="1250656" y="553394"/>
                  </a:lnTo>
                  <a:lnTo>
                    <a:pt x="1228978" y="557783"/>
                  </a:lnTo>
                  <a:lnTo>
                    <a:pt x="55752" y="557783"/>
                  </a:lnTo>
                  <a:lnTo>
                    <a:pt x="34075" y="553394"/>
                  </a:lnTo>
                  <a:lnTo>
                    <a:pt x="16351" y="541432"/>
                  </a:lnTo>
                  <a:lnTo>
                    <a:pt x="4389" y="523708"/>
                  </a:lnTo>
                  <a:lnTo>
                    <a:pt x="0" y="502031"/>
                  </a:lnTo>
                  <a:lnTo>
                    <a:pt x="0" y="55752"/>
                  </a:lnTo>
                  <a:close/>
                </a:path>
              </a:pathLst>
            </a:custGeom>
            <a:ln w="25908">
              <a:solidFill>
                <a:srgbClr val="FFFFFF"/>
              </a:solidFill>
            </a:ln>
          </p:spPr>
          <p:txBody>
            <a:bodyPr wrap="square" lIns="0" tIns="0" rIns="0" bIns="0" rtlCol="0"/>
            <a:lstStyle/>
            <a:p>
              <a:endParaRPr/>
            </a:p>
          </p:txBody>
        </p:sp>
      </p:grpSp>
      <p:sp>
        <p:nvSpPr>
          <p:cNvPr id="15" name="object 15"/>
          <p:cNvSpPr txBox="1"/>
          <p:nvPr/>
        </p:nvSpPr>
        <p:spPr>
          <a:xfrm>
            <a:off x="4198746" y="3201161"/>
            <a:ext cx="879475" cy="308610"/>
          </a:xfrm>
          <a:prstGeom prst="rect">
            <a:avLst/>
          </a:prstGeom>
        </p:spPr>
        <p:txBody>
          <a:bodyPr vert="horz" wrap="square" lIns="0" tIns="34290" rIns="0" bIns="0" rtlCol="0">
            <a:spAutoFit/>
          </a:bodyPr>
          <a:lstStyle/>
          <a:p>
            <a:pPr marL="12700" marR="5080">
              <a:lnSpc>
                <a:spcPts val="1030"/>
              </a:lnSpc>
              <a:spcBef>
                <a:spcPts val="270"/>
              </a:spcBef>
            </a:pPr>
            <a:r>
              <a:rPr sz="1000" dirty="0">
                <a:solidFill>
                  <a:srgbClr val="FFFFFF"/>
                </a:solidFill>
                <a:latin typeface="Arial MT"/>
                <a:cs typeface="Arial MT"/>
              </a:rPr>
              <a:t>Bab</a:t>
            </a:r>
            <a:r>
              <a:rPr sz="1000" spc="-15" dirty="0">
                <a:solidFill>
                  <a:srgbClr val="FFFFFF"/>
                </a:solidFill>
                <a:latin typeface="Arial MT"/>
                <a:cs typeface="Arial MT"/>
              </a:rPr>
              <a:t> </a:t>
            </a:r>
            <a:r>
              <a:rPr sz="1000" dirty="0">
                <a:solidFill>
                  <a:srgbClr val="FFFFFF"/>
                </a:solidFill>
                <a:latin typeface="Arial MT"/>
                <a:cs typeface="Arial MT"/>
              </a:rPr>
              <a:t>2 </a:t>
            </a:r>
            <a:r>
              <a:rPr sz="1000" spc="-10" dirty="0">
                <a:solidFill>
                  <a:srgbClr val="FFFFFF"/>
                </a:solidFill>
                <a:latin typeface="Arial MT"/>
                <a:cs typeface="Arial MT"/>
              </a:rPr>
              <a:t>Tinjauan Pustaka</a:t>
            </a:r>
            <a:endParaRPr sz="1000">
              <a:latin typeface="Arial MT"/>
              <a:cs typeface="Arial MT"/>
            </a:endParaRPr>
          </a:p>
        </p:txBody>
      </p:sp>
      <p:grpSp>
        <p:nvGrpSpPr>
          <p:cNvPr id="16" name="object 16"/>
          <p:cNvGrpSpPr/>
          <p:nvPr/>
        </p:nvGrpSpPr>
        <p:grpSpPr>
          <a:xfrm>
            <a:off x="4390580" y="3575240"/>
            <a:ext cx="1309370" cy="1250315"/>
            <a:chOff x="4390580" y="3575240"/>
            <a:chExt cx="1309370" cy="1250315"/>
          </a:xfrm>
        </p:grpSpPr>
        <p:sp>
          <p:nvSpPr>
            <p:cNvPr id="17" name="object 17"/>
            <p:cNvSpPr/>
            <p:nvPr/>
          </p:nvSpPr>
          <p:spPr>
            <a:xfrm>
              <a:off x="4403597" y="3588258"/>
              <a:ext cx="1283335" cy="1224280"/>
            </a:xfrm>
            <a:custGeom>
              <a:avLst/>
              <a:gdLst/>
              <a:ahLst/>
              <a:cxnLst/>
              <a:rect l="l" t="t" r="r" b="b"/>
              <a:pathLst>
                <a:path w="1283335" h="1224279">
                  <a:moveTo>
                    <a:pt x="1160779" y="0"/>
                  </a:moveTo>
                  <a:lnTo>
                    <a:pt x="122427" y="0"/>
                  </a:lnTo>
                  <a:lnTo>
                    <a:pt x="74741" y="9610"/>
                  </a:lnTo>
                  <a:lnTo>
                    <a:pt x="35829" y="35829"/>
                  </a:lnTo>
                  <a:lnTo>
                    <a:pt x="9610" y="74741"/>
                  </a:lnTo>
                  <a:lnTo>
                    <a:pt x="0" y="122427"/>
                  </a:lnTo>
                  <a:lnTo>
                    <a:pt x="0" y="1101343"/>
                  </a:lnTo>
                  <a:lnTo>
                    <a:pt x="9610" y="1149030"/>
                  </a:lnTo>
                  <a:lnTo>
                    <a:pt x="35829" y="1187942"/>
                  </a:lnTo>
                  <a:lnTo>
                    <a:pt x="74741" y="1214161"/>
                  </a:lnTo>
                  <a:lnTo>
                    <a:pt x="122427" y="1223771"/>
                  </a:lnTo>
                  <a:lnTo>
                    <a:pt x="1160779" y="1223771"/>
                  </a:lnTo>
                  <a:lnTo>
                    <a:pt x="1208466" y="1214161"/>
                  </a:lnTo>
                  <a:lnTo>
                    <a:pt x="1247378" y="1187942"/>
                  </a:lnTo>
                  <a:lnTo>
                    <a:pt x="1273597" y="1149030"/>
                  </a:lnTo>
                  <a:lnTo>
                    <a:pt x="1283207" y="1101343"/>
                  </a:lnTo>
                  <a:lnTo>
                    <a:pt x="1283207" y="122427"/>
                  </a:lnTo>
                  <a:lnTo>
                    <a:pt x="1273597" y="74741"/>
                  </a:lnTo>
                  <a:lnTo>
                    <a:pt x="1247378" y="35829"/>
                  </a:lnTo>
                  <a:lnTo>
                    <a:pt x="1208466" y="9610"/>
                  </a:lnTo>
                  <a:lnTo>
                    <a:pt x="1160779" y="0"/>
                  </a:lnTo>
                  <a:close/>
                </a:path>
              </a:pathLst>
            </a:custGeom>
            <a:solidFill>
              <a:srgbClr val="FFFFFF">
                <a:alpha val="90194"/>
              </a:srgbClr>
            </a:solidFill>
          </p:spPr>
          <p:txBody>
            <a:bodyPr wrap="square" lIns="0" tIns="0" rIns="0" bIns="0" rtlCol="0"/>
            <a:lstStyle/>
            <a:p>
              <a:endParaRPr/>
            </a:p>
          </p:txBody>
        </p:sp>
        <p:sp>
          <p:nvSpPr>
            <p:cNvPr id="18" name="object 18"/>
            <p:cNvSpPr/>
            <p:nvPr/>
          </p:nvSpPr>
          <p:spPr>
            <a:xfrm>
              <a:off x="4403597" y="3588258"/>
              <a:ext cx="1283335" cy="1224280"/>
            </a:xfrm>
            <a:custGeom>
              <a:avLst/>
              <a:gdLst/>
              <a:ahLst/>
              <a:cxnLst/>
              <a:rect l="l" t="t" r="r" b="b"/>
              <a:pathLst>
                <a:path w="1283335" h="1224279">
                  <a:moveTo>
                    <a:pt x="0" y="122427"/>
                  </a:moveTo>
                  <a:lnTo>
                    <a:pt x="9610" y="74741"/>
                  </a:lnTo>
                  <a:lnTo>
                    <a:pt x="35829" y="35829"/>
                  </a:lnTo>
                  <a:lnTo>
                    <a:pt x="74741" y="9610"/>
                  </a:lnTo>
                  <a:lnTo>
                    <a:pt x="122427" y="0"/>
                  </a:lnTo>
                  <a:lnTo>
                    <a:pt x="1160779" y="0"/>
                  </a:lnTo>
                  <a:lnTo>
                    <a:pt x="1208466" y="9610"/>
                  </a:lnTo>
                  <a:lnTo>
                    <a:pt x="1247378" y="35829"/>
                  </a:lnTo>
                  <a:lnTo>
                    <a:pt x="1273597" y="74741"/>
                  </a:lnTo>
                  <a:lnTo>
                    <a:pt x="1283207" y="122427"/>
                  </a:lnTo>
                  <a:lnTo>
                    <a:pt x="1283207" y="1101343"/>
                  </a:lnTo>
                  <a:lnTo>
                    <a:pt x="1273597" y="1149030"/>
                  </a:lnTo>
                  <a:lnTo>
                    <a:pt x="1247378" y="1187942"/>
                  </a:lnTo>
                  <a:lnTo>
                    <a:pt x="1208466" y="1214161"/>
                  </a:lnTo>
                  <a:lnTo>
                    <a:pt x="1160779" y="1223771"/>
                  </a:lnTo>
                  <a:lnTo>
                    <a:pt x="122427" y="1223771"/>
                  </a:lnTo>
                  <a:lnTo>
                    <a:pt x="74741" y="1214161"/>
                  </a:lnTo>
                  <a:lnTo>
                    <a:pt x="35829" y="1187942"/>
                  </a:lnTo>
                  <a:lnTo>
                    <a:pt x="9610" y="1149030"/>
                  </a:lnTo>
                  <a:lnTo>
                    <a:pt x="0" y="1101343"/>
                  </a:lnTo>
                  <a:lnTo>
                    <a:pt x="0" y="122427"/>
                  </a:lnTo>
                  <a:close/>
                </a:path>
              </a:pathLst>
            </a:custGeom>
            <a:ln w="25908">
              <a:solidFill>
                <a:srgbClr val="45B5C1"/>
              </a:solidFill>
            </a:ln>
          </p:spPr>
          <p:txBody>
            <a:bodyPr wrap="square" lIns="0" tIns="0" rIns="0" bIns="0" rtlCol="0"/>
            <a:lstStyle/>
            <a:p>
              <a:endParaRPr/>
            </a:p>
          </p:txBody>
        </p:sp>
      </p:grpSp>
      <p:sp>
        <p:nvSpPr>
          <p:cNvPr id="19" name="object 19"/>
          <p:cNvSpPr txBox="1"/>
          <p:nvPr/>
        </p:nvSpPr>
        <p:spPr>
          <a:xfrm>
            <a:off x="4497451" y="3661409"/>
            <a:ext cx="762635" cy="177800"/>
          </a:xfrm>
          <a:prstGeom prst="rect">
            <a:avLst/>
          </a:prstGeom>
        </p:spPr>
        <p:txBody>
          <a:bodyPr vert="horz" wrap="square" lIns="0" tIns="12065" rIns="0" bIns="0" rtlCol="0">
            <a:spAutoFit/>
          </a:bodyPr>
          <a:lstStyle/>
          <a:p>
            <a:pPr marL="69215" indent="-57150">
              <a:lnSpc>
                <a:spcPct val="100000"/>
              </a:lnSpc>
              <a:spcBef>
                <a:spcPts val="95"/>
              </a:spcBef>
              <a:buChar char="•"/>
              <a:tabLst>
                <a:tab pos="69215" algn="l"/>
              </a:tabLst>
            </a:pPr>
            <a:r>
              <a:rPr sz="1000" dirty="0">
                <a:latin typeface="Arial MT"/>
                <a:cs typeface="Arial MT"/>
              </a:rPr>
              <a:t>Kajian</a:t>
            </a:r>
            <a:r>
              <a:rPr sz="1000" spc="-10" dirty="0">
                <a:latin typeface="Arial MT"/>
                <a:cs typeface="Arial MT"/>
              </a:rPr>
              <a:t> Teori</a:t>
            </a:r>
            <a:endParaRPr sz="1000">
              <a:latin typeface="Arial MT"/>
              <a:cs typeface="Arial MT"/>
            </a:endParaRPr>
          </a:p>
        </p:txBody>
      </p:sp>
      <p:sp>
        <p:nvSpPr>
          <p:cNvPr id="20" name="object 20"/>
          <p:cNvSpPr txBox="1"/>
          <p:nvPr/>
        </p:nvSpPr>
        <p:spPr>
          <a:xfrm>
            <a:off x="4497451" y="3813809"/>
            <a:ext cx="1031240" cy="572770"/>
          </a:xfrm>
          <a:prstGeom prst="rect">
            <a:avLst/>
          </a:prstGeom>
        </p:spPr>
        <p:txBody>
          <a:bodyPr vert="horz" wrap="square" lIns="0" tIns="33019" rIns="0" bIns="0" rtlCol="0">
            <a:spAutoFit/>
          </a:bodyPr>
          <a:lstStyle/>
          <a:p>
            <a:pPr marL="68580" marR="5080" indent="-57150">
              <a:lnSpc>
                <a:spcPct val="86400"/>
              </a:lnSpc>
              <a:spcBef>
                <a:spcPts val="259"/>
              </a:spcBef>
              <a:buChar char="•"/>
              <a:tabLst>
                <a:tab pos="70485" algn="l"/>
              </a:tabLst>
            </a:pPr>
            <a:r>
              <a:rPr sz="1000" dirty="0">
                <a:latin typeface="Arial MT"/>
                <a:cs typeface="Arial MT"/>
              </a:rPr>
              <a:t>Hasil</a:t>
            </a:r>
            <a:r>
              <a:rPr sz="1000" spc="-35" dirty="0">
                <a:latin typeface="Arial MT"/>
                <a:cs typeface="Arial MT"/>
              </a:rPr>
              <a:t> </a:t>
            </a:r>
            <a:r>
              <a:rPr sz="1000" spc="-10" dirty="0">
                <a:latin typeface="Arial MT"/>
                <a:cs typeface="Arial MT"/>
              </a:rPr>
              <a:t>Penelitian 	</a:t>
            </a:r>
            <a:r>
              <a:rPr sz="1000" dirty="0">
                <a:latin typeface="Arial MT"/>
                <a:cs typeface="Arial MT"/>
              </a:rPr>
              <a:t>yang </a:t>
            </a:r>
            <a:r>
              <a:rPr sz="1000" spc="-10" dirty="0">
                <a:latin typeface="Arial MT"/>
                <a:cs typeface="Arial MT"/>
              </a:rPr>
              <a:t>Relevan 	</a:t>
            </a:r>
            <a:r>
              <a:rPr sz="1000" dirty="0">
                <a:latin typeface="Arial MT"/>
                <a:cs typeface="Arial MT"/>
              </a:rPr>
              <a:t>(Min.</a:t>
            </a:r>
            <a:r>
              <a:rPr sz="1000" spc="-40" dirty="0">
                <a:latin typeface="Arial MT"/>
                <a:cs typeface="Arial MT"/>
              </a:rPr>
              <a:t> </a:t>
            </a:r>
            <a:r>
              <a:rPr sz="1000" spc="-50" dirty="0">
                <a:latin typeface="Arial MT"/>
                <a:cs typeface="Arial MT"/>
              </a:rPr>
              <a:t>2 	</a:t>
            </a:r>
            <a:r>
              <a:rPr sz="1000" spc="-10" dirty="0">
                <a:latin typeface="Arial MT"/>
                <a:cs typeface="Arial MT"/>
              </a:rPr>
              <a:t>Jurnal/Prosiding)</a:t>
            </a:r>
            <a:endParaRPr sz="1000">
              <a:latin typeface="Arial MT"/>
              <a:cs typeface="Arial MT"/>
            </a:endParaRPr>
          </a:p>
        </p:txBody>
      </p:sp>
      <p:sp>
        <p:nvSpPr>
          <p:cNvPr id="21" name="object 21"/>
          <p:cNvSpPr/>
          <p:nvPr/>
        </p:nvSpPr>
        <p:spPr>
          <a:xfrm>
            <a:off x="5618988" y="3189732"/>
            <a:ext cx="411480" cy="320040"/>
          </a:xfrm>
          <a:custGeom>
            <a:avLst/>
            <a:gdLst/>
            <a:ahLst/>
            <a:cxnLst/>
            <a:rect l="l" t="t" r="r" b="b"/>
            <a:pathLst>
              <a:path w="411479" h="320039">
                <a:moveTo>
                  <a:pt x="251460" y="0"/>
                </a:moveTo>
                <a:lnTo>
                  <a:pt x="251460" y="64007"/>
                </a:lnTo>
                <a:lnTo>
                  <a:pt x="0" y="64007"/>
                </a:lnTo>
                <a:lnTo>
                  <a:pt x="0" y="256031"/>
                </a:lnTo>
                <a:lnTo>
                  <a:pt x="251460" y="256031"/>
                </a:lnTo>
                <a:lnTo>
                  <a:pt x="251460" y="320039"/>
                </a:lnTo>
                <a:lnTo>
                  <a:pt x="411479" y="160019"/>
                </a:lnTo>
                <a:lnTo>
                  <a:pt x="251460" y="0"/>
                </a:lnTo>
                <a:close/>
              </a:path>
            </a:pathLst>
          </a:custGeom>
          <a:solidFill>
            <a:srgbClr val="73C3CA"/>
          </a:solidFill>
        </p:spPr>
        <p:txBody>
          <a:bodyPr wrap="square" lIns="0" tIns="0" rIns="0" bIns="0" rtlCol="0"/>
          <a:lstStyle/>
          <a:p>
            <a:endParaRPr/>
          </a:p>
        </p:txBody>
      </p:sp>
      <p:grpSp>
        <p:nvGrpSpPr>
          <p:cNvPr id="22" name="object 22"/>
          <p:cNvGrpSpPr/>
          <p:nvPr/>
        </p:nvGrpSpPr>
        <p:grpSpPr>
          <a:xfrm>
            <a:off x="6190424" y="3151568"/>
            <a:ext cx="1309370" cy="584200"/>
            <a:chOff x="6190424" y="3151568"/>
            <a:chExt cx="1309370" cy="584200"/>
          </a:xfrm>
        </p:grpSpPr>
        <p:sp>
          <p:nvSpPr>
            <p:cNvPr id="23" name="object 23"/>
            <p:cNvSpPr/>
            <p:nvPr/>
          </p:nvSpPr>
          <p:spPr>
            <a:xfrm>
              <a:off x="6203441" y="3164585"/>
              <a:ext cx="1283335" cy="558165"/>
            </a:xfrm>
            <a:custGeom>
              <a:avLst/>
              <a:gdLst/>
              <a:ahLst/>
              <a:cxnLst/>
              <a:rect l="l" t="t" r="r" b="b"/>
              <a:pathLst>
                <a:path w="1283334" h="558164">
                  <a:moveTo>
                    <a:pt x="1227455" y="0"/>
                  </a:moveTo>
                  <a:lnTo>
                    <a:pt x="55753" y="0"/>
                  </a:lnTo>
                  <a:lnTo>
                    <a:pt x="34075" y="4389"/>
                  </a:lnTo>
                  <a:lnTo>
                    <a:pt x="16351" y="16351"/>
                  </a:lnTo>
                  <a:lnTo>
                    <a:pt x="4389" y="34075"/>
                  </a:lnTo>
                  <a:lnTo>
                    <a:pt x="0" y="55752"/>
                  </a:lnTo>
                  <a:lnTo>
                    <a:pt x="0" y="502031"/>
                  </a:lnTo>
                  <a:lnTo>
                    <a:pt x="4389" y="523708"/>
                  </a:lnTo>
                  <a:lnTo>
                    <a:pt x="16351" y="541432"/>
                  </a:lnTo>
                  <a:lnTo>
                    <a:pt x="34075" y="553394"/>
                  </a:lnTo>
                  <a:lnTo>
                    <a:pt x="55753" y="557783"/>
                  </a:lnTo>
                  <a:lnTo>
                    <a:pt x="1227455" y="557783"/>
                  </a:lnTo>
                  <a:lnTo>
                    <a:pt x="1249132" y="553394"/>
                  </a:lnTo>
                  <a:lnTo>
                    <a:pt x="1266856" y="541432"/>
                  </a:lnTo>
                  <a:lnTo>
                    <a:pt x="1278818" y="523708"/>
                  </a:lnTo>
                  <a:lnTo>
                    <a:pt x="1283208" y="502031"/>
                  </a:lnTo>
                  <a:lnTo>
                    <a:pt x="1283208" y="55752"/>
                  </a:lnTo>
                  <a:lnTo>
                    <a:pt x="1278818" y="34075"/>
                  </a:lnTo>
                  <a:lnTo>
                    <a:pt x="1266856" y="16351"/>
                  </a:lnTo>
                  <a:lnTo>
                    <a:pt x="1249132" y="4389"/>
                  </a:lnTo>
                  <a:lnTo>
                    <a:pt x="1227455" y="0"/>
                  </a:lnTo>
                  <a:close/>
                </a:path>
              </a:pathLst>
            </a:custGeom>
            <a:solidFill>
              <a:srgbClr val="31ADB8"/>
            </a:solidFill>
          </p:spPr>
          <p:txBody>
            <a:bodyPr wrap="square" lIns="0" tIns="0" rIns="0" bIns="0" rtlCol="0"/>
            <a:lstStyle/>
            <a:p>
              <a:endParaRPr/>
            </a:p>
          </p:txBody>
        </p:sp>
        <p:sp>
          <p:nvSpPr>
            <p:cNvPr id="24" name="object 24"/>
            <p:cNvSpPr/>
            <p:nvPr/>
          </p:nvSpPr>
          <p:spPr>
            <a:xfrm>
              <a:off x="6203441" y="3164585"/>
              <a:ext cx="1283335" cy="558165"/>
            </a:xfrm>
            <a:custGeom>
              <a:avLst/>
              <a:gdLst/>
              <a:ahLst/>
              <a:cxnLst/>
              <a:rect l="l" t="t" r="r" b="b"/>
              <a:pathLst>
                <a:path w="1283334" h="558164">
                  <a:moveTo>
                    <a:pt x="0" y="55752"/>
                  </a:moveTo>
                  <a:lnTo>
                    <a:pt x="4389" y="34075"/>
                  </a:lnTo>
                  <a:lnTo>
                    <a:pt x="16351" y="16351"/>
                  </a:lnTo>
                  <a:lnTo>
                    <a:pt x="34075" y="4389"/>
                  </a:lnTo>
                  <a:lnTo>
                    <a:pt x="55753" y="0"/>
                  </a:lnTo>
                  <a:lnTo>
                    <a:pt x="1227455" y="0"/>
                  </a:lnTo>
                  <a:lnTo>
                    <a:pt x="1249132" y="4389"/>
                  </a:lnTo>
                  <a:lnTo>
                    <a:pt x="1266856" y="16351"/>
                  </a:lnTo>
                  <a:lnTo>
                    <a:pt x="1278818" y="34075"/>
                  </a:lnTo>
                  <a:lnTo>
                    <a:pt x="1283208" y="55752"/>
                  </a:lnTo>
                  <a:lnTo>
                    <a:pt x="1283208" y="502031"/>
                  </a:lnTo>
                  <a:lnTo>
                    <a:pt x="1278818" y="523708"/>
                  </a:lnTo>
                  <a:lnTo>
                    <a:pt x="1266856" y="541432"/>
                  </a:lnTo>
                  <a:lnTo>
                    <a:pt x="1249132" y="553394"/>
                  </a:lnTo>
                  <a:lnTo>
                    <a:pt x="1227455" y="557783"/>
                  </a:lnTo>
                  <a:lnTo>
                    <a:pt x="55753" y="557783"/>
                  </a:lnTo>
                  <a:lnTo>
                    <a:pt x="34075" y="553394"/>
                  </a:lnTo>
                  <a:lnTo>
                    <a:pt x="16351" y="541432"/>
                  </a:lnTo>
                  <a:lnTo>
                    <a:pt x="4389" y="523708"/>
                  </a:lnTo>
                  <a:lnTo>
                    <a:pt x="0" y="502031"/>
                  </a:lnTo>
                  <a:lnTo>
                    <a:pt x="0" y="55752"/>
                  </a:lnTo>
                  <a:close/>
                </a:path>
              </a:pathLst>
            </a:custGeom>
            <a:ln w="25907">
              <a:solidFill>
                <a:srgbClr val="FFFFFF"/>
              </a:solidFill>
            </a:ln>
          </p:spPr>
          <p:txBody>
            <a:bodyPr wrap="square" lIns="0" tIns="0" rIns="0" bIns="0" rtlCol="0"/>
            <a:lstStyle/>
            <a:p>
              <a:endParaRPr/>
            </a:p>
          </p:txBody>
        </p:sp>
      </p:grpSp>
      <p:sp>
        <p:nvSpPr>
          <p:cNvPr id="25" name="object 25"/>
          <p:cNvSpPr txBox="1"/>
          <p:nvPr/>
        </p:nvSpPr>
        <p:spPr>
          <a:xfrm>
            <a:off x="6261608" y="3201161"/>
            <a:ext cx="1139825" cy="177800"/>
          </a:xfrm>
          <a:prstGeom prst="rect">
            <a:avLst/>
          </a:prstGeom>
        </p:spPr>
        <p:txBody>
          <a:bodyPr vert="horz" wrap="square" lIns="0" tIns="12065" rIns="0" bIns="0" rtlCol="0">
            <a:spAutoFit/>
          </a:bodyPr>
          <a:lstStyle/>
          <a:p>
            <a:pPr marL="12700">
              <a:lnSpc>
                <a:spcPct val="100000"/>
              </a:lnSpc>
              <a:spcBef>
                <a:spcPts val="95"/>
              </a:spcBef>
            </a:pPr>
            <a:r>
              <a:rPr sz="1000" dirty="0">
                <a:solidFill>
                  <a:srgbClr val="FFFFFF"/>
                </a:solidFill>
                <a:latin typeface="Arial MT"/>
                <a:cs typeface="Arial MT"/>
              </a:rPr>
              <a:t>Bab</a:t>
            </a:r>
            <a:r>
              <a:rPr sz="1000" spc="-15" dirty="0">
                <a:solidFill>
                  <a:srgbClr val="FFFFFF"/>
                </a:solidFill>
                <a:latin typeface="Arial MT"/>
                <a:cs typeface="Arial MT"/>
              </a:rPr>
              <a:t> </a:t>
            </a:r>
            <a:r>
              <a:rPr sz="1000" dirty="0">
                <a:solidFill>
                  <a:srgbClr val="FFFFFF"/>
                </a:solidFill>
                <a:latin typeface="Arial MT"/>
                <a:cs typeface="Arial MT"/>
              </a:rPr>
              <a:t>3 </a:t>
            </a:r>
            <a:r>
              <a:rPr sz="1000" spc="-10" dirty="0">
                <a:solidFill>
                  <a:srgbClr val="FFFFFF"/>
                </a:solidFill>
                <a:latin typeface="Arial MT"/>
                <a:cs typeface="Arial MT"/>
              </a:rPr>
              <a:t>Pembahasan</a:t>
            </a:r>
            <a:endParaRPr sz="1000">
              <a:latin typeface="Arial MT"/>
              <a:cs typeface="Arial MT"/>
            </a:endParaRPr>
          </a:p>
        </p:txBody>
      </p:sp>
      <p:grpSp>
        <p:nvGrpSpPr>
          <p:cNvPr id="26" name="object 26"/>
          <p:cNvGrpSpPr/>
          <p:nvPr/>
        </p:nvGrpSpPr>
        <p:grpSpPr>
          <a:xfrm>
            <a:off x="6452552" y="3523424"/>
            <a:ext cx="1311275" cy="1250315"/>
            <a:chOff x="6452552" y="3523424"/>
            <a:chExt cx="1311275" cy="1250315"/>
          </a:xfrm>
        </p:grpSpPr>
        <p:sp>
          <p:nvSpPr>
            <p:cNvPr id="27" name="object 27"/>
            <p:cNvSpPr/>
            <p:nvPr/>
          </p:nvSpPr>
          <p:spPr>
            <a:xfrm>
              <a:off x="6465570" y="3536441"/>
              <a:ext cx="1285240" cy="1224280"/>
            </a:xfrm>
            <a:custGeom>
              <a:avLst/>
              <a:gdLst/>
              <a:ahLst/>
              <a:cxnLst/>
              <a:rect l="l" t="t" r="r" b="b"/>
              <a:pathLst>
                <a:path w="1285240" h="1224279">
                  <a:moveTo>
                    <a:pt x="1162303" y="0"/>
                  </a:moveTo>
                  <a:lnTo>
                    <a:pt x="122427" y="0"/>
                  </a:lnTo>
                  <a:lnTo>
                    <a:pt x="74741" y="9610"/>
                  </a:lnTo>
                  <a:lnTo>
                    <a:pt x="35829" y="35829"/>
                  </a:lnTo>
                  <a:lnTo>
                    <a:pt x="9610" y="74741"/>
                  </a:lnTo>
                  <a:lnTo>
                    <a:pt x="0" y="122428"/>
                  </a:lnTo>
                  <a:lnTo>
                    <a:pt x="0" y="1101344"/>
                  </a:lnTo>
                  <a:lnTo>
                    <a:pt x="9610" y="1149030"/>
                  </a:lnTo>
                  <a:lnTo>
                    <a:pt x="35829" y="1187942"/>
                  </a:lnTo>
                  <a:lnTo>
                    <a:pt x="74741" y="1214161"/>
                  </a:lnTo>
                  <a:lnTo>
                    <a:pt x="122427" y="1223772"/>
                  </a:lnTo>
                  <a:lnTo>
                    <a:pt x="1162303" y="1223772"/>
                  </a:lnTo>
                  <a:lnTo>
                    <a:pt x="1209990" y="1214161"/>
                  </a:lnTo>
                  <a:lnTo>
                    <a:pt x="1248902" y="1187942"/>
                  </a:lnTo>
                  <a:lnTo>
                    <a:pt x="1275121" y="1149030"/>
                  </a:lnTo>
                  <a:lnTo>
                    <a:pt x="1284731" y="1101344"/>
                  </a:lnTo>
                  <a:lnTo>
                    <a:pt x="1284731" y="122428"/>
                  </a:lnTo>
                  <a:lnTo>
                    <a:pt x="1275121" y="74741"/>
                  </a:lnTo>
                  <a:lnTo>
                    <a:pt x="1248902" y="35829"/>
                  </a:lnTo>
                  <a:lnTo>
                    <a:pt x="1209990" y="9610"/>
                  </a:lnTo>
                  <a:lnTo>
                    <a:pt x="1162303" y="0"/>
                  </a:lnTo>
                  <a:close/>
                </a:path>
              </a:pathLst>
            </a:custGeom>
            <a:solidFill>
              <a:srgbClr val="FFFFFF">
                <a:alpha val="90194"/>
              </a:srgbClr>
            </a:solidFill>
          </p:spPr>
          <p:txBody>
            <a:bodyPr wrap="square" lIns="0" tIns="0" rIns="0" bIns="0" rtlCol="0"/>
            <a:lstStyle/>
            <a:p>
              <a:endParaRPr/>
            </a:p>
          </p:txBody>
        </p:sp>
        <p:sp>
          <p:nvSpPr>
            <p:cNvPr id="28" name="object 28"/>
            <p:cNvSpPr/>
            <p:nvPr/>
          </p:nvSpPr>
          <p:spPr>
            <a:xfrm>
              <a:off x="6465570" y="3536441"/>
              <a:ext cx="1285240" cy="1224280"/>
            </a:xfrm>
            <a:custGeom>
              <a:avLst/>
              <a:gdLst/>
              <a:ahLst/>
              <a:cxnLst/>
              <a:rect l="l" t="t" r="r" b="b"/>
              <a:pathLst>
                <a:path w="1285240" h="1224279">
                  <a:moveTo>
                    <a:pt x="0" y="122428"/>
                  </a:moveTo>
                  <a:lnTo>
                    <a:pt x="9610" y="74741"/>
                  </a:lnTo>
                  <a:lnTo>
                    <a:pt x="35829" y="35829"/>
                  </a:lnTo>
                  <a:lnTo>
                    <a:pt x="74741" y="9610"/>
                  </a:lnTo>
                  <a:lnTo>
                    <a:pt x="122427" y="0"/>
                  </a:lnTo>
                  <a:lnTo>
                    <a:pt x="1162303" y="0"/>
                  </a:lnTo>
                  <a:lnTo>
                    <a:pt x="1209990" y="9610"/>
                  </a:lnTo>
                  <a:lnTo>
                    <a:pt x="1248902" y="35829"/>
                  </a:lnTo>
                  <a:lnTo>
                    <a:pt x="1275121" y="74741"/>
                  </a:lnTo>
                  <a:lnTo>
                    <a:pt x="1284731" y="122428"/>
                  </a:lnTo>
                  <a:lnTo>
                    <a:pt x="1284731" y="1101344"/>
                  </a:lnTo>
                  <a:lnTo>
                    <a:pt x="1275121" y="1149030"/>
                  </a:lnTo>
                  <a:lnTo>
                    <a:pt x="1248902" y="1187942"/>
                  </a:lnTo>
                  <a:lnTo>
                    <a:pt x="1209990" y="1214161"/>
                  </a:lnTo>
                  <a:lnTo>
                    <a:pt x="1162303" y="1223772"/>
                  </a:lnTo>
                  <a:lnTo>
                    <a:pt x="122427" y="1223772"/>
                  </a:lnTo>
                  <a:lnTo>
                    <a:pt x="74741" y="1214161"/>
                  </a:lnTo>
                  <a:lnTo>
                    <a:pt x="35829" y="1187942"/>
                  </a:lnTo>
                  <a:lnTo>
                    <a:pt x="9610" y="1149030"/>
                  </a:lnTo>
                  <a:lnTo>
                    <a:pt x="0" y="1101344"/>
                  </a:lnTo>
                  <a:lnTo>
                    <a:pt x="0" y="122428"/>
                  </a:lnTo>
                  <a:close/>
                </a:path>
              </a:pathLst>
            </a:custGeom>
            <a:ln w="25908">
              <a:solidFill>
                <a:srgbClr val="92C9D0"/>
              </a:solidFill>
            </a:ln>
          </p:spPr>
          <p:txBody>
            <a:bodyPr wrap="square" lIns="0" tIns="0" rIns="0" bIns="0" rtlCol="0"/>
            <a:lstStyle/>
            <a:p>
              <a:endParaRPr/>
            </a:p>
          </p:txBody>
        </p:sp>
      </p:grpSp>
      <p:sp>
        <p:nvSpPr>
          <p:cNvPr id="29" name="object 29"/>
          <p:cNvSpPr txBox="1"/>
          <p:nvPr/>
        </p:nvSpPr>
        <p:spPr>
          <a:xfrm>
            <a:off x="6560566" y="3609288"/>
            <a:ext cx="835025" cy="177800"/>
          </a:xfrm>
          <a:prstGeom prst="rect">
            <a:avLst/>
          </a:prstGeom>
        </p:spPr>
        <p:txBody>
          <a:bodyPr vert="horz" wrap="square" lIns="0" tIns="12065" rIns="0" bIns="0" rtlCol="0">
            <a:spAutoFit/>
          </a:bodyPr>
          <a:lstStyle/>
          <a:p>
            <a:pPr marL="69215" indent="-57150">
              <a:lnSpc>
                <a:spcPct val="100000"/>
              </a:lnSpc>
              <a:spcBef>
                <a:spcPts val="95"/>
              </a:spcBef>
              <a:buChar char="•"/>
              <a:tabLst>
                <a:tab pos="69215" algn="l"/>
              </a:tabLst>
            </a:pPr>
            <a:r>
              <a:rPr sz="1000" spc="-10" dirty="0">
                <a:latin typeface="Arial MT"/>
                <a:cs typeface="Arial MT"/>
              </a:rPr>
              <a:t>Perancangan</a:t>
            </a:r>
            <a:endParaRPr sz="1000">
              <a:latin typeface="Arial MT"/>
              <a:cs typeface="Arial MT"/>
            </a:endParaRPr>
          </a:p>
        </p:txBody>
      </p:sp>
      <p:sp>
        <p:nvSpPr>
          <p:cNvPr id="30" name="object 30"/>
          <p:cNvSpPr txBox="1"/>
          <p:nvPr/>
        </p:nvSpPr>
        <p:spPr>
          <a:xfrm>
            <a:off x="6560566" y="3740911"/>
            <a:ext cx="978535" cy="747395"/>
          </a:xfrm>
          <a:prstGeom prst="rect">
            <a:avLst/>
          </a:prstGeom>
        </p:spPr>
        <p:txBody>
          <a:bodyPr vert="horz" wrap="square" lIns="0" tIns="12065" rIns="0" bIns="0" rtlCol="0">
            <a:spAutoFit/>
          </a:bodyPr>
          <a:lstStyle/>
          <a:p>
            <a:pPr marL="70485">
              <a:lnSpc>
                <a:spcPct val="100000"/>
              </a:lnSpc>
              <a:spcBef>
                <a:spcPts val="95"/>
              </a:spcBef>
            </a:pPr>
            <a:r>
              <a:rPr sz="1000" dirty="0">
                <a:latin typeface="Arial MT"/>
                <a:cs typeface="Arial MT"/>
              </a:rPr>
              <a:t>Alur</a:t>
            </a:r>
            <a:r>
              <a:rPr sz="1000" spc="-20" dirty="0">
                <a:latin typeface="Arial MT"/>
                <a:cs typeface="Arial MT"/>
              </a:rPr>
              <a:t> </a:t>
            </a:r>
            <a:r>
              <a:rPr sz="1000" spc="-10" dirty="0">
                <a:latin typeface="Arial MT"/>
                <a:cs typeface="Arial MT"/>
              </a:rPr>
              <a:t>Sistem</a:t>
            </a:r>
            <a:endParaRPr sz="1000">
              <a:latin typeface="Arial MT"/>
              <a:cs typeface="Arial MT"/>
            </a:endParaRPr>
          </a:p>
          <a:p>
            <a:pPr marL="68580" marR="5080" indent="-57150">
              <a:lnSpc>
                <a:spcPts val="1040"/>
              </a:lnSpc>
              <a:spcBef>
                <a:spcPts val="170"/>
              </a:spcBef>
              <a:buChar char="•"/>
              <a:tabLst>
                <a:tab pos="70485" algn="l"/>
              </a:tabLst>
            </a:pPr>
            <a:r>
              <a:rPr sz="1000" spc="-10" dirty="0">
                <a:latin typeface="Arial MT"/>
                <a:cs typeface="Arial MT"/>
              </a:rPr>
              <a:t>Perancangan 	</a:t>
            </a:r>
            <a:r>
              <a:rPr sz="1000" dirty="0">
                <a:latin typeface="Arial MT"/>
                <a:cs typeface="Arial MT"/>
              </a:rPr>
              <a:t>Logika</a:t>
            </a:r>
            <a:r>
              <a:rPr sz="1000" spc="-5" dirty="0">
                <a:latin typeface="Arial MT"/>
                <a:cs typeface="Arial MT"/>
              </a:rPr>
              <a:t> </a:t>
            </a:r>
            <a:r>
              <a:rPr sz="1000" spc="-10" dirty="0">
                <a:latin typeface="Arial MT"/>
                <a:cs typeface="Arial MT"/>
              </a:rPr>
              <a:t>Program</a:t>
            </a:r>
            <a:endParaRPr sz="1000">
              <a:latin typeface="Arial MT"/>
              <a:cs typeface="Arial MT"/>
            </a:endParaRPr>
          </a:p>
          <a:p>
            <a:pPr marL="68580" marR="147955" indent="-57150">
              <a:lnSpc>
                <a:spcPts val="1040"/>
              </a:lnSpc>
              <a:spcBef>
                <a:spcPts val="160"/>
              </a:spcBef>
              <a:buChar char="•"/>
              <a:tabLst>
                <a:tab pos="70485" algn="l"/>
              </a:tabLst>
            </a:pPr>
            <a:r>
              <a:rPr sz="1000" spc="-10" dirty="0">
                <a:latin typeface="Arial MT"/>
                <a:cs typeface="Arial MT"/>
              </a:rPr>
              <a:t>Perancangan 	Database</a:t>
            </a:r>
            <a:endParaRPr sz="1000">
              <a:latin typeface="Arial MT"/>
              <a:cs typeface="Arial MT"/>
            </a:endParaRPr>
          </a:p>
        </p:txBody>
      </p:sp>
      <p:sp>
        <p:nvSpPr>
          <p:cNvPr id="31" name="object 31"/>
          <p:cNvSpPr/>
          <p:nvPr/>
        </p:nvSpPr>
        <p:spPr>
          <a:xfrm>
            <a:off x="7680959" y="3189732"/>
            <a:ext cx="413384" cy="320040"/>
          </a:xfrm>
          <a:custGeom>
            <a:avLst/>
            <a:gdLst/>
            <a:ahLst/>
            <a:cxnLst/>
            <a:rect l="l" t="t" r="r" b="b"/>
            <a:pathLst>
              <a:path w="413384" h="320039">
                <a:moveTo>
                  <a:pt x="252984" y="0"/>
                </a:moveTo>
                <a:lnTo>
                  <a:pt x="252984" y="64007"/>
                </a:lnTo>
                <a:lnTo>
                  <a:pt x="0" y="64007"/>
                </a:lnTo>
                <a:lnTo>
                  <a:pt x="0" y="256031"/>
                </a:lnTo>
                <a:lnTo>
                  <a:pt x="252984" y="256031"/>
                </a:lnTo>
                <a:lnTo>
                  <a:pt x="252984" y="320039"/>
                </a:lnTo>
                <a:lnTo>
                  <a:pt x="413004" y="160019"/>
                </a:lnTo>
                <a:lnTo>
                  <a:pt x="252984" y="0"/>
                </a:lnTo>
                <a:close/>
              </a:path>
            </a:pathLst>
          </a:custGeom>
          <a:solidFill>
            <a:srgbClr val="BDDBDF"/>
          </a:solidFill>
        </p:spPr>
        <p:txBody>
          <a:bodyPr wrap="square" lIns="0" tIns="0" rIns="0" bIns="0" rtlCol="0"/>
          <a:lstStyle/>
          <a:p>
            <a:endParaRPr/>
          </a:p>
        </p:txBody>
      </p:sp>
      <p:grpSp>
        <p:nvGrpSpPr>
          <p:cNvPr id="32" name="object 32"/>
          <p:cNvGrpSpPr/>
          <p:nvPr/>
        </p:nvGrpSpPr>
        <p:grpSpPr>
          <a:xfrm>
            <a:off x="8252396" y="3151568"/>
            <a:ext cx="1311275" cy="584200"/>
            <a:chOff x="8252396" y="3151568"/>
            <a:chExt cx="1311275" cy="584200"/>
          </a:xfrm>
        </p:grpSpPr>
        <p:sp>
          <p:nvSpPr>
            <p:cNvPr id="33" name="object 33"/>
            <p:cNvSpPr/>
            <p:nvPr/>
          </p:nvSpPr>
          <p:spPr>
            <a:xfrm>
              <a:off x="8265413" y="3164585"/>
              <a:ext cx="1285240" cy="558165"/>
            </a:xfrm>
            <a:custGeom>
              <a:avLst/>
              <a:gdLst/>
              <a:ahLst/>
              <a:cxnLst/>
              <a:rect l="l" t="t" r="r" b="b"/>
              <a:pathLst>
                <a:path w="1285240" h="558164">
                  <a:moveTo>
                    <a:pt x="1228978" y="0"/>
                  </a:moveTo>
                  <a:lnTo>
                    <a:pt x="55752" y="0"/>
                  </a:lnTo>
                  <a:lnTo>
                    <a:pt x="34075" y="4389"/>
                  </a:lnTo>
                  <a:lnTo>
                    <a:pt x="16351" y="16351"/>
                  </a:lnTo>
                  <a:lnTo>
                    <a:pt x="4389" y="34075"/>
                  </a:lnTo>
                  <a:lnTo>
                    <a:pt x="0" y="55752"/>
                  </a:lnTo>
                  <a:lnTo>
                    <a:pt x="0" y="502031"/>
                  </a:lnTo>
                  <a:lnTo>
                    <a:pt x="4389" y="523708"/>
                  </a:lnTo>
                  <a:lnTo>
                    <a:pt x="16351" y="541432"/>
                  </a:lnTo>
                  <a:lnTo>
                    <a:pt x="34075" y="553394"/>
                  </a:lnTo>
                  <a:lnTo>
                    <a:pt x="55752" y="557783"/>
                  </a:lnTo>
                  <a:lnTo>
                    <a:pt x="1228978" y="557783"/>
                  </a:lnTo>
                  <a:lnTo>
                    <a:pt x="1250656" y="553394"/>
                  </a:lnTo>
                  <a:lnTo>
                    <a:pt x="1268380" y="541432"/>
                  </a:lnTo>
                  <a:lnTo>
                    <a:pt x="1280342" y="523708"/>
                  </a:lnTo>
                  <a:lnTo>
                    <a:pt x="1284731" y="502031"/>
                  </a:lnTo>
                  <a:lnTo>
                    <a:pt x="1284731" y="55752"/>
                  </a:lnTo>
                  <a:lnTo>
                    <a:pt x="1280342" y="34075"/>
                  </a:lnTo>
                  <a:lnTo>
                    <a:pt x="1268380" y="16351"/>
                  </a:lnTo>
                  <a:lnTo>
                    <a:pt x="1250656" y="4389"/>
                  </a:lnTo>
                  <a:lnTo>
                    <a:pt x="1228978" y="0"/>
                  </a:lnTo>
                  <a:close/>
                </a:path>
              </a:pathLst>
            </a:custGeom>
            <a:solidFill>
              <a:srgbClr val="31ADB8"/>
            </a:solidFill>
          </p:spPr>
          <p:txBody>
            <a:bodyPr wrap="square" lIns="0" tIns="0" rIns="0" bIns="0" rtlCol="0"/>
            <a:lstStyle/>
            <a:p>
              <a:endParaRPr/>
            </a:p>
          </p:txBody>
        </p:sp>
        <p:sp>
          <p:nvSpPr>
            <p:cNvPr id="34" name="object 34"/>
            <p:cNvSpPr/>
            <p:nvPr/>
          </p:nvSpPr>
          <p:spPr>
            <a:xfrm>
              <a:off x="8265413" y="3164585"/>
              <a:ext cx="1285240" cy="558165"/>
            </a:xfrm>
            <a:custGeom>
              <a:avLst/>
              <a:gdLst/>
              <a:ahLst/>
              <a:cxnLst/>
              <a:rect l="l" t="t" r="r" b="b"/>
              <a:pathLst>
                <a:path w="1285240" h="558164">
                  <a:moveTo>
                    <a:pt x="0" y="55752"/>
                  </a:moveTo>
                  <a:lnTo>
                    <a:pt x="4389" y="34075"/>
                  </a:lnTo>
                  <a:lnTo>
                    <a:pt x="16351" y="16351"/>
                  </a:lnTo>
                  <a:lnTo>
                    <a:pt x="34075" y="4389"/>
                  </a:lnTo>
                  <a:lnTo>
                    <a:pt x="55752" y="0"/>
                  </a:lnTo>
                  <a:lnTo>
                    <a:pt x="1228978" y="0"/>
                  </a:lnTo>
                  <a:lnTo>
                    <a:pt x="1250656" y="4389"/>
                  </a:lnTo>
                  <a:lnTo>
                    <a:pt x="1268380" y="16351"/>
                  </a:lnTo>
                  <a:lnTo>
                    <a:pt x="1280342" y="34075"/>
                  </a:lnTo>
                  <a:lnTo>
                    <a:pt x="1284731" y="55752"/>
                  </a:lnTo>
                  <a:lnTo>
                    <a:pt x="1284731" y="502031"/>
                  </a:lnTo>
                  <a:lnTo>
                    <a:pt x="1280342" y="523708"/>
                  </a:lnTo>
                  <a:lnTo>
                    <a:pt x="1268380" y="541432"/>
                  </a:lnTo>
                  <a:lnTo>
                    <a:pt x="1250656" y="553394"/>
                  </a:lnTo>
                  <a:lnTo>
                    <a:pt x="1228978" y="557783"/>
                  </a:lnTo>
                  <a:lnTo>
                    <a:pt x="55752" y="557783"/>
                  </a:lnTo>
                  <a:lnTo>
                    <a:pt x="34075" y="553394"/>
                  </a:lnTo>
                  <a:lnTo>
                    <a:pt x="16351" y="541432"/>
                  </a:lnTo>
                  <a:lnTo>
                    <a:pt x="4389" y="523708"/>
                  </a:lnTo>
                  <a:lnTo>
                    <a:pt x="0" y="502031"/>
                  </a:lnTo>
                  <a:lnTo>
                    <a:pt x="0" y="55752"/>
                  </a:lnTo>
                  <a:close/>
                </a:path>
              </a:pathLst>
            </a:custGeom>
            <a:ln w="25908">
              <a:solidFill>
                <a:srgbClr val="FFFFFF"/>
              </a:solidFill>
            </a:ln>
          </p:spPr>
          <p:txBody>
            <a:bodyPr wrap="square" lIns="0" tIns="0" rIns="0" bIns="0" rtlCol="0"/>
            <a:lstStyle/>
            <a:p>
              <a:endParaRPr/>
            </a:p>
          </p:txBody>
        </p:sp>
      </p:grpSp>
      <p:sp>
        <p:nvSpPr>
          <p:cNvPr id="35" name="object 35"/>
          <p:cNvSpPr txBox="1"/>
          <p:nvPr/>
        </p:nvSpPr>
        <p:spPr>
          <a:xfrm>
            <a:off x="8324850" y="3201161"/>
            <a:ext cx="862330" cy="177800"/>
          </a:xfrm>
          <a:prstGeom prst="rect">
            <a:avLst/>
          </a:prstGeom>
        </p:spPr>
        <p:txBody>
          <a:bodyPr vert="horz" wrap="square" lIns="0" tIns="12065" rIns="0" bIns="0" rtlCol="0">
            <a:spAutoFit/>
          </a:bodyPr>
          <a:lstStyle/>
          <a:p>
            <a:pPr marL="12700">
              <a:lnSpc>
                <a:spcPct val="100000"/>
              </a:lnSpc>
              <a:spcBef>
                <a:spcPts val="95"/>
              </a:spcBef>
            </a:pPr>
            <a:r>
              <a:rPr sz="1000" dirty="0">
                <a:solidFill>
                  <a:srgbClr val="FFFFFF"/>
                </a:solidFill>
                <a:latin typeface="Arial MT"/>
                <a:cs typeface="Arial MT"/>
              </a:rPr>
              <a:t>Bab</a:t>
            </a:r>
            <a:r>
              <a:rPr sz="1000" spc="-5" dirty="0">
                <a:solidFill>
                  <a:srgbClr val="FFFFFF"/>
                </a:solidFill>
                <a:latin typeface="Arial MT"/>
                <a:cs typeface="Arial MT"/>
              </a:rPr>
              <a:t> </a:t>
            </a:r>
            <a:r>
              <a:rPr sz="1000" dirty="0">
                <a:solidFill>
                  <a:srgbClr val="FFFFFF"/>
                </a:solidFill>
                <a:latin typeface="Arial MT"/>
                <a:cs typeface="Arial MT"/>
              </a:rPr>
              <a:t>4 </a:t>
            </a:r>
            <a:r>
              <a:rPr sz="1000" spc="-10" dirty="0">
                <a:solidFill>
                  <a:srgbClr val="FFFFFF"/>
                </a:solidFill>
                <a:latin typeface="Arial MT"/>
                <a:cs typeface="Arial MT"/>
              </a:rPr>
              <a:t>Penutup</a:t>
            </a:r>
            <a:endParaRPr sz="1000">
              <a:latin typeface="Arial MT"/>
              <a:cs typeface="Arial MT"/>
            </a:endParaRPr>
          </a:p>
        </p:txBody>
      </p:sp>
      <p:grpSp>
        <p:nvGrpSpPr>
          <p:cNvPr id="36" name="object 36"/>
          <p:cNvGrpSpPr/>
          <p:nvPr/>
        </p:nvGrpSpPr>
        <p:grpSpPr>
          <a:xfrm>
            <a:off x="8516048" y="3523424"/>
            <a:ext cx="1311275" cy="1250315"/>
            <a:chOff x="8516048" y="3523424"/>
            <a:chExt cx="1311275" cy="1250315"/>
          </a:xfrm>
        </p:grpSpPr>
        <p:sp>
          <p:nvSpPr>
            <p:cNvPr id="37" name="object 37"/>
            <p:cNvSpPr/>
            <p:nvPr/>
          </p:nvSpPr>
          <p:spPr>
            <a:xfrm>
              <a:off x="8529065" y="3536441"/>
              <a:ext cx="1285240" cy="1224280"/>
            </a:xfrm>
            <a:custGeom>
              <a:avLst/>
              <a:gdLst/>
              <a:ahLst/>
              <a:cxnLst/>
              <a:rect l="l" t="t" r="r" b="b"/>
              <a:pathLst>
                <a:path w="1285240" h="1224279">
                  <a:moveTo>
                    <a:pt x="1162303" y="0"/>
                  </a:moveTo>
                  <a:lnTo>
                    <a:pt x="122427" y="0"/>
                  </a:lnTo>
                  <a:lnTo>
                    <a:pt x="74741" y="9610"/>
                  </a:lnTo>
                  <a:lnTo>
                    <a:pt x="35829" y="35829"/>
                  </a:lnTo>
                  <a:lnTo>
                    <a:pt x="9610" y="74741"/>
                  </a:lnTo>
                  <a:lnTo>
                    <a:pt x="0" y="122428"/>
                  </a:lnTo>
                  <a:lnTo>
                    <a:pt x="0" y="1101344"/>
                  </a:lnTo>
                  <a:lnTo>
                    <a:pt x="9610" y="1149030"/>
                  </a:lnTo>
                  <a:lnTo>
                    <a:pt x="35829" y="1187942"/>
                  </a:lnTo>
                  <a:lnTo>
                    <a:pt x="74741" y="1214161"/>
                  </a:lnTo>
                  <a:lnTo>
                    <a:pt x="122427" y="1223772"/>
                  </a:lnTo>
                  <a:lnTo>
                    <a:pt x="1162303" y="1223772"/>
                  </a:lnTo>
                  <a:lnTo>
                    <a:pt x="1209990" y="1214161"/>
                  </a:lnTo>
                  <a:lnTo>
                    <a:pt x="1248902" y="1187942"/>
                  </a:lnTo>
                  <a:lnTo>
                    <a:pt x="1275121" y="1149030"/>
                  </a:lnTo>
                  <a:lnTo>
                    <a:pt x="1284731" y="1101344"/>
                  </a:lnTo>
                  <a:lnTo>
                    <a:pt x="1284731" y="122428"/>
                  </a:lnTo>
                  <a:lnTo>
                    <a:pt x="1275121" y="74741"/>
                  </a:lnTo>
                  <a:lnTo>
                    <a:pt x="1248902" y="35829"/>
                  </a:lnTo>
                  <a:lnTo>
                    <a:pt x="1209990" y="9610"/>
                  </a:lnTo>
                  <a:lnTo>
                    <a:pt x="1162303" y="0"/>
                  </a:lnTo>
                  <a:close/>
                </a:path>
              </a:pathLst>
            </a:custGeom>
            <a:solidFill>
              <a:srgbClr val="FFFFFF">
                <a:alpha val="90194"/>
              </a:srgbClr>
            </a:solidFill>
          </p:spPr>
          <p:txBody>
            <a:bodyPr wrap="square" lIns="0" tIns="0" rIns="0" bIns="0" rtlCol="0"/>
            <a:lstStyle/>
            <a:p>
              <a:endParaRPr/>
            </a:p>
          </p:txBody>
        </p:sp>
        <p:sp>
          <p:nvSpPr>
            <p:cNvPr id="38" name="object 38"/>
            <p:cNvSpPr/>
            <p:nvPr/>
          </p:nvSpPr>
          <p:spPr>
            <a:xfrm>
              <a:off x="8529065" y="3536441"/>
              <a:ext cx="1285240" cy="1224280"/>
            </a:xfrm>
            <a:custGeom>
              <a:avLst/>
              <a:gdLst/>
              <a:ahLst/>
              <a:cxnLst/>
              <a:rect l="l" t="t" r="r" b="b"/>
              <a:pathLst>
                <a:path w="1285240" h="1224279">
                  <a:moveTo>
                    <a:pt x="0" y="122428"/>
                  </a:moveTo>
                  <a:lnTo>
                    <a:pt x="9610" y="74741"/>
                  </a:lnTo>
                  <a:lnTo>
                    <a:pt x="35829" y="35829"/>
                  </a:lnTo>
                  <a:lnTo>
                    <a:pt x="74741" y="9610"/>
                  </a:lnTo>
                  <a:lnTo>
                    <a:pt x="122427" y="0"/>
                  </a:lnTo>
                  <a:lnTo>
                    <a:pt x="1162303" y="0"/>
                  </a:lnTo>
                  <a:lnTo>
                    <a:pt x="1209990" y="9610"/>
                  </a:lnTo>
                  <a:lnTo>
                    <a:pt x="1248902" y="35829"/>
                  </a:lnTo>
                  <a:lnTo>
                    <a:pt x="1275121" y="74741"/>
                  </a:lnTo>
                  <a:lnTo>
                    <a:pt x="1284731" y="122428"/>
                  </a:lnTo>
                  <a:lnTo>
                    <a:pt x="1284731" y="1101344"/>
                  </a:lnTo>
                  <a:lnTo>
                    <a:pt x="1275121" y="1149030"/>
                  </a:lnTo>
                  <a:lnTo>
                    <a:pt x="1248902" y="1187942"/>
                  </a:lnTo>
                  <a:lnTo>
                    <a:pt x="1209990" y="1214161"/>
                  </a:lnTo>
                  <a:lnTo>
                    <a:pt x="1162303" y="1223772"/>
                  </a:lnTo>
                  <a:lnTo>
                    <a:pt x="122427" y="1223772"/>
                  </a:lnTo>
                  <a:lnTo>
                    <a:pt x="74741" y="1214161"/>
                  </a:lnTo>
                  <a:lnTo>
                    <a:pt x="35829" y="1187942"/>
                  </a:lnTo>
                  <a:lnTo>
                    <a:pt x="9610" y="1149030"/>
                  </a:lnTo>
                  <a:lnTo>
                    <a:pt x="0" y="1101344"/>
                  </a:lnTo>
                  <a:lnTo>
                    <a:pt x="0" y="122428"/>
                  </a:lnTo>
                  <a:close/>
                </a:path>
              </a:pathLst>
            </a:custGeom>
            <a:ln w="25908">
              <a:solidFill>
                <a:srgbClr val="92C9D0"/>
              </a:solidFill>
            </a:ln>
          </p:spPr>
          <p:txBody>
            <a:bodyPr wrap="square" lIns="0" tIns="0" rIns="0" bIns="0" rtlCol="0"/>
            <a:lstStyle/>
            <a:p>
              <a:endParaRPr/>
            </a:p>
          </p:txBody>
        </p:sp>
      </p:grpSp>
      <p:sp>
        <p:nvSpPr>
          <p:cNvPr id="39" name="object 39"/>
          <p:cNvSpPr txBox="1"/>
          <p:nvPr/>
        </p:nvSpPr>
        <p:spPr>
          <a:xfrm>
            <a:off x="8623554" y="3609288"/>
            <a:ext cx="745490" cy="177800"/>
          </a:xfrm>
          <a:prstGeom prst="rect">
            <a:avLst/>
          </a:prstGeom>
        </p:spPr>
        <p:txBody>
          <a:bodyPr vert="horz" wrap="square" lIns="0" tIns="12065" rIns="0" bIns="0" rtlCol="0">
            <a:spAutoFit/>
          </a:bodyPr>
          <a:lstStyle/>
          <a:p>
            <a:pPr marL="69215" indent="-57150">
              <a:lnSpc>
                <a:spcPct val="100000"/>
              </a:lnSpc>
              <a:spcBef>
                <a:spcPts val="95"/>
              </a:spcBef>
              <a:buChar char="•"/>
              <a:tabLst>
                <a:tab pos="69215" algn="l"/>
              </a:tabLst>
            </a:pPr>
            <a:r>
              <a:rPr sz="1000" spc="-10" dirty="0">
                <a:latin typeface="Arial MT"/>
                <a:cs typeface="Arial MT"/>
              </a:rPr>
              <a:t>Kesimpulan</a:t>
            </a:r>
            <a:endParaRPr sz="1000">
              <a:latin typeface="Arial MT"/>
              <a:cs typeface="Arial MT"/>
            </a:endParaRPr>
          </a:p>
        </p:txBody>
      </p:sp>
      <p:sp>
        <p:nvSpPr>
          <p:cNvPr id="40" name="object 40"/>
          <p:cNvSpPr txBox="1"/>
          <p:nvPr/>
        </p:nvSpPr>
        <p:spPr>
          <a:xfrm>
            <a:off x="8623554" y="3762247"/>
            <a:ext cx="421005" cy="177800"/>
          </a:xfrm>
          <a:prstGeom prst="rect">
            <a:avLst/>
          </a:prstGeom>
        </p:spPr>
        <p:txBody>
          <a:bodyPr vert="horz" wrap="square" lIns="0" tIns="12065" rIns="0" bIns="0" rtlCol="0">
            <a:spAutoFit/>
          </a:bodyPr>
          <a:lstStyle/>
          <a:p>
            <a:pPr marL="69215" indent="-57150">
              <a:lnSpc>
                <a:spcPct val="100000"/>
              </a:lnSpc>
              <a:spcBef>
                <a:spcPts val="95"/>
              </a:spcBef>
              <a:buChar char="•"/>
              <a:tabLst>
                <a:tab pos="69215" algn="l"/>
              </a:tabLst>
            </a:pPr>
            <a:r>
              <a:rPr sz="1000" spc="-10" dirty="0">
                <a:latin typeface="Arial MT"/>
                <a:cs typeface="Arial MT"/>
              </a:rPr>
              <a:t>Saran</a:t>
            </a:r>
            <a:endParaRPr sz="1000">
              <a:latin typeface="Arial MT"/>
              <a:cs typeface="Arial MT"/>
            </a:endParaRPr>
          </a:p>
        </p:txBody>
      </p:sp>
      <p:sp>
        <p:nvSpPr>
          <p:cNvPr id="41" name="object 41"/>
          <p:cNvSpPr/>
          <p:nvPr/>
        </p:nvSpPr>
        <p:spPr>
          <a:xfrm>
            <a:off x="9744456" y="3189732"/>
            <a:ext cx="413384" cy="320040"/>
          </a:xfrm>
          <a:custGeom>
            <a:avLst/>
            <a:gdLst/>
            <a:ahLst/>
            <a:cxnLst/>
            <a:rect l="l" t="t" r="r" b="b"/>
            <a:pathLst>
              <a:path w="413384" h="320039">
                <a:moveTo>
                  <a:pt x="252984" y="0"/>
                </a:moveTo>
                <a:lnTo>
                  <a:pt x="252984" y="64007"/>
                </a:lnTo>
                <a:lnTo>
                  <a:pt x="0" y="64007"/>
                </a:lnTo>
                <a:lnTo>
                  <a:pt x="0" y="256031"/>
                </a:lnTo>
                <a:lnTo>
                  <a:pt x="252984" y="256031"/>
                </a:lnTo>
                <a:lnTo>
                  <a:pt x="252984" y="320039"/>
                </a:lnTo>
                <a:lnTo>
                  <a:pt x="413003" y="160019"/>
                </a:lnTo>
                <a:lnTo>
                  <a:pt x="252984" y="0"/>
                </a:lnTo>
                <a:close/>
              </a:path>
            </a:pathLst>
          </a:custGeom>
          <a:solidFill>
            <a:srgbClr val="73C3CA"/>
          </a:solidFill>
        </p:spPr>
        <p:txBody>
          <a:bodyPr wrap="square" lIns="0" tIns="0" rIns="0" bIns="0" rtlCol="0"/>
          <a:lstStyle/>
          <a:p>
            <a:endParaRPr/>
          </a:p>
        </p:txBody>
      </p:sp>
      <p:grpSp>
        <p:nvGrpSpPr>
          <p:cNvPr id="42" name="object 42"/>
          <p:cNvGrpSpPr/>
          <p:nvPr/>
        </p:nvGrpSpPr>
        <p:grpSpPr>
          <a:xfrm>
            <a:off x="10315892" y="3151568"/>
            <a:ext cx="1311275" cy="584200"/>
            <a:chOff x="10315892" y="3151568"/>
            <a:chExt cx="1311275" cy="584200"/>
          </a:xfrm>
        </p:grpSpPr>
        <p:sp>
          <p:nvSpPr>
            <p:cNvPr id="43" name="object 43"/>
            <p:cNvSpPr/>
            <p:nvPr/>
          </p:nvSpPr>
          <p:spPr>
            <a:xfrm>
              <a:off x="10328910" y="3164585"/>
              <a:ext cx="1285240" cy="558165"/>
            </a:xfrm>
            <a:custGeom>
              <a:avLst/>
              <a:gdLst/>
              <a:ahLst/>
              <a:cxnLst/>
              <a:rect l="l" t="t" r="r" b="b"/>
              <a:pathLst>
                <a:path w="1285240" h="558164">
                  <a:moveTo>
                    <a:pt x="1228979" y="0"/>
                  </a:moveTo>
                  <a:lnTo>
                    <a:pt x="55753" y="0"/>
                  </a:lnTo>
                  <a:lnTo>
                    <a:pt x="34075" y="4389"/>
                  </a:lnTo>
                  <a:lnTo>
                    <a:pt x="16351" y="16351"/>
                  </a:lnTo>
                  <a:lnTo>
                    <a:pt x="4389" y="34075"/>
                  </a:lnTo>
                  <a:lnTo>
                    <a:pt x="0" y="55752"/>
                  </a:lnTo>
                  <a:lnTo>
                    <a:pt x="0" y="502031"/>
                  </a:lnTo>
                  <a:lnTo>
                    <a:pt x="4389" y="523708"/>
                  </a:lnTo>
                  <a:lnTo>
                    <a:pt x="16351" y="541432"/>
                  </a:lnTo>
                  <a:lnTo>
                    <a:pt x="34075" y="553394"/>
                  </a:lnTo>
                  <a:lnTo>
                    <a:pt x="55753" y="557783"/>
                  </a:lnTo>
                  <a:lnTo>
                    <a:pt x="1228979" y="557783"/>
                  </a:lnTo>
                  <a:lnTo>
                    <a:pt x="1250656" y="553394"/>
                  </a:lnTo>
                  <a:lnTo>
                    <a:pt x="1268380" y="541432"/>
                  </a:lnTo>
                  <a:lnTo>
                    <a:pt x="1280342" y="523708"/>
                  </a:lnTo>
                  <a:lnTo>
                    <a:pt x="1284732" y="502031"/>
                  </a:lnTo>
                  <a:lnTo>
                    <a:pt x="1284732" y="55752"/>
                  </a:lnTo>
                  <a:lnTo>
                    <a:pt x="1280342" y="34075"/>
                  </a:lnTo>
                  <a:lnTo>
                    <a:pt x="1268380" y="16351"/>
                  </a:lnTo>
                  <a:lnTo>
                    <a:pt x="1250656" y="4389"/>
                  </a:lnTo>
                  <a:lnTo>
                    <a:pt x="1228979" y="0"/>
                  </a:lnTo>
                  <a:close/>
                </a:path>
              </a:pathLst>
            </a:custGeom>
            <a:solidFill>
              <a:srgbClr val="45B5C1"/>
            </a:solidFill>
          </p:spPr>
          <p:txBody>
            <a:bodyPr wrap="square" lIns="0" tIns="0" rIns="0" bIns="0" rtlCol="0"/>
            <a:lstStyle/>
            <a:p>
              <a:endParaRPr/>
            </a:p>
          </p:txBody>
        </p:sp>
        <p:sp>
          <p:nvSpPr>
            <p:cNvPr id="44" name="object 44"/>
            <p:cNvSpPr/>
            <p:nvPr/>
          </p:nvSpPr>
          <p:spPr>
            <a:xfrm>
              <a:off x="10328910" y="3164585"/>
              <a:ext cx="1285240" cy="558165"/>
            </a:xfrm>
            <a:custGeom>
              <a:avLst/>
              <a:gdLst/>
              <a:ahLst/>
              <a:cxnLst/>
              <a:rect l="l" t="t" r="r" b="b"/>
              <a:pathLst>
                <a:path w="1285240" h="558164">
                  <a:moveTo>
                    <a:pt x="0" y="55752"/>
                  </a:moveTo>
                  <a:lnTo>
                    <a:pt x="4389" y="34075"/>
                  </a:lnTo>
                  <a:lnTo>
                    <a:pt x="16351" y="16351"/>
                  </a:lnTo>
                  <a:lnTo>
                    <a:pt x="34075" y="4389"/>
                  </a:lnTo>
                  <a:lnTo>
                    <a:pt x="55753" y="0"/>
                  </a:lnTo>
                  <a:lnTo>
                    <a:pt x="1228979" y="0"/>
                  </a:lnTo>
                  <a:lnTo>
                    <a:pt x="1250656" y="4389"/>
                  </a:lnTo>
                  <a:lnTo>
                    <a:pt x="1268380" y="16351"/>
                  </a:lnTo>
                  <a:lnTo>
                    <a:pt x="1280342" y="34075"/>
                  </a:lnTo>
                  <a:lnTo>
                    <a:pt x="1284732" y="55752"/>
                  </a:lnTo>
                  <a:lnTo>
                    <a:pt x="1284732" y="502031"/>
                  </a:lnTo>
                  <a:lnTo>
                    <a:pt x="1280342" y="523708"/>
                  </a:lnTo>
                  <a:lnTo>
                    <a:pt x="1268380" y="541432"/>
                  </a:lnTo>
                  <a:lnTo>
                    <a:pt x="1250656" y="553394"/>
                  </a:lnTo>
                  <a:lnTo>
                    <a:pt x="1228979" y="557783"/>
                  </a:lnTo>
                  <a:lnTo>
                    <a:pt x="55753" y="557783"/>
                  </a:lnTo>
                  <a:lnTo>
                    <a:pt x="34075" y="553394"/>
                  </a:lnTo>
                  <a:lnTo>
                    <a:pt x="16351" y="541432"/>
                  </a:lnTo>
                  <a:lnTo>
                    <a:pt x="4389" y="523708"/>
                  </a:lnTo>
                  <a:lnTo>
                    <a:pt x="0" y="502031"/>
                  </a:lnTo>
                  <a:lnTo>
                    <a:pt x="0" y="55752"/>
                  </a:lnTo>
                  <a:close/>
                </a:path>
              </a:pathLst>
            </a:custGeom>
            <a:ln w="25907">
              <a:solidFill>
                <a:srgbClr val="FFFFFF"/>
              </a:solidFill>
            </a:ln>
          </p:spPr>
          <p:txBody>
            <a:bodyPr wrap="square" lIns="0" tIns="0" rIns="0" bIns="0" rtlCol="0"/>
            <a:lstStyle/>
            <a:p>
              <a:endParaRPr/>
            </a:p>
          </p:txBody>
        </p:sp>
      </p:grpSp>
      <p:sp>
        <p:nvSpPr>
          <p:cNvPr id="45" name="object 45"/>
          <p:cNvSpPr txBox="1"/>
          <p:nvPr/>
        </p:nvSpPr>
        <p:spPr>
          <a:xfrm>
            <a:off x="10387710" y="3201161"/>
            <a:ext cx="746125" cy="177800"/>
          </a:xfrm>
          <a:prstGeom prst="rect">
            <a:avLst/>
          </a:prstGeom>
        </p:spPr>
        <p:txBody>
          <a:bodyPr vert="horz" wrap="square" lIns="0" tIns="12065" rIns="0" bIns="0" rtlCol="0">
            <a:spAutoFit/>
          </a:bodyPr>
          <a:lstStyle/>
          <a:p>
            <a:pPr marL="12700">
              <a:lnSpc>
                <a:spcPct val="100000"/>
              </a:lnSpc>
              <a:spcBef>
                <a:spcPts val="95"/>
              </a:spcBef>
            </a:pPr>
            <a:r>
              <a:rPr sz="1000" dirty="0">
                <a:solidFill>
                  <a:srgbClr val="FFFFFF"/>
                </a:solidFill>
                <a:latin typeface="Arial MT"/>
                <a:cs typeface="Arial MT"/>
              </a:rPr>
              <a:t>Bagian</a:t>
            </a:r>
            <a:r>
              <a:rPr sz="1000" spc="-5" dirty="0">
                <a:solidFill>
                  <a:srgbClr val="FFFFFF"/>
                </a:solidFill>
                <a:latin typeface="Arial MT"/>
                <a:cs typeface="Arial MT"/>
              </a:rPr>
              <a:t> </a:t>
            </a:r>
            <a:r>
              <a:rPr sz="1000" spc="-10" dirty="0">
                <a:solidFill>
                  <a:srgbClr val="FFFFFF"/>
                </a:solidFill>
                <a:latin typeface="Arial MT"/>
                <a:cs typeface="Arial MT"/>
              </a:rPr>
              <a:t>Akhir</a:t>
            </a:r>
            <a:endParaRPr sz="1000">
              <a:latin typeface="Arial MT"/>
              <a:cs typeface="Arial MT"/>
            </a:endParaRPr>
          </a:p>
        </p:txBody>
      </p:sp>
      <p:grpSp>
        <p:nvGrpSpPr>
          <p:cNvPr id="46" name="object 46"/>
          <p:cNvGrpSpPr/>
          <p:nvPr/>
        </p:nvGrpSpPr>
        <p:grpSpPr>
          <a:xfrm>
            <a:off x="10578083" y="3523488"/>
            <a:ext cx="1310640" cy="1249680"/>
            <a:chOff x="10578083" y="3523488"/>
            <a:chExt cx="1310640" cy="1249680"/>
          </a:xfrm>
        </p:grpSpPr>
        <p:sp>
          <p:nvSpPr>
            <p:cNvPr id="47" name="object 47"/>
            <p:cNvSpPr/>
            <p:nvPr/>
          </p:nvSpPr>
          <p:spPr>
            <a:xfrm>
              <a:off x="10591037" y="3536442"/>
              <a:ext cx="1285240" cy="1224280"/>
            </a:xfrm>
            <a:custGeom>
              <a:avLst/>
              <a:gdLst/>
              <a:ahLst/>
              <a:cxnLst/>
              <a:rect l="l" t="t" r="r" b="b"/>
              <a:pathLst>
                <a:path w="1285240" h="1224279">
                  <a:moveTo>
                    <a:pt x="1162303" y="0"/>
                  </a:moveTo>
                  <a:lnTo>
                    <a:pt x="122427" y="0"/>
                  </a:lnTo>
                  <a:lnTo>
                    <a:pt x="74741" y="9610"/>
                  </a:lnTo>
                  <a:lnTo>
                    <a:pt x="35829" y="35829"/>
                  </a:lnTo>
                  <a:lnTo>
                    <a:pt x="9610" y="74741"/>
                  </a:lnTo>
                  <a:lnTo>
                    <a:pt x="0" y="122428"/>
                  </a:lnTo>
                  <a:lnTo>
                    <a:pt x="0" y="1101344"/>
                  </a:lnTo>
                  <a:lnTo>
                    <a:pt x="9610" y="1149030"/>
                  </a:lnTo>
                  <a:lnTo>
                    <a:pt x="35829" y="1187942"/>
                  </a:lnTo>
                  <a:lnTo>
                    <a:pt x="74741" y="1214161"/>
                  </a:lnTo>
                  <a:lnTo>
                    <a:pt x="122427" y="1223772"/>
                  </a:lnTo>
                  <a:lnTo>
                    <a:pt x="1162303" y="1223772"/>
                  </a:lnTo>
                  <a:lnTo>
                    <a:pt x="1209990" y="1214161"/>
                  </a:lnTo>
                  <a:lnTo>
                    <a:pt x="1248902" y="1187942"/>
                  </a:lnTo>
                  <a:lnTo>
                    <a:pt x="1275121" y="1149030"/>
                  </a:lnTo>
                  <a:lnTo>
                    <a:pt x="1284731" y="1101344"/>
                  </a:lnTo>
                  <a:lnTo>
                    <a:pt x="1284731" y="122428"/>
                  </a:lnTo>
                  <a:lnTo>
                    <a:pt x="1275121" y="74741"/>
                  </a:lnTo>
                  <a:lnTo>
                    <a:pt x="1248902" y="35829"/>
                  </a:lnTo>
                  <a:lnTo>
                    <a:pt x="1209990" y="9610"/>
                  </a:lnTo>
                  <a:lnTo>
                    <a:pt x="1162303" y="0"/>
                  </a:lnTo>
                  <a:close/>
                </a:path>
              </a:pathLst>
            </a:custGeom>
            <a:solidFill>
              <a:srgbClr val="FFFFFF">
                <a:alpha val="90194"/>
              </a:srgbClr>
            </a:solidFill>
          </p:spPr>
          <p:txBody>
            <a:bodyPr wrap="square" lIns="0" tIns="0" rIns="0" bIns="0" rtlCol="0"/>
            <a:lstStyle/>
            <a:p>
              <a:endParaRPr/>
            </a:p>
          </p:txBody>
        </p:sp>
        <p:sp>
          <p:nvSpPr>
            <p:cNvPr id="48" name="object 48"/>
            <p:cNvSpPr/>
            <p:nvPr/>
          </p:nvSpPr>
          <p:spPr>
            <a:xfrm>
              <a:off x="10591037" y="3536442"/>
              <a:ext cx="1285240" cy="1224280"/>
            </a:xfrm>
            <a:custGeom>
              <a:avLst/>
              <a:gdLst/>
              <a:ahLst/>
              <a:cxnLst/>
              <a:rect l="l" t="t" r="r" b="b"/>
              <a:pathLst>
                <a:path w="1285240" h="1224279">
                  <a:moveTo>
                    <a:pt x="0" y="122428"/>
                  </a:moveTo>
                  <a:lnTo>
                    <a:pt x="9610" y="74741"/>
                  </a:lnTo>
                  <a:lnTo>
                    <a:pt x="35829" y="35829"/>
                  </a:lnTo>
                  <a:lnTo>
                    <a:pt x="74741" y="9610"/>
                  </a:lnTo>
                  <a:lnTo>
                    <a:pt x="122427" y="0"/>
                  </a:lnTo>
                  <a:lnTo>
                    <a:pt x="1162303" y="0"/>
                  </a:lnTo>
                  <a:lnTo>
                    <a:pt x="1209990" y="9610"/>
                  </a:lnTo>
                  <a:lnTo>
                    <a:pt x="1248902" y="35829"/>
                  </a:lnTo>
                  <a:lnTo>
                    <a:pt x="1275121" y="74741"/>
                  </a:lnTo>
                  <a:lnTo>
                    <a:pt x="1284731" y="122428"/>
                  </a:lnTo>
                  <a:lnTo>
                    <a:pt x="1284731" y="1101344"/>
                  </a:lnTo>
                  <a:lnTo>
                    <a:pt x="1275121" y="1149030"/>
                  </a:lnTo>
                  <a:lnTo>
                    <a:pt x="1248902" y="1187942"/>
                  </a:lnTo>
                  <a:lnTo>
                    <a:pt x="1209990" y="1214161"/>
                  </a:lnTo>
                  <a:lnTo>
                    <a:pt x="1162303" y="1223772"/>
                  </a:lnTo>
                  <a:lnTo>
                    <a:pt x="122427" y="1223772"/>
                  </a:lnTo>
                  <a:lnTo>
                    <a:pt x="74741" y="1214161"/>
                  </a:lnTo>
                  <a:lnTo>
                    <a:pt x="35829" y="1187942"/>
                  </a:lnTo>
                  <a:lnTo>
                    <a:pt x="9610" y="1149030"/>
                  </a:lnTo>
                  <a:lnTo>
                    <a:pt x="0" y="1101344"/>
                  </a:lnTo>
                  <a:lnTo>
                    <a:pt x="0" y="122428"/>
                  </a:lnTo>
                  <a:close/>
                </a:path>
              </a:pathLst>
            </a:custGeom>
            <a:ln w="25908">
              <a:solidFill>
                <a:srgbClr val="45B5C1"/>
              </a:solidFill>
            </a:ln>
          </p:spPr>
          <p:txBody>
            <a:bodyPr wrap="square" lIns="0" tIns="0" rIns="0" bIns="0" rtlCol="0"/>
            <a:lstStyle/>
            <a:p>
              <a:endParaRPr/>
            </a:p>
          </p:txBody>
        </p:sp>
      </p:grpSp>
      <p:sp>
        <p:nvSpPr>
          <p:cNvPr id="49" name="object 49"/>
          <p:cNvSpPr txBox="1"/>
          <p:nvPr/>
        </p:nvSpPr>
        <p:spPr>
          <a:xfrm>
            <a:off x="10686668" y="3609288"/>
            <a:ext cx="993775" cy="177800"/>
          </a:xfrm>
          <a:prstGeom prst="rect">
            <a:avLst/>
          </a:prstGeom>
        </p:spPr>
        <p:txBody>
          <a:bodyPr vert="horz" wrap="square" lIns="0" tIns="12065" rIns="0" bIns="0" rtlCol="0">
            <a:spAutoFit/>
          </a:bodyPr>
          <a:lstStyle/>
          <a:p>
            <a:pPr marL="69215" indent="-57150">
              <a:lnSpc>
                <a:spcPct val="100000"/>
              </a:lnSpc>
              <a:spcBef>
                <a:spcPts val="95"/>
              </a:spcBef>
              <a:buChar char="•"/>
              <a:tabLst>
                <a:tab pos="69215" algn="l"/>
              </a:tabLst>
            </a:pPr>
            <a:r>
              <a:rPr sz="1000" dirty="0">
                <a:latin typeface="Arial MT"/>
                <a:cs typeface="Arial MT"/>
              </a:rPr>
              <a:t>Daftar</a:t>
            </a:r>
            <a:r>
              <a:rPr sz="1000" spc="-30" dirty="0">
                <a:latin typeface="Arial MT"/>
                <a:cs typeface="Arial MT"/>
              </a:rPr>
              <a:t> </a:t>
            </a:r>
            <a:r>
              <a:rPr sz="1000" spc="-10" dirty="0">
                <a:latin typeface="Arial MT"/>
                <a:cs typeface="Arial MT"/>
              </a:rPr>
              <a:t>Pusataka</a:t>
            </a:r>
            <a:endParaRPr sz="1000">
              <a:latin typeface="Arial MT"/>
              <a:cs typeface="Arial MT"/>
            </a:endParaRPr>
          </a:p>
        </p:txBody>
      </p:sp>
      <p:sp>
        <p:nvSpPr>
          <p:cNvPr id="50" name="object 50"/>
          <p:cNvSpPr txBox="1"/>
          <p:nvPr/>
        </p:nvSpPr>
        <p:spPr>
          <a:xfrm>
            <a:off x="10686668" y="3762247"/>
            <a:ext cx="612775" cy="177800"/>
          </a:xfrm>
          <a:prstGeom prst="rect">
            <a:avLst/>
          </a:prstGeom>
        </p:spPr>
        <p:txBody>
          <a:bodyPr vert="horz" wrap="square" lIns="0" tIns="12065" rIns="0" bIns="0" rtlCol="0">
            <a:spAutoFit/>
          </a:bodyPr>
          <a:lstStyle/>
          <a:p>
            <a:pPr marL="69215" indent="-57150">
              <a:lnSpc>
                <a:spcPct val="100000"/>
              </a:lnSpc>
              <a:spcBef>
                <a:spcPts val="95"/>
              </a:spcBef>
              <a:buChar char="•"/>
              <a:tabLst>
                <a:tab pos="69215" algn="l"/>
              </a:tabLst>
            </a:pPr>
            <a:r>
              <a:rPr sz="1000" spc="-10" dirty="0">
                <a:latin typeface="Arial MT"/>
                <a:cs typeface="Arial MT"/>
              </a:rPr>
              <a:t>Lampiran</a:t>
            </a:r>
            <a:endParaRPr sz="1000">
              <a:latin typeface="Arial MT"/>
              <a:cs typeface="Arial MT"/>
            </a:endParaRPr>
          </a:p>
        </p:txBody>
      </p:sp>
      <p:sp>
        <p:nvSpPr>
          <p:cNvPr id="51" name="object 51"/>
          <p:cNvSpPr txBox="1"/>
          <p:nvPr/>
        </p:nvSpPr>
        <p:spPr>
          <a:xfrm>
            <a:off x="382320" y="1667002"/>
            <a:ext cx="1829435" cy="299720"/>
          </a:xfrm>
          <a:prstGeom prst="rect">
            <a:avLst/>
          </a:prstGeom>
        </p:spPr>
        <p:txBody>
          <a:bodyPr vert="horz" wrap="square" lIns="0" tIns="12700" rIns="0" bIns="0" rtlCol="0">
            <a:spAutoFit/>
          </a:bodyPr>
          <a:lstStyle/>
          <a:p>
            <a:pPr marL="12700">
              <a:lnSpc>
                <a:spcPct val="100000"/>
              </a:lnSpc>
              <a:spcBef>
                <a:spcPts val="100"/>
              </a:spcBef>
            </a:pPr>
            <a:r>
              <a:rPr sz="1800" b="1" i="1" u="sng" dirty="0">
                <a:solidFill>
                  <a:srgbClr val="FFFFFF"/>
                </a:solidFill>
                <a:uFill>
                  <a:solidFill>
                    <a:srgbClr val="FFFFFF"/>
                  </a:solidFill>
                </a:uFill>
                <a:latin typeface="Arial"/>
                <a:cs typeface="Arial"/>
              </a:rPr>
              <a:t>Penulisan</a:t>
            </a:r>
            <a:r>
              <a:rPr sz="1800" b="1" i="1" u="sng" spc="-60" dirty="0">
                <a:solidFill>
                  <a:srgbClr val="FFFFFF"/>
                </a:solidFill>
                <a:uFill>
                  <a:solidFill>
                    <a:srgbClr val="FFFFFF"/>
                  </a:solidFill>
                </a:uFill>
                <a:latin typeface="Arial"/>
                <a:cs typeface="Arial"/>
              </a:rPr>
              <a:t> </a:t>
            </a:r>
            <a:r>
              <a:rPr sz="1800" b="1" i="1" u="sng" spc="-10" dirty="0">
                <a:solidFill>
                  <a:srgbClr val="FFFFFF"/>
                </a:solidFill>
                <a:uFill>
                  <a:solidFill>
                    <a:srgbClr val="FFFFFF"/>
                  </a:solidFill>
                </a:uFill>
                <a:latin typeface="Arial"/>
                <a:cs typeface="Arial"/>
              </a:rPr>
              <a:t>Ilmiah</a:t>
            </a:r>
            <a:endParaRPr sz="1800">
              <a:latin typeface="Arial"/>
              <a:cs typeface="Arial"/>
            </a:endParaRPr>
          </a:p>
        </p:txBody>
      </p:sp>
      <p:grpSp>
        <p:nvGrpSpPr>
          <p:cNvPr id="52" name="object 52"/>
          <p:cNvGrpSpPr/>
          <p:nvPr/>
        </p:nvGrpSpPr>
        <p:grpSpPr>
          <a:xfrm>
            <a:off x="42608" y="3101276"/>
            <a:ext cx="1356995" cy="596265"/>
            <a:chOff x="42608" y="3101276"/>
            <a:chExt cx="1356995" cy="596265"/>
          </a:xfrm>
        </p:grpSpPr>
        <p:sp>
          <p:nvSpPr>
            <p:cNvPr id="53" name="object 53"/>
            <p:cNvSpPr/>
            <p:nvPr/>
          </p:nvSpPr>
          <p:spPr>
            <a:xfrm>
              <a:off x="55625" y="3114294"/>
              <a:ext cx="1330960" cy="570230"/>
            </a:xfrm>
            <a:custGeom>
              <a:avLst/>
              <a:gdLst/>
              <a:ahLst/>
              <a:cxnLst/>
              <a:rect l="l" t="t" r="r" b="b"/>
              <a:pathLst>
                <a:path w="1330960" h="570229">
                  <a:moveTo>
                    <a:pt x="1273429" y="0"/>
                  </a:moveTo>
                  <a:lnTo>
                    <a:pt x="56997" y="0"/>
                  </a:lnTo>
                  <a:lnTo>
                    <a:pt x="34811" y="4480"/>
                  </a:lnTo>
                  <a:lnTo>
                    <a:pt x="16694" y="16700"/>
                  </a:lnTo>
                  <a:lnTo>
                    <a:pt x="4479" y="34825"/>
                  </a:lnTo>
                  <a:lnTo>
                    <a:pt x="0" y="57022"/>
                  </a:lnTo>
                  <a:lnTo>
                    <a:pt x="0" y="512952"/>
                  </a:lnTo>
                  <a:lnTo>
                    <a:pt x="4479" y="535150"/>
                  </a:lnTo>
                  <a:lnTo>
                    <a:pt x="16694" y="553275"/>
                  </a:lnTo>
                  <a:lnTo>
                    <a:pt x="34811" y="565495"/>
                  </a:lnTo>
                  <a:lnTo>
                    <a:pt x="56997" y="569975"/>
                  </a:lnTo>
                  <a:lnTo>
                    <a:pt x="1273429" y="569975"/>
                  </a:lnTo>
                  <a:lnTo>
                    <a:pt x="1295626" y="565495"/>
                  </a:lnTo>
                  <a:lnTo>
                    <a:pt x="1313751" y="553275"/>
                  </a:lnTo>
                  <a:lnTo>
                    <a:pt x="1325971" y="535150"/>
                  </a:lnTo>
                  <a:lnTo>
                    <a:pt x="1330452" y="512952"/>
                  </a:lnTo>
                  <a:lnTo>
                    <a:pt x="1330452" y="57022"/>
                  </a:lnTo>
                  <a:lnTo>
                    <a:pt x="1325971" y="34825"/>
                  </a:lnTo>
                  <a:lnTo>
                    <a:pt x="1313751" y="16700"/>
                  </a:lnTo>
                  <a:lnTo>
                    <a:pt x="1295626" y="4480"/>
                  </a:lnTo>
                  <a:lnTo>
                    <a:pt x="1273429" y="0"/>
                  </a:lnTo>
                  <a:close/>
                </a:path>
              </a:pathLst>
            </a:custGeom>
            <a:solidFill>
              <a:srgbClr val="45B5C1"/>
            </a:solidFill>
          </p:spPr>
          <p:txBody>
            <a:bodyPr wrap="square" lIns="0" tIns="0" rIns="0" bIns="0" rtlCol="0"/>
            <a:lstStyle/>
            <a:p>
              <a:endParaRPr/>
            </a:p>
          </p:txBody>
        </p:sp>
        <p:sp>
          <p:nvSpPr>
            <p:cNvPr id="54" name="object 54"/>
            <p:cNvSpPr/>
            <p:nvPr/>
          </p:nvSpPr>
          <p:spPr>
            <a:xfrm>
              <a:off x="55625" y="3114294"/>
              <a:ext cx="1330960" cy="570230"/>
            </a:xfrm>
            <a:custGeom>
              <a:avLst/>
              <a:gdLst/>
              <a:ahLst/>
              <a:cxnLst/>
              <a:rect l="l" t="t" r="r" b="b"/>
              <a:pathLst>
                <a:path w="1330960" h="570229">
                  <a:moveTo>
                    <a:pt x="0" y="57022"/>
                  </a:moveTo>
                  <a:lnTo>
                    <a:pt x="4479" y="34825"/>
                  </a:lnTo>
                  <a:lnTo>
                    <a:pt x="16694" y="16700"/>
                  </a:lnTo>
                  <a:lnTo>
                    <a:pt x="34811" y="4480"/>
                  </a:lnTo>
                  <a:lnTo>
                    <a:pt x="56997" y="0"/>
                  </a:lnTo>
                  <a:lnTo>
                    <a:pt x="1273429" y="0"/>
                  </a:lnTo>
                  <a:lnTo>
                    <a:pt x="1295626" y="4480"/>
                  </a:lnTo>
                  <a:lnTo>
                    <a:pt x="1313751" y="16700"/>
                  </a:lnTo>
                  <a:lnTo>
                    <a:pt x="1325971" y="34825"/>
                  </a:lnTo>
                  <a:lnTo>
                    <a:pt x="1330452" y="57022"/>
                  </a:lnTo>
                  <a:lnTo>
                    <a:pt x="1330452" y="512952"/>
                  </a:lnTo>
                  <a:lnTo>
                    <a:pt x="1325971" y="535150"/>
                  </a:lnTo>
                  <a:lnTo>
                    <a:pt x="1313751" y="553275"/>
                  </a:lnTo>
                  <a:lnTo>
                    <a:pt x="1295626" y="565495"/>
                  </a:lnTo>
                  <a:lnTo>
                    <a:pt x="1273429" y="569975"/>
                  </a:lnTo>
                  <a:lnTo>
                    <a:pt x="56997" y="569975"/>
                  </a:lnTo>
                  <a:lnTo>
                    <a:pt x="34811" y="565495"/>
                  </a:lnTo>
                  <a:lnTo>
                    <a:pt x="16694" y="553275"/>
                  </a:lnTo>
                  <a:lnTo>
                    <a:pt x="4479" y="535150"/>
                  </a:lnTo>
                  <a:lnTo>
                    <a:pt x="0" y="512952"/>
                  </a:lnTo>
                  <a:lnTo>
                    <a:pt x="0" y="57022"/>
                  </a:lnTo>
                  <a:close/>
                </a:path>
              </a:pathLst>
            </a:custGeom>
            <a:ln w="25908">
              <a:solidFill>
                <a:srgbClr val="FFFFFF"/>
              </a:solidFill>
            </a:ln>
          </p:spPr>
          <p:txBody>
            <a:bodyPr wrap="square" lIns="0" tIns="0" rIns="0" bIns="0" rtlCol="0"/>
            <a:lstStyle/>
            <a:p>
              <a:endParaRPr/>
            </a:p>
          </p:txBody>
        </p:sp>
      </p:grpSp>
      <p:sp>
        <p:nvSpPr>
          <p:cNvPr id="55" name="object 55"/>
          <p:cNvSpPr txBox="1"/>
          <p:nvPr/>
        </p:nvSpPr>
        <p:spPr>
          <a:xfrm>
            <a:off x="112572" y="3154172"/>
            <a:ext cx="724535" cy="177800"/>
          </a:xfrm>
          <a:prstGeom prst="rect">
            <a:avLst/>
          </a:prstGeom>
        </p:spPr>
        <p:txBody>
          <a:bodyPr vert="horz" wrap="square" lIns="0" tIns="12065" rIns="0" bIns="0" rtlCol="0">
            <a:spAutoFit/>
          </a:bodyPr>
          <a:lstStyle/>
          <a:p>
            <a:pPr marL="12700">
              <a:lnSpc>
                <a:spcPct val="100000"/>
              </a:lnSpc>
              <a:spcBef>
                <a:spcPts val="95"/>
              </a:spcBef>
            </a:pPr>
            <a:r>
              <a:rPr sz="1000" dirty="0">
                <a:solidFill>
                  <a:srgbClr val="FFFFFF"/>
                </a:solidFill>
                <a:latin typeface="Arial MT"/>
                <a:cs typeface="Arial MT"/>
              </a:rPr>
              <a:t>Bagian</a:t>
            </a:r>
            <a:r>
              <a:rPr sz="1000" spc="-45" dirty="0">
                <a:solidFill>
                  <a:srgbClr val="FFFFFF"/>
                </a:solidFill>
                <a:latin typeface="Arial MT"/>
                <a:cs typeface="Arial MT"/>
              </a:rPr>
              <a:t> </a:t>
            </a:r>
            <a:r>
              <a:rPr sz="1000" spc="-20" dirty="0">
                <a:solidFill>
                  <a:srgbClr val="FFFFFF"/>
                </a:solidFill>
                <a:latin typeface="Arial MT"/>
                <a:cs typeface="Arial MT"/>
              </a:rPr>
              <a:t>Awal</a:t>
            </a:r>
            <a:endParaRPr sz="1000">
              <a:latin typeface="Arial MT"/>
              <a:cs typeface="Arial MT"/>
            </a:endParaRPr>
          </a:p>
        </p:txBody>
      </p:sp>
      <p:grpSp>
        <p:nvGrpSpPr>
          <p:cNvPr id="56" name="object 56"/>
          <p:cNvGrpSpPr/>
          <p:nvPr/>
        </p:nvGrpSpPr>
        <p:grpSpPr>
          <a:xfrm>
            <a:off x="458660" y="3639248"/>
            <a:ext cx="1356995" cy="1789430"/>
            <a:chOff x="458660" y="3639248"/>
            <a:chExt cx="1356995" cy="1789430"/>
          </a:xfrm>
        </p:grpSpPr>
        <p:sp>
          <p:nvSpPr>
            <p:cNvPr id="57" name="object 57"/>
            <p:cNvSpPr/>
            <p:nvPr/>
          </p:nvSpPr>
          <p:spPr>
            <a:xfrm>
              <a:off x="471678" y="3652265"/>
              <a:ext cx="1330960" cy="1763395"/>
            </a:xfrm>
            <a:custGeom>
              <a:avLst/>
              <a:gdLst/>
              <a:ahLst/>
              <a:cxnLst/>
              <a:rect l="l" t="t" r="r" b="b"/>
              <a:pathLst>
                <a:path w="1330960" h="1763395">
                  <a:moveTo>
                    <a:pt x="1197355" y="0"/>
                  </a:moveTo>
                  <a:lnTo>
                    <a:pt x="133045" y="0"/>
                  </a:lnTo>
                  <a:lnTo>
                    <a:pt x="90991" y="6782"/>
                  </a:lnTo>
                  <a:lnTo>
                    <a:pt x="54468" y="25672"/>
                  </a:lnTo>
                  <a:lnTo>
                    <a:pt x="25669" y="54479"/>
                  </a:lnTo>
                  <a:lnTo>
                    <a:pt x="6782" y="91017"/>
                  </a:lnTo>
                  <a:lnTo>
                    <a:pt x="0" y="133095"/>
                  </a:lnTo>
                  <a:lnTo>
                    <a:pt x="0" y="1630171"/>
                  </a:lnTo>
                  <a:lnTo>
                    <a:pt x="6782" y="1672250"/>
                  </a:lnTo>
                  <a:lnTo>
                    <a:pt x="25669" y="1708788"/>
                  </a:lnTo>
                  <a:lnTo>
                    <a:pt x="54468" y="1737595"/>
                  </a:lnTo>
                  <a:lnTo>
                    <a:pt x="90991" y="1756485"/>
                  </a:lnTo>
                  <a:lnTo>
                    <a:pt x="133045" y="1763267"/>
                  </a:lnTo>
                  <a:lnTo>
                    <a:pt x="1197355" y="1763267"/>
                  </a:lnTo>
                  <a:lnTo>
                    <a:pt x="1239434" y="1756485"/>
                  </a:lnTo>
                  <a:lnTo>
                    <a:pt x="1275972" y="1737595"/>
                  </a:lnTo>
                  <a:lnTo>
                    <a:pt x="1304779" y="1708788"/>
                  </a:lnTo>
                  <a:lnTo>
                    <a:pt x="1323669" y="1672250"/>
                  </a:lnTo>
                  <a:lnTo>
                    <a:pt x="1330452" y="1630171"/>
                  </a:lnTo>
                  <a:lnTo>
                    <a:pt x="1330452" y="133095"/>
                  </a:lnTo>
                  <a:lnTo>
                    <a:pt x="1323669" y="91017"/>
                  </a:lnTo>
                  <a:lnTo>
                    <a:pt x="1304779" y="54479"/>
                  </a:lnTo>
                  <a:lnTo>
                    <a:pt x="1275972" y="25672"/>
                  </a:lnTo>
                  <a:lnTo>
                    <a:pt x="1239434" y="6782"/>
                  </a:lnTo>
                  <a:lnTo>
                    <a:pt x="1197355" y="0"/>
                  </a:lnTo>
                  <a:close/>
                </a:path>
              </a:pathLst>
            </a:custGeom>
            <a:solidFill>
              <a:srgbClr val="FFFFFF">
                <a:alpha val="90194"/>
              </a:srgbClr>
            </a:solidFill>
          </p:spPr>
          <p:txBody>
            <a:bodyPr wrap="square" lIns="0" tIns="0" rIns="0" bIns="0" rtlCol="0"/>
            <a:lstStyle/>
            <a:p>
              <a:endParaRPr/>
            </a:p>
          </p:txBody>
        </p:sp>
        <p:sp>
          <p:nvSpPr>
            <p:cNvPr id="58" name="object 58"/>
            <p:cNvSpPr/>
            <p:nvPr/>
          </p:nvSpPr>
          <p:spPr>
            <a:xfrm>
              <a:off x="471678" y="3652265"/>
              <a:ext cx="1330960" cy="1763395"/>
            </a:xfrm>
            <a:custGeom>
              <a:avLst/>
              <a:gdLst/>
              <a:ahLst/>
              <a:cxnLst/>
              <a:rect l="l" t="t" r="r" b="b"/>
              <a:pathLst>
                <a:path w="1330960" h="1763395">
                  <a:moveTo>
                    <a:pt x="0" y="133095"/>
                  </a:moveTo>
                  <a:lnTo>
                    <a:pt x="6782" y="91017"/>
                  </a:lnTo>
                  <a:lnTo>
                    <a:pt x="25669" y="54479"/>
                  </a:lnTo>
                  <a:lnTo>
                    <a:pt x="54468" y="25672"/>
                  </a:lnTo>
                  <a:lnTo>
                    <a:pt x="90991" y="6782"/>
                  </a:lnTo>
                  <a:lnTo>
                    <a:pt x="133045" y="0"/>
                  </a:lnTo>
                  <a:lnTo>
                    <a:pt x="1197355" y="0"/>
                  </a:lnTo>
                  <a:lnTo>
                    <a:pt x="1239434" y="6782"/>
                  </a:lnTo>
                  <a:lnTo>
                    <a:pt x="1275972" y="25672"/>
                  </a:lnTo>
                  <a:lnTo>
                    <a:pt x="1304779" y="54479"/>
                  </a:lnTo>
                  <a:lnTo>
                    <a:pt x="1323669" y="91017"/>
                  </a:lnTo>
                  <a:lnTo>
                    <a:pt x="1330452" y="133095"/>
                  </a:lnTo>
                  <a:lnTo>
                    <a:pt x="1330452" y="1630171"/>
                  </a:lnTo>
                  <a:lnTo>
                    <a:pt x="1323669" y="1672250"/>
                  </a:lnTo>
                  <a:lnTo>
                    <a:pt x="1304779" y="1708788"/>
                  </a:lnTo>
                  <a:lnTo>
                    <a:pt x="1275972" y="1737595"/>
                  </a:lnTo>
                  <a:lnTo>
                    <a:pt x="1239434" y="1756485"/>
                  </a:lnTo>
                  <a:lnTo>
                    <a:pt x="1197355" y="1763267"/>
                  </a:lnTo>
                  <a:lnTo>
                    <a:pt x="133045" y="1763267"/>
                  </a:lnTo>
                  <a:lnTo>
                    <a:pt x="90991" y="1756485"/>
                  </a:lnTo>
                  <a:lnTo>
                    <a:pt x="54468" y="1737595"/>
                  </a:lnTo>
                  <a:lnTo>
                    <a:pt x="25669" y="1708788"/>
                  </a:lnTo>
                  <a:lnTo>
                    <a:pt x="6782" y="1672250"/>
                  </a:lnTo>
                  <a:lnTo>
                    <a:pt x="0" y="1630171"/>
                  </a:lnTo>
                  <a:lnTo>
                    <a:pt x="0" y="133095"/>
                  </a:lnTo>
                  <a:close/>
                </a:path>
              </a:pathLst>
            </a:custGeom>
            <a:ln w="25908">
              <a:solidFill>
                <a:srgbClr val="45B5C1"/>
              </a:solidFill>
            </a:ln>
          </p:spPr>
          <p:txBody>
            <a:bodyPr wrap="square" lIns="0" tIns="0" rIns="0" bIns="0" rtlCol="0"/>
            <a:lstStyle/>
            <a:p>
              <a:endParaRPr/>
            </a:p>
          </p:txBody>
        </p:sp>
      </p:grpSp>
      <p:sp>
        <p:nvSpPr>
          <p:cNvPr id="59" name="object 59"/>
          <p:cNvSpPr txBox="1"/>
          <p:nvPr/>
        </p:nvSpPr>
        <p:spPr>
          <a:xfrm>
            <a:off x="561848" y="3735095"/>
            <a:ext cx="1118870" cy="1397635"/>
          </a:xfrm>
          <a:prstGeom prst="rect">
            <a:avLst/>
          </a:prstGeom>
        </p:spPr>
        <p:txBody>
          <a:bodyPr vert="horz" wrap="square" lIns="0" tIns="20320" rIns="0" bIns="0" rtlCol="0">
            <a:spAutoFit/>
          </a:bodyPr>
          <a:lstStyle/>
          <a:p>
            <a:pPr marL="69215" indent="-57150">
              <a:lnSpc>
                <a:spcPct val="100000"/>
              </a:lnSpc>
              <a:spcBef>
                <a:spcPts val="160"/>
              </a:spcBef>
              <a:buChar char="•"/>
              <a:tabLst>
                <a:tab pos="69215" algn="l"/>
              </a:tabLst>
            </a:pPr>
            <a:r>
              <a:rPr sz="1000" spc="-20" dirty="0">
                <a:latin typeface="Arial MT"/>
                <a:cs typeface="Arial MT"/>
              </a:rPr>
              <a:t>Cover</a:t>
            </a:r>
            <a:endParaRPr sz="1000">
              <a:latin typeface="Arial MT"/>
              <a:cs typeface="Arial MT"/>
            </a:endParaRPr>
          </a:p>
          <a:p>
            <a:pPr marL="68580" marR="410209" indent="-57150">
              <a:lnSpc>
                <a:spcPts val="1080"/>
              </a:lnSpc>
              <a:spcBef>
                <a:spcPts val="195"/>
              </a:spcBef>
              <a:buChar char="•"/>
              <a:tabLst>
                <a:tab pos="70485" algn="l"/>
              </a:tabLst>
            </a:pPr>
            <a:r>
              <a:rPr sz="1000" spc="-10" dirty="0">
                <a:latin typeface="Arial MT"/>
                <a:cs typeface="Arial MT"/>
              </a:rPr>
              <a:t>Lembar 	Originalitas</a:t>
            </a:r>
            <a:endParaRPr sz="1000">
              <a:latin typeface="Arial MT"/>
              <a:cs typeface="Arial MT"/>
            </a:endParaRPr>
          </a:p>
          <a:p>
            <a:pPr marL="68580" marR="331470" indent="-57150">
              <a:lnSpc>
                <a:spcPts val="1080"/>
              </a:lnSpc>
              <a:spcBef>
                <a:spcPts val="180"/>
              </a:spcBef>
              <a:buChar char="•"/>
              <a:tabLst>
                <a:tab pos="70485" algn="l"/>
              </a:tabLst>
            </a:pPr>
            <a:r>
              <a:rPr sz="1000" spc="-10" dirty="0">
                <a:latin typeface="Arial MT"/>
                <a:cs typeface="Arial MT"/>
              </a:rPr>
              <a:t>Lembar 	Pengesahan</a:t>
            </a:r>
            <a:endParaRPr sz="1000">
              <a:latin typeface="Arial MT"/>
              <a:cs typeface="Arial MT"/>
            </a:endParaRPr>
          </a:p>
          <a:p>
            <a:pPr marL="69215" indent="-57150">
              <a:lnSpc>
                <a:spcPct val="100000"/>
              </a:lnSpc>
              <a:spcBef>
                <a:spcPts val="45"/>
              </a:spcBef>
              <a:buChar char="•"/>
              <a:tabLst>
                <a:tab pos="69215" algn="l"/>
              </a:tabLst>
            </a:pPr>
            <a:r>
              <a:rPr sz="1000" spc="-10" dirty="0">
                <a:latin typeface="Arial MT"/>
                <a:cs typeface="Arial MT"/>
              </a:rPr>
              <a:t>Abstrak</a:t>
            </a:r>
            <a:endParaRPr sz="1000">
              <a:latin typeface="Arial MT"/>
              <a:cs typeface="Arial MT"/>
            </a:endParaRPr>
          </a:p>
          <a:p>
            <a:pPr marL="69215" indent="-57150">
              <a:lnSpc>
                <a:spcPct val="100000"/>
              </a:lnSpc>
              <a:spcBef>
                <a:spcPts val="60"/>
              </a:spcBef>
              <a:buChar char="•"/>
              <a:tabLst>
                <a:tab pos="69215" algn="l"/>
              </a:tabLst>
            </a:pPr>
            <a:r>
              <a:rPr sz="1000" dirty="0">
                <a:latin typeface="Arial MT"/>
                <a:cs typeface="Arial MT"/>
              </a:rPr>
              <a:t>Kata</a:t>
            </a:r>
            <a:r>
              <a:rPr sz="1000" spc="-25" dirty="0">
                <a:latin typeface="Arial MT"/>
                <a:cs typeface="Arial MT"/>
              </a:rPr>
              <a:t> </a:t>
            </a:r>
            <a:r>
              <a:rPr sz="1000" spc="-10" dirty="0">
                <a:latin typeface="Arial MT"/>
                <a:cs typeface="Arial MT"/>
              </a:rPr>
              <a:t>Pengantar</a:t>
            </a:r>
            <a:endParaRPr sz="1000">
              <a:latin typeface="Arial MT"/>
              <a:cs typeface="Arial MT"/>
            </a:endParaRPr>
          </a:p>
          <a:p>
            <a:pPr marL="69215" indent="-57150">
              <a:lnSpc>
                <a:spcPts val="1140"/>
              </a:lnSpc>
              <a:spcBef>
                <a:spcPts val="60"/>
              </a:spcBef>
              <a:buChar char="•"/>
              <a:tabLst>
                <a:tab pos="69215" algn="l"/>
              </a:tabLst>
            </a:pPr>
            <a:r>
              <a:rPr sz="1000" dirty="0">
                <a:latin typeface="Arial MT"/>
                <a:cs typeface="Arial MT"/>
              </a:rPr>
              <a:t>Daftar</a:t>
            </a:r>
            <a:r>
              <a:rPr sz="1000" spc="-40" dirty="0">
                <a:latin typeface="Arial MT"/>
                <a:cs typeface="Arial MT"/>
              </a:rPr>
              <a:t> </a:t>
            </a:r>
            <a:r>
              <a:rPr sz="1000" dirty="0">
                <a:latin typeface="Arial MT"/>
                <a:cs typeface="Arial MT"/>
              </a:rPr>
              <a:t>Isi,</a:t>
            </a:r>
            <a:r>
              <a:rPr sz="1000" spc="-25" dirty="0">
                <a:latin typeface="Arial MT"/>
                <a:cs typeface="Arial MT"/>
              </a:rPr>
              <a:t> </a:t>
            </a:r>
            <a:r>
              <a:rPr sz="1000" spc="-10" dirty="0">
                <a:latin typeface="Arial MT"/>
                <a:cs typeface="Arial MT"/>
              </a:rPr>
              <a:t>Gambar</a:t>
            </a:r>
            <a:endParaRPr sz="1000">
              <a:latin typeface="Arial MT"/>
              <a:cs typeface="Arial MT"/>
            </a:endParaRPr>
          </a:p>
          <a:p>
            <a:pPr marL="70485">
              <a:lnSpc>
                <a:spcPts val="1140"/>
              </a:lnSpc>
            </a:pPr>
            <a:r>
              <a:rPr sz="1000" dirty="0">
                <a:latin typeface="Arial MT"/>
                <a:cs typeface="Arial MT"/>
              </a:rPr>
              <a:t>,</a:t>
            </a:r>
            <a:r>
              <a:rPr sz="1000" spc="-20" dirty="0">
                <a:latin typeface="Arial MT"/>
                <a:cs typeface="Arial MT"/>
              </a:rPr>
              <a:t> </a:t>
            </a:r>
            <a:r>
              <a:rPr sz="1000" dirty="0">
                <a:latin typeface="Arial MT"/>
                <a:cs typeface="Arial MT"/>
              </a:rPr>
              <a:t>Tabel,</a:t>
            </a:r>
            <a:r>
              <a:rPr sz="1000" spc="-25" dirty="0">
                <a:latin typeface="Arial MT"/>
                <a:cs typeface="Arial MT"/>
              </a:rPr>
              <a:t> </a:t>
            </a:r>
            <a:r>
              <a:rPr sz="1000" spc="-10" dirty="0">
                <a:latin typeface="Arial MT"/>
                <a:cs typeface="Arial MT"/>
              </a:rPr>
              <a:t>Lampiran</a:t>
            </a:r>
            <a:endParaRPr sz="1000">
              <a:latin typeface="Arial MT"/>
              <a:cs typeface="Arial MT"/>
            </a:endParaRPr>
          </a:p>
        </p:txBody>
      </p:sp>
      <p:sp>
        <p:nvSpPr>
          <p:cNvPr id="60" name="object 60"/>
          <p:cNvSpPr/>
          <p:nvPr/>
        </p:nvSpPr>
        <p:spPr>
          <a:xfrm>
            <a:off x="1432560" y="3177539"/>
            <a:ext cx="486409" cy="315595"/>
          </a:xfrm>
          <a:custGeom>
            <a:avLst/>
            <a:gdLst/>
            <a:ahLst/>
            <a:cxnLst/>
            <a:rect l="l" t="t" r="r" b="b"/>
            <a:pathLst>
              <a:path w="486410" h="315595">
                <a:moveTo>
                  <a:pt x="328422" y="0"/>
                </a:moveTo>
                <a:lnTo>
                  <a:pt x="328422" y="63119"/>
                </a:lnTo>
                <a:lnTo>
                  <a:pt x="0" y="63119"/>
                </a:lnTo>
                <a:lnTo>
                  <a:pt x="0" y="252349"/>
                </a:lnTo>
                <a:lnTo>
                  <a:pt x="328422" y="252349"/>
                </a:lnTo>
                <a:lnTo>
                  <a:pt x="328422" y="315468"/>
                </a:lnTo>
                <a:lnTo>
                  <a:pt x="486156" y="157734"/>
                </a:lnTo>
                <a:lnTo>
                  <a:pt x="328422" y="0"/>
                </a:lnTo>
                <a:close/>
              </a:path>
            </a:pathLst>
          </a:custGeom>
          <a:solidFill>
            <a:srgbClr val="2EA6AE"/>
          </a:solidFill>
        </p:spPr>
        <p:txBody>
          <a:bodyPr wrap="square" lIns="0" tIns="0" rIns="0" bIns="0" rtlCol="0"/>
          <a:lstStyle/>
          <a:p>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42758E"/>
          </a:solidFill>
        </p:spPr>
        <p:txBody>
          <a:bodyPr wrap="square" lIns="0" tIns="0" rIns="0" bIns="0" rtlCol="0"/>
          <a:lstStyle/>
          <a:p>
            <a:endParaRPr/>
          </a:p>
        </p:txBody>
      </p:sp>
      <p:pic>
        <p:nvPicPr>
          <p:cNvPr id="3" name="object 3"/>
          <p:cNvPicPr/>
          <p:nvPr/>
        </p:nvPicPr>
        <p:blipFill>
          <a:blip r:embed="rId2" cstate="print"/>
          <a:stretch>
            <a:fillRect/>
          </a:stretch>
        </p:blipFill>
        <p:spPr>
          <a:xfrm>
            <a:off x="0" y="0"/>
            <a:ext cx="1664208" cy="6857997"/>
          </a:xfrm>
          <a:prstGeom prst="rect">
            <a:avLst/>
          </a:prstGeom>
        </p:spPr>
      </p:pic>
      <p:sp>
        <p:nvSpPr>
          <p:cNvPr id="4" name="object 4"/>
          <p:cNvSpPr txBox="1">
            <a:spLocks noGrp="1"/>
          </p:cNvSpPr>
          <p:nvPr>
            <p:ph type="title"/>
          </p:nvPr>
        </p:nvSpPr>
        <p:spPr>
          <a:xfrm>
            <a:off x="3744848" y="330696"/>
            <a:ext cx="5902960" cy="753410"/>
          </a:xfrm>
          <a:prstGeom prst="rect">
            <a:avLst/>
          </a:prstGeom>
        </p:spPr>
        <p:txBody>
          <a:bodyPr vert="horz" wrap="square" lIns="0" tIns="14604" rIns="0" bIns="0" rtlCol="0">
            <a:spAutoFit/>
          </a:bodyPr>
          <a:lstStyle/>
          <a:p>
            <a:pPr marL="12700">
              <a:lnSpc>
                <a:spcPct val="100000"/>
              </a:lnSpc>
              <a:spcBef>
                <a:spcPts val="114"/>
              </a:spcBef>
            </a:pPr>
            <a:r>
              <a:rPr lang="id-ID" sz="4800" b="1" dirty="0">
                <a:latin typeface="Arial"/>
                <a:cs typeface="Arial"/>
              </a:rPr>
              <a:t>1. Pendahuluan</a:t>
            </a:r>
            <a:endParaRPr sz="4800" dirty="0">
              <a:latin typeface="Arial"/>
              <a:cs typeface="Arial"/>
            </a:endParaRPr>
          </a:p>
        </p:txBody>
      </p:sp>
      <p:sp>
        <p:nvSpPr>
          <p:cNvPr id="7" name="Rectangle 6">
            <a:extLst>
              <a:ext uri="{FF2B5EF4-FFF2-40B4-BE49-F238E27FC236}">
                <a16:creationId xmlns:a16="http://schemas.microsoft.com/office/drawing/2014/main" id="{CF35C680-DD42-45B1-A8E4-290D3D625B23}"/>
              </a:ext>
            </a:extLst>
          </p:cNvPr>
          <p:cNvSpPr/>
          <p:nvPr/>
        </p:nvSpPr>
        <p:spPr>
          <a:xfrm>
            <a:off x="2667000" y="1600200"/>
            <a:ext cx="6096000" cy="4154984"/>
          </a:xfrm>
          <a:prstGeom prst="rect">
            <a:avLst/>
          </a:prstGeom>
        </p:spPr>
        <p:txBody>
          <a:bodyPr>
            <a:spAutoFit/>
          </a:bodyPr>
          <a:lstStyle/>
          <a:p>
            <a:pPr algn="just"/>
            <a:r>
              <a:rPr lang="en-ID" sz="2400" b="1" dirty="0" err="1">
                <a:solidFill>
                  <a:schemeClr val="bg1"/>
                </a:solidFill>
              </a:rPr>
              <a:t>Latar</a:t>
            </a:r>
            <a:r>
              <a:rPr lang="en-ID" sz="2400" b="1" dirty="0">
                <a:solidFill>
                  <a:schemeClr val="bg1"/>
                </a:solidFill>
              </a:rPr>
              <a:t> </a:t>
            </a:r>
            <a:r>
              <a:rPr lang="en-ID" sz="2400" b="1" dirty="0" err="1">
                <a:solidFill>
                  <a:schemeClr val="bg1"/>
                </a:solidFill>
              </a:rPr>
              <a:t>Belakang</a:t>
            </a:r>
            <a:r>
              <a:rPr lang="en-ID" sz="2400" b="1" dirty="0">
                <a:solidFill>
                  <a:schemeClr val="bg1"/>
                </a:solidFill>
              </a:rPr>
              <a:t> </a:t>
            </a:r>
            <a:endParaRPr lang="id-ID" sz="2400" b="1" dirty="0">
              <a:solidFill>
                <a:schemeClr val="bg1"/>
              </a:solidFill>
            </a:endParaRPr>
          </a:p>
          <a:p>
            <a:pPr algn="just"/>
            <a:endParaRPr lang="id-ID" sz="2400" b="1" dirty="0">
              <a:solidFill>
                <a:schemeClr val="bg1"/>
              </a:solidFill>
            </a:endParaRPr>
          </a:p>
          <a:p>
            <a:pPr algn="just"/>
            <a:r>
              <a:rPr lang="en-ID" b="1" dirty="0" err="1">
                <a:solidFill>
                  <a:schemeClr val="bg1"/>
                </a:solidFill>
              </a:rPr>
              <a:t>Menguraikan</a:t>
            </a:r>
            <a:r>
              <a:rPr lang="en-ID" b="1" dirty="0">
                <a:solidFill>
                  <a:schemeClr val="bg1"/>
                </a:solidFill>
              </a:rPr>
              <a:t> </a:t>
            </a:r>
            <a:r>
              <a:rPr lang="en-ID" b="1" dirty="0" err="1">
                <a:solidFill>
                  <a:schemeClr val="bg1"/>
                </a:solidFill>
              </a:rPr>
              <a:t>mengapa</a:t>
            </a:r>
            <a:r>
              <a:rPr lang="en-ID" b="1" dirty="0">
                <a:solidFill>
                  <a:schemeClr val="bg1"/>
                </a:solidFill>
              </a:rPr>
              <a:t> </a:t>
            </a:r>
            <a:r>
              <a:rPr lang="en-ID" b="1" dirty="0" err="1">
                <a:solidFill>
                  <a:schemeClr val="bg1"/>
                </a:solidFill>
              </a:rPr>
              <a:t>penulis</a:t>
            </a:r>
            <a:r>
              <a:rPr lang="en-ID" b="1" dirty="0">
                <a:solidFill>
                  <a:schemeClr val="bg1"/>
                </a:solidFill>
              </a:rPr>
              <a:t> </a:t>
            </a:r>
            <a:r>
              <a:rPr lang="en-ID" b="1" dirty="0" err="1">
                <a:solidFill>
                  <a:schemeClr val="bg1"/>
                </a:solidFill>
              </a:rPr>
              <a:t>sampai</a:t>
            </a:r>
            <a:r>
              <a:rPr lang="en-ID" b="1" dirty="0">
                <a:solidFill>
                  <a:schemeClr val="bg1"/>
                </a:solidFill>
              </a:rPr>
              <a:t> </a:t>
            </a:r>
            <a:r>
              <a:rPr lang="en-ID" b="1" dirty="0" err="1">
                <a:solidFill>
                  <a:schemeClr val="bg1"/>
                </a:solidFill>
              </a:rPr>
              <a:t>kepada</a:t>
            </a:r>
            <a:r>
              <a:rPr lang="en-ID" b="1" dirty="0">
                <a:solidFill>
                  <a:schemeClr val="bg1"/>
                </a:solidFill>
              </a:rPr>
              <a:t> </a:t>
            </a:r>
            <a:r>
              <a:rPr lang="en-ID" b="1" dirty="0" err="1">
                <a:solidFill>
                  <a:schemeClr val="bg1"/>
                </a:solidFill>
              </a:rPr>
              <a:t>pemilihan</a:t>
            </a:r>
            <a:r>
              <a:rPr lang="en-ID" b="1" dirty="0">
                <a:solidFill>
                  <a:schemeClr val="bg1"/>
                </a:solidFill>
              </a:rPr>
              <a:t> </a:t>
            </a:r>
            <a:r>
              <a:rPr lang="en-ID" b="1" dirty="0" err="1">
                <a:solidFill>
                  <a:schemeClr val="bg1"/>
                </a:solidFill>
              </a:rPr>
              <a:t>topik</a:t>
            </a:r>
            <a:r>
              <a:rPr lang="en-ID" b="1" dirty="0">
                <a:solidFill>
                  <a:schemeClr val="bg1"/>
                </a:solidFill>
              </a:rPr>
              <a:t> </a:t>
            </a:r>
            <a:r>
              <a:rPr lang="en-ID" b="1" dirty="0" err="1">
                <a:solidFill>
                  <a:schemeClr val="bg1"/>
                </a:solidFill>
              </a:rPr>
              <a:t>permasalahan</a:t>
            </a:r>
            <a:r>
              <a:rPr lang="en-ID" b="1" dirty="0">
                <a:solidFill>
                  <a:schemeClr val="bg1"/>
                </a:solidFill>
              </a:rPr>
              <a:t> yang </a:t>
            </a:r>
            <a:r>
              <a:rPr lang="en-ID" b="1" dirty="0" err="1">
                <a:solidFill>
                  <a:schemeClr val="bg1"/>
                </a:solidFill>
              </a:rPr>
              <a:t>bersangkutan</a:t>
            </a:r>
            <a:r>
              <a:rPr lang="en-ID" b="1" dirty="0">
                <a:solidFill>
                  <a:schemeClr val="bg1"/>
                </a:solidFill>
              </a:rPr>
              <a:t>. </a:t>
            </a:r>
            <a:r>
              <a:rPr lang="en-ID" b="1" dirty="0" err="1">
                <a:solidFill>
                  <a:schemeClr val="bg1"/>
                </a:solidFill>
              </a:rPr>
              <a:t>Bagian</a:t>
            </a:r>
            <a:r>
              <a:rPr lang="en-ID" b="1" dirty="0">
                <a:solidFill>
                  <a:schemeClr val="bg1"/>
                </a:solidFill>
              </a:rPr>
              <a:t> </a:t>
            </a:r>
            <a:r>
              <a:rPr lang="en-ID" b="1" dirty="0" err="1">
                <a:solidFill>
                  <a:schemeClr val="bg1"/>
                </a:solidFill>
              </a:rPr>
              <a:t>ini</a:t>
            </a:r>
            <a:r>
              <a:rPr lang="en-ID" b="1" dirty="0">
                <a:solidFill>
                  <a:schemeClr val="bg1"/>
                </a:solidFill>
              </a:rPr>
              <a:t> </a:t>
            </a:r>
            <a:r>
              <a:rPr lang="en-ID" b="1" dirty="0" err="1">
                <a:solidFill>
                  <a:schemeClr val="bg1"/>
                </a:solidFill>
              </a:rPr>
              <a:t>memaparkan</a:t>
            </a:r>
            <a:r>
              <a:rPr lang="en-ID" b="1" dirty="0">
                <a:solidFill>
                  <a:schemeClr val="bg1"/>
                </a:solidFill>
              </a:rPr>
              <a:t> </a:t>
            </a:r>
            <a:r>
              <a:rPr lang="en-ID" b="1" dirty="0" err="1">
                <a:solidFill>
                  <a:schemeClr val="bg1"/>
                </a:solidFill>
              </a:rPr>
              <a:t>secara</a:t>
            </a:r>
            <a:r>
              <a:rPr lang="en-ID" b="1" dirty="0">
                <a:solidFill>
                  <a:schemeClr val="bg1"/>
                </a:solidFill>
              </a:rPr>
              <a:t> </a:t>
            </a:r>
            <a:r>
              <a:rPr lang="en-ID" b="1" dirty="0" err="1">
                <a:solidFill>
                  <a:schemeClr val="bg1"/>
                </a:solidFill>
              </a:rPr>
              <a:t>singkat</a:t>
            </a:r>
            <a:r>
              <a:rPr lang="en-ID" b="1" dirty="0">
                <a:solidFill>
                  <a:schemeClr val="bg1"/>
                </a:solidFill>
              </a:rPr>
              <a:t>, </a:t>
            </a:r>
            <a:r>
              <a:rPr lang="en-ID" b="1" dirty="0" err="1">
                <a:solidFill>
                  <a:schemeClr val="bg1"/>
                </a:solidFill>
              </a:rPr>
              <a:t>tajam</a:t>
            </a:r>
            <a:r>
              <a:rPr lang="en-ID" b="1" dirty="0">
                <a:solidFill>
                  <a:schemeClr val="bg1"/>
                </a:solidFill>
              </a:rPr>
              <a:t> dan </a:t>
            </a:r>
            <a:r>
              <a:rPr lang="en-ID" b="1" dirty="0" err="1">
                <a:solidFill>
                  <a:schemeClr val="bg1"/>
                </a:solidFill>
              </a:rPr>
              <a:t>terurut</a:t>
            </a:r>
            <a:r>
              <a:rPr lang="en-ID" b="1" dirty="0">
                <a:solidFill>
                  <a:schemeClr val="bg1"/>
                </a:solidFill>
              </a:rPr>
              <a:t>, </a:t>
            </a:r>
            <a:r>
              <a:rPr lang="en-ID" b="1" dirty="0" err="1">
                <a:solidFill>
                  <a:schemeClr val="bg1"/>
                </a:solidFill>
              </a:rPr>
              <a:t>alasan</a:t>
            </a:r>
            <a:r>
              <a:rPr lang="en-ID" b="1" dirty="0">
                <a:solidFill>
                  <a:schemeClr val="bg1"/>
                </a:solidFill>
              </a:rPr>
              <a:t> </a:t>
            </a:r>
            <a:r>
              <a:rPr lang="en-ID" b="1" dirty="0" err="1">
                <a:solidFill>
                  <a:schemeClr val="bg1"/>
                </a:solidFill>
              </a:rPr>
              <a:t>mengapa</a:t>
            </a:r>
            <a:r>
              <a:rPr lang="en-ID" b="1" dirty="0">
                <a:solidFill>
                  <a:schemeClr val="bg1"/>
                </a:solidFill>
              </a:rPr>
              <a:t> </a:t>
            </a:r>
            <a:r>
              <a:rPr lang="en-ID" b="1" dirty="0" err="1">
                <a:solidFill>
                  <a:schemeClr val="bg1"/>
                </a:solidFill>
              </a:rPr>
              <a:t>suatu</a:t>
            </a:r>
            <a:r>
              <a:rPr lang="en-ID" b="1" dirty="0">
                <a:solidFill>
                  <a:schemeClr val="bg1"/>
                </a:solidFill>
              </a:rPr>
              <a:t> </a:t>
            </a:r>
            <a:r>
              <a:rPr lang="en-ID" b="1" dirty="0" err="1">
                <a:solidFill>
                  <a:schemeClr val="bg1"/>
                </a:solidFill>
              </a:rPr>
              <a:t>topik</a:t>
            </a:r>
            <a:r>
              <a:rPr lang="en-ID" b="1" dirty="0">
                <a:solidFill>
                  <a:schemeClr val="bg1"/>
                </a:solidFill>
              </a:rPr>
              <a:t> </a:t>
            </a:r>
            <a:r>
              <a:rPr lang="en-ID" b="1" dirty="0" err="1">
                <a:solidFill>
                  <a:schemeClr val="bg1"/>
                </a:solidFill>
              </a:rPr>
              <a:t>penelitian</a:t>
            </a:r>
            <a:r>
              <a:rPr lang="en-ID" b="1" dirty="0">
                <a:solidFill>
                  <a:schemeClr val="bg1"/>
                </a:solidFill>
              </a:rPr>
              <a:t> </a:t>
            </a:r>
            <a:r>
              <a:rPr lang="en-ID" b="1" dirty="0" err="1">
                <a:solidFill>
                  <a:schemeClr val="bg1"/>
                </a:solidFill>
              </a:rPr>
              <a:t>dipilih</a:t>
            </a:r>
            <a:r>
              <a:rPr lang="en-ID" b="1" dirty="0">
                <a:solidFill>
                  <a:schemeClr val="bg1"/>
                </a:solidFill>
              </a:rPr>
              <a:t> yang </a:t>
            </a:r>
            <a:r>
              <a:rPr lang="en-ID" b="1" dirty="0" err="1">
                <a:solidFill>
                  <a:schemeClr val="bg1"/>
                </a:solidFill>
              </a:rPr>
              <a:t>menjadi</a:t>
            </a:r>
            <a:r>
              <a:rPr lang="en-ID" b="1" dirty="0">
                <a:solidFill>
                  <a:schemeClr val="bg1"/>
                </a:solidFill>
              </a:rPr>
              <a:t> </a:t>
            </a:r>
            <a:r>
              <a:rPr lang="en-ID" b="1" dirty="0" err="1">
                <a:solidFill>
                  <a:schemeClr val="bg1"/>
                </a:solidFill>
              </a:rPr>
              <a:t>acuan</a:t>
            </a:r>
            <a:r>
              <a:rPr lang="en-ID" b="1" dirty="0">
                <a:solidFill>
                  <a:schemeClr val="bg1"/>
                </a:solidFill>
              </a:rPr>
              <a:t> </a:t>
            </a:r>
            <a:r>
              <a:rPr lang="en-ID" b="1" dirty="0" err="1">
                <a:solidFill>
                  <a:schemeClr val="bg1"/>
                </a:solidFill>
              </a:rPr>
              <a:t>penulisan</a:t>
            </a:r>
            <a:r>
              <a:rPr lang="en-ID" b="1" dirty="0">
                <a:solidFill>
                  <a:schemeClr val="bg1"/>
                </a:solidFill>
              </a:rPr>
              <a:t>. </a:t>
            </a:r>
            <a:r>
              <a:rPr lang="en-ID" b="1" dirty="0" err="1">
                <a:solidFill>
                  <a:schemeClr val="bg1"/>
                </a:solidFill>
              </a:rPr>
              <a:t>Bagian</a:t>
            </a:r>
            <a:r>
              <a:rPr lang="en-ID" b="1" dirty="0">
                <a:solidFill>
                  <a:schemeClr val="bg1"/>
                </a:solidFill>
              </a:rPr>
              <a:t> </a:t>
            </a:r>
            <a:r>
              <a:rPr lang="en-ID" b="1" dirty="0" err="1">
                <a:solidFill>
                  <a:schemeClr val="bg1"/>
                </a:solidFill>
              </a:rPr>
              <a:t>ini</a:t>
            </a:r>
            <a:r>
              <a:rPr lang="en-ID" b="1" dirty="0">
                <a:solidFill>
                  <a:schemeClr val="bg1"/>
                </a:solidFill>
              </a:rPr>
              <a:t> </a:t>
            </a:r>
            <a:r>
              <a:rPr lang="en-ID" b="1" dirty="0" err="1">
                <a:solidFill>
                  <a:schemeClr val="bg1"/>
                </a:solidFill>
              </a:rPr>
              <a:t>sering</a:t>
            </a:r>
            <a:r>
              <a:rPr lang="en-ID" b="1" dirty="0">
                <a:solidFill>
                  <a:schemeClr val="bg1"/>
                </a:solidFill>
              </a:rPr>
              <a:t> </a:t>
            </a:r>
            <a:r>
              <a:rPr lang="en-ID" b="1" dirty="0" err="1">
                <a:solidFill>
                  <a:schemeClr val="bg1"/>
                </a:solidFill>
              </a:rPr>
              <a:t>disebut</a:t>
            </a:r>
            <a:r>
              <a:rPr lang="en-ID" b="1" dirty="0">
                <a:solidFill>
                  <a:schemeClr val="bg1"/>
                </a:solidFill>
              </a:rPr>
              <a:t> </a:t>
            </a:r>
            <a:r>
              <a:rPr lang="en-ID" b="1" dirty="0" err="1">
                <a:solidFill>
                  <a:schemeClr val="bg1"/>
                </a:solidFill>
              </a:rPr>
              <a:t>sebagai</a:t>
            </a:r>
            <a:r>
              <a:rPr lang="en-ID" b="1" dirty="0">
                <a:solidFill>
                  <a:schemeClr val="bg1"/>
                </a:solidFill>
              </a:rPr>
              <a:t> motivator </a:t>
            </a:r>
            <a:r>
              <a:rPr lang="en-ID" b="1" dirty="0" err="1">
                <a:solidFill>
                  <a:schemeClr val="bg1"/>
                </a:solidFill>
              </a:rPr>
              <a:t>atau</a:t>
            </a:r>
            <a:r>
              <a:rPr lang="en-ID" b="1" dirty="0">
                <a:solidFill>
                  <a:schemeClr val="bg1"/>
                </a:solidFill>
              </a:rPr>
              <a:t> </a:t>
            </a:r>
            <a:r>
              <a:rPr lang="en-ID" b="1" dirty="0" err="1">
                <a:solidFill>
                  <a:schemeClr val="bg1"/>
                </a:solidFill>
              </a:rPr>
              <a:t>pendorong</a:t>
            </a:r>
            <a:r>
              <a:rPr lang="en-ID" b="1" dirty="0">
                <a:solidFill>
                  <a:schemeClr val="bg1"/>
                </a:solidFill>
              </a:rPr>
              <a:t> </a:t>
            </a:r>
            <a:r>
              <a:rPr lang="en-ID" b="1" dirty="0" err="1">
                <a:solidFill>
                  <a:schemeClr val="bg1"/>
                </a:solidFill>
              </a:rPr>
              <a:t>dilakukannya</a:t>
            </a:r>
            <a:r>
              <a:rPr lang="en-ID" b="1" dirty="0">
                <a:solidFill>
                  <a:schemeClr val="bg1"/>
                </a:solidFill>
              </a:rPr>
              <a:t> </a:t>
            </a:r>
            <a:r>
              <a:rPr lang="en-ID" b="1" dirty="0" err="1">
                <a:solidFill>
                  <a:schemeClr val="bg1"/>
                </a:solidFill>
              </a:rPr>
              <a:t>penelitian</a:t>
            </a:r>
            <a:r>
              <a:rPr lang="en-ID" b="1" dirty="0">
                <a:solidFill>
                  <a:schemeClr val="bg1"/>
                </a:solidFill>
              </a:rPr>
              <a:t>. Minimal </a:t>
            </a:r>
            <a:r>
              <a:rPr lang="en-ID" b="1" dirty="0" err="1">
                <a:solidFill>
                  <a:schemeClr val="bg1"/>
                </a:solidFill>
              </a:rPr>
              <a:t>terdiri</a:t>
            </a:r>
            <a:r>
              <a:rPr lang="en-ID" b="1" dirty="0">
                <a:solidFill>
                  <a:schemeClr val="bg1"/>
                </a:solidFill>
              </a:rPr>
              <a:t> </a:t>
            </a:r>
            <a:r>
              <a:rPr lang="en-ID" b="1" dirty="0" err="1">
                <a:solidFill>
                  <a:schemeClr val="bg1"/>
                </a:solidFill>
              </a:rPr>
              <a:t>dari</a:t>
            </a:r>
            <a:r>
              <a:rPr lang="en-ID" b="1" dirty="0">
                <a:solidFill>
                  <a:schemeClr val="bg1"/>
                </a:solidFill>
              </a:rPr>
              <a:t> 3 (</a:t>
            </a:r>
            <a:r>
              <a:rPr lang="en-ID" b="1" dirty="0" err="1">
                <a:solidFill>
                  <a:schemeClr val="bg1"/>
                </a:solidFill>
              </a:rPr>
              <a:t>tiga</a:t>
            </a:r>
            <a:r>
              <a:rPr lang="en-ID" b="1" dirty="0">
                <a:solidFill>
                  <a:schemeClr val="bg1"/>
                </a:solidFill>
              </a:rPr>
              <a:t>) </a:t>
            </a:r>
            <a:r>
              <a:rPr lang="en-ID" b="1" dirty="0" err="1">
                <a:solidFill>
                  <a:schemeClr val="bg1"/>
                </a:solidFill>
              </a:rPr>
              <a:t>alinea</a:t>
            </a:r>
            <a:r>
              <a:rPr lang="en-ID" b="1" dirty="0">
                <a:solidFill>
                  <a:schemeClr val="bg1"/>
                </a:solidFill>
              </a:rPr>
              <a:t>. </a:t>
            </a:r>
            <a:r>
              <a:rPr lang="en-ID" b="1" dirty="0" err="1">
                <a:solidFill>
                  <a:schemeClr val="bg1"/>
                </a:solidFill>
              </a:rPr>
              <a:t>Alinea</a:t>
            </a:r>
            <a:r>
              <a:rPr lang="en-ID" b="1" dirty="0">
                <a:solidFill>
                  <a:schemeClr val="bg1"/>
                </a:solidFill>
              </a:rPr>
              <a:t> </a:t>
            </a:r>
            <a:r>
              <a:rPr lang="en-ID" b="1" dirty="0" err="1">
                <a:solidFill>
                  <a:schemeClr val="bg1"/>
                </a:solidFill>
              </a:rPr>
              <a:t>pertama</a:t>
            </a:r>
            <a:r>
              <a:rPr lang="en-ID" b="1" dirty="0">
                <a:solidFill>
                  <a:schemeClr val="bg1"/>
                </a:solidFill>
              </a:rPr>
              <a:t> </a:t>
            </a:r>
            <a:r>
              <a:rPr lang="en-ID" b="1" dirty="0" err="1">
                <a:solidFill>
                  <a:schemeClr val="bg1"/>
                </a:solidFill>
              </a:rPr>
              <a:t>menguraikan</a:t>
            </a:r>
            <a:r>
              <a:rPr lang="en-ID" b="1" dirty="0">
                <a:solidFill>
                  <a:schemeClr val="bg1"/>
                </a:solidFill>
              </a:rPr>
              <a:t> </a:t>
            </a:r>
            <a:r>
              <a:rPr lang="en-ID" b="1" dirty="0" err="1">
                <a:solidFill>
                  <a:schemeClr val="bg1"/>
                </a:solidFill>
              </a:rPr>
              <a:t>masalah</a:t>
            </a:r>
            <a:r>
              <a:rPr lang="en-ID" b="1" dirty="0">
                <a:solidFill>
                  <a:schemeClr val="bg1"/>
                </a:solidFill>
              </a:rPr>
              <a:t> yang </a:t>
            </a:r>
            <a:r>
              <a:rPr lang="en-ID" b="1" dirty="0" err="1">
                <a:solidFill>
                  <a:schemeClr val="bg1"/>
                </a:solidFill>
              </a:rPr>
              <a:t>akan</a:t>
            </a:r>
            <a:r>
              <a:rPr lang="en-ID" b="1" dirty="0">
                <a:solidFill>
                  <a:schemeClr val="bg1"/>
                </a:solidFill>
              </a:rPr>
              <a:t> </a:t>
            </a:r>
            <a:r>
              <a:rPr lang="en-ID" b="1" dirty="0" err="1">
                <a:solidFill>
                  <a:schemeClr val="bg1"/>
                </a:solidFill>
              </a:rPr>
              <a:t>dibahas</a:t>
            </a:r>
            <a:r>
              <a:rPr lang="en-ID" b="1" dirty="0">
                <a:solidFill>
                  <a:schemeClr val="bg1"/>
                </a:solidFill>
              </a:rPr>
              <a:t> </a:t>
            </a:r>
            <a:r>
              <a:rPr lang="en-ID" b="1" dirty="0" err="1">
                <a:solidFill>
                  <a:schemeClr val="bg1"/>
                </a:solidFill>
              </a:rPr>
              <a:t>dalam</a:t>
            </a:r>
            <a:r>
              <a:rPr lang="en-ID" b="1" dirty="0">
                <a:solidFill>
                  <a:schemeClr val="bg1"/>
                </a:solidFill>
              </a:rPr>
              <a:t> </a:t>
            </a:r>
            <a:r>
              <a:rPr lang="en-ID" b="1" dirty="0" err="1">
                <a:solidFill>
                  <a:schemeClr val="bg1"/>
                </a:solidFill>
              </a:rPr>
              <a:t>penelitian</a:t>
            </a:r>
            <a:r>
              <a:rPr lang="en-ID" b="1" dirty="0">
                <a:solidFill>
                  <a:schemeClr val="bg1"/>
                </a:solidFill>
              </a:rPr>
              <a:t>. </a:t>
            </a:r>
            <a:r>
              <a:rPr lang="en-ID" b="1" dirty="0" err="1">
                <a:solidFill>
                  <a:schemeClr val="bg1"/>
                </a:solidFill>
              </a:rPr>
              <a:t>Alinea</a:t>
            </a:r>
            <a:r>
              <a:rPr lang="en-ID" b="1" dirty="0">
                <a:solidFill>
                  <a:schemeClr val="bg1"/>
                </a:solidFill>
              </a:rPr>
              <a:t> </a:t>
            </a:r>
            <a:r>
              <a:rPr lang="en-ID" b="1" dirty="0" err="1">
                <a:solidFill>
                  <a:schemeClr val="bg1"/>
                </a:solidFill>
              </a:rPr>
              <a:t>kedua</a:t>
            </a:r>
            <a:r>
              <a:rPr lang="en-ID" b="1" dirty="0">
                <a:solidFill>
                  <a:schemeClr val="bg1"/>
                </a:solidFill>
              </a:rPr>
              <a:t> </a:t>
            </a:r>
            <a:r>
              <a:rPr lang="en-ID" b="1" dirty="0" err="1">
                <a:solidFill>
                  <a:schemeClr val="bg1"/>
                </a:solidFill>
              </a:rPr>
              <a:t>menguraikan</a:t>
            </a:r>
            <a:r>
              <a:rPr lang="en-ID" b="1" dirty="0">
                <a:solidFill>
                  <a:schemeClr val="bg1"/>
                </a:solidFill>
              </a:rPr>
              <a:t> </a:t>
            </a:r>
            <a:r>
              <a:rPr lang="en-ID" b="1" dirty="0" err="1">
                <a:solidFill>
                  <a:schemeClr val="bg1"/>
                </a:solidFill>
              </a:rPr>
              <a:t>perkembangan</a:t>
            </a:r>
            <a:r>
              <a:rPr lang="en-ID" b="1" dirty="0">
                <a:solidFill>
                  <a:schemeClr val="bg1"/>
                </a:solidFill>
              </a:rPr>
              <a:t> </a:t>
            </a:r>
            <a:r>
              <a:rPr lang="en-ID" b="1" dirty="0" err="1">
                <a:solidFill>
                  <a:schemeClr val="bg1"/>
                </a:solidFill>
              </a:rPr>
              <a:t>teknologi</a:t>
            </a:r>
            <a:r>
              <a:rPr lang="en-ID" b="1" dirty="0">
                <a:solidFill>
                  <a:schemeClr val="bg1"/>
                </a:solidFill>
              </a:rPr>
              <a:t> yang </a:t>
            </a:r>
            <a:r>
              <a:rPr lang="en-ID" b="1" dirty="0" err="1">
                <a:solidFill>
                  <a:schemeClr val="bg1"/>
                </a:solidFill>
              </a:rPr>
              <a:t>akan</a:t>
            </a:r>
            <a:r>
              <a:rPr lang="en-ID" b="1" dirty="0">
                <a:solidFill>
                  <a:schemeClr val="bg1"/>
                </a:solidFill>
              </a:rPr>
              <a:t> </a:t>
            </a:r>
            <a:r>
              <a:rPr lang="en-ID" b="1" dirty="0" err="1">
                <a:solidFill>
                  <a:schemeClr val="bg1"/>
                </a:solidFill>
              </a:rPr>
              <a:t>digunakan</a:t>
            </a:r>
            <a:r>
              <a:rPr lang="en-ID" b="1" dirty="0">
                <a:solidFill>
                  <a:schemeClr val="bg1"/>
                </a:solidFill>
              </a:rPr>
              <a:t>. </a:t>
            </a:r>
            <a:r>
              <a:rPr lang="en-ID" b="1" dirty="0" err="1">
                <a:solidFill>
                  <a:schemeClr val="bg1"/>
                </a:solidFill>
              </a:rPr>
              <a:t>Alinea</a:t>
            </a:r>
            <a:r>
              <a:rPr lang="en-ID" b="1" dirty="0">
                <a:solidFill>
                  <a:schemeClr val="bg1"/>
                </a:solidFill>
              </a:rPr>
              <a:t> </a:t>
            </a:r>
            <a:r>
              <a:rPr lang="en-ID" b="1" dirty="0" err="1">
                <a:solidFill>
                  <a:schemeClr val="bg1"/>
                </a:solidFill>
              </a:rPr>
              <a:t>ketiga</a:t>
            </a:r>
            <a:r>
              <a:rPr lang="en-ID" b="1" dirty="0">
                <a:solidFill>
                  <a:schemeClr val="bg1"/>
                </a:solidFill>
              </a:rPr>
              <a:t> </a:t>
            </a:r>
            <a:r>
              <a:rPr lang="en-ID" b="1" dirty="0" err="1">
                <a:solidFill>
                  <a:schemeClr val="bg1"/>
                </a:solidFill>
              </a:rPr>
              <a:t>menguraikan</a:t>
            </a:r>
            <a:r>
              <a:rPr lang="en-ID" b="1" dirty="0">
                <a:solidFill>
                  <a:schemeClr val="bg1"/>
                </a:solidFill>
              </a:rPr>
              <a:t> </a:t>
            </a:r>
            <a:r>
              <a:rPr lang="en-ID" b="1" dirty="0" err="1">
                <a:solidFill>
                  <a:schemeClr val="bg1"/>
                </a:solidFill>
              </a:rPr>
              <a:t>solusi</a:t>
            </a:r>
            <a:r>
              <a:rPr lang="en-ID" b="1" dirty="0">
                <a:solidFill>
                  <a:schemeClr val="bg1"/>
                </a:solidFill>
              </a:rPr>
              <a:t> </a:t>
            </a:r>
            <a:r>
              <a:rPr lang="en-ID" b="1" dirty="0" err="1">
                <a:solidFill>
                  <a:schemeClr val="bg1"/>
                </a:solidFill>
              </a:rPr>
              <a:t>terhadap</a:t>
            </a:r>
            <a:r>
              <a:rPr lang="en-ID" b="1" dirty="0">
                <a:solidFill>
                  <a:schemeClr val="bg1"/>
                </a:solidFill>
              </a:rPr>
              <a:t> </a:t>
            </a:r>
            <a:r>
              <a:rPr lang="en-ID" b="1" dirty="0" err="1">
                <a:solidFill>
                  <a:schemeClr val="bg1"/>
                </a:solidFill>
              </a:rPr>
              <a:t>permasalahan</a:t>
            </a:r>
            <a:r>
              <a:rPr lang="en-ID" b="1" dirty="0">
                <a:solidFill>
                  <a:schemeClr val="bg1"/>
                </a:solidFill>
              </a:rPr>
              <a:t> yang </a:t>
            </a:r>
            <a:r>
              <a:rPr lang="en-ID" b="1" dirty="0" err="1">
                <a:solidFill>
                  <a:schemeClr val="bg1"/>
                </a:solidFill>
              </a:rPr>
              <a:t>ada</a:t>
            </a:r>
            <a:r>
              <a:rPr lang="id-ID" b="1" dirty="0">
                <a:solidFill>
                  <a:schemeClr val="bg1"/>
                </a:solidFill>
              </a:rPr>
              <a:t>.</a:t>
            </a:r>
            <a:endParaRPr lang="en-ID" b="1" dirty="0">
              <a:solidFill>
                <a:schemeClr val="bg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42758E"/>
          </a:solidFill>
        </p:spPr>
        <p:txBody>
          <a:bodyPr wrap="square" lIns="0" tIns="0" rIns="0" bIns="0" rtlCol="0"/>
          <a:lstStyle/>
          <a:p>
            <a:endParaRPr/>
          </a:p>
        </p:txBody>
      </p:sp>
      <p:pic>
        <p:nvPicPr>
          <p:cNvPr id="3" name="object 3"/>
          <p:cNvPicPr/>
          <p:nvPr/>
        </p:nvPicPr>
        <p:blipFill>
          <a:blip r:embed="rId3" cstate="print"/>
          <a:stretch>
            <a:fillRect/>
          </a:stretch>
        </p:blipFill>
        <p:spPr>
          <a:xfrm>
            <a:off x="0" y="0"/>
            <a:ext cx="1664208" cy="6857997"/>
          </a:xfrm>
          <a:prstGeom prst="rect">
            <a:avLst/>
          </a:prstGeom>
        </p:spPr>
      </p:pic>
      <p:sp>
        <p:nvSpPr>
          <p:cNvPr id="4" name="object 4"/>
          <p:cNvSpPr txBox="1">
            <a:spLocks noGrp="1"/>
          </p:cNvSpPr>
          <p:nvPr>
            <p:ph type="title"/>
          </p:nvPr>
        </p:nvSpPr>
        <p:spPr>
          <a:xfrm>
            <a:off x="3744848" y="342432"/>
            <a:ext cx="5902960" cy="753410"/>
          </a:xfrm>
          <a:prstGeom prst="rect">
            <a:avLst/>
          </a:prstGeom>
        </p:spPr>
        <p:txBody>
          <a:bodyPr vert="horz" wrap="square" lIns="0" tIns="14604" rIns="0" bIns="0" rtlCol="0">
            <a:spAutoFit/>
          </a:bodyPr>
          <a:lstStyle/>
          <a:p>
            <a:pPr marL="12700">
              <a:lnSpc>
                <a:spcPct val="100000"/>
              </a:lnSpc>
              <a:spcBef>
                <a:spcPts val="114"/>
              </a:spcBef>
            </a:pPr>
            <a:r>
              <a:rPr lang="id-ID" sz="4800" b="1" dirty="0">
                <a:latin typeface="Arial"/>
                <a:cs typeface="Arial"/>
              </a:rPr>
              <a:t>1. Pendahuluan</a:t>
            </a:r>
            <a:endParaRPr sz="4800" dirty="0">
              <a:latin typeface="Arial"/>
              <a:cs typeface="Arial"/>
            </a:endParaRPr>
          </a:p>
        </p:txBody>
      </p:sp>
      <p:sp>
        <p:nvSpPr>
          <p:cNvPr id="7" name="Rectangle 6">
            <a:extLst>
              <a:ext uri="{FF2B5EF4-FFF2-40B4-BE49-F238E27FC236}">
                <a16:creationId xmlns:a16="http://schemas.microsoft.com/office/drawing/2014/main" id="{CF35C680-DD42-45B1-A8E4-290D3D625B23}"/>
              </a:ext>
            </a:extLst>
          </p:cNvPr>
          <p:cNvSpPr/>
          <p:nvPr/>
        </p:nvSpPr>
        <p:spPr>
          <a:xfrm>
            <a:off x="2667000" y="1905000"/>
            <a:ext cx="6096000" cy="3754874"/>
          </a:xfrm>
          <a:prstGeom prst="rect">
            <a:avLst/>
          </a:prstGeom>
        </p:spPr>
        <p:txBody>
          <a:bodyPr>
            <a:spAutoFit/>
          </a:bodyPr>
          <a:lstStyle/>
          <a:p>
            <a:pPr algn="just">
              <a:defRPr/>
            </a:pPr>
            <a:r>
              <a:rPr lang="en-US" sz="2000" b="1" dirty="0">
                <a:solidFill>
                  <a:schemeClr val="bg1"/>
                </a:solidFill>
              </a:rPr>
              <a:t>Batasan</a:t>
            </a:r>
          </a:p>
          <a:p>
            <a:pPr algn="just">
              <a:defRPr/>
            </a:pPr>
            <a:r>
              <a:rPr lang="en-US" b="1" dirty="0">
                <a:solidFill>
                  <a:schemeClr val="bg1"/>
                </a:solidFill>
              </a:rPr>
              <a:t>Bagian yang </a:t>
            </a:r>
            <a:r>
              <a:rPr lang="en-US" b="1" dirty="0" err="1">
                <a:solidFill>
                  <a:schemeClr val="bg1"/>
                </a:solidFill>
              </a:rPr>
              <a:t>ingin</a:t>
            </a:r>
            <a:r>
              <a:rPr lang="en-US" b="1" dirty="0">
                <a:solidFill>
                  <a:schemeClr val="bg1"/>
                </a:solidFill>
              </a:rPr>
              <a:t> dibahas atau </a:t>
            </a:r>
            <a:r>
              <a:rPr lang="en-US" b="1" dirty="0" err="1">
                <a:solidFill>
                  <a:schemeClr val="bg1"/>
                </a:solidFill>
              </a:rPr>
              <a:t>dieksplorasi</a:t>
            </a:r>
            <a:r>
              <a:rPr lang="en-US" b="1" dirty="0">
                <a:solidFill>
                  <a:schemeClr val="bg1"/>
                </a:solidFill>
              </a:rPr>
              <a:t> : fitur-fitur(</a:t>
            </a:r>
            <a:r>
              <a:rPr lang="en-US" b="1" dirty="0" err="1">
                <a:solidFill>
                  <a:schemeClr val="bg1"/>
                </a:solidFill>
              </a:rPr>
              <a:t>fungsionalitas</a:t>
            </a:r>
            <a:r>
              <a:rPr lang="en-US" b="1" dirty="0">
                <a:solidFill>
                  <a:schemeClr val="bg1"/>
                </a:solidFill>
              </a:rPr>
              <a:t>), </a:t>
            </a:r>
            <a:r>
              <a:rPr lang="en-US" b="1" dirty="0" err="1">
                <a:solidFill>
                  <a:schemeClr val="bg1"/>
                </a:solidFill>
              </a:rPr>
              <a:t>cara</a:t>
            </a:r>
            <a:r>
              <a:rPr lang="en-US" b="1" dirty="0">
                <a:solidFill>
                  <a:schemeClr val="bg1"/>
                </a:solidFill>
              </a:rPr>
              <a:t> kerja, </a:t>
            </a:r>
            <a:r>
              <a:rPr lang="en-US" b="1" dirty="0" err="1">
                <a:solidFill>
                  <a:schemeClr val="bg1"/>
                </a:solidFill>
              </a:rPr>
              <a:t>pengaplikasian</a:t>
            </a:r>
            <a:r>
              <a:rPr lang="en-US" b="1" dirty="0">
                <a:solidFill>
                  <a:schemeClr val="bg1"/>
                </a:solidFill>
              </a:rPr>
              <a:t> </a:t>
            </a:r>
            <a:r>
              <a:rPr lang="en-US" b="1" dirty="0" err="1">
                <a:solidFill>
                  <a:schemeClr val="bg1"/>
                </a:solidFill>
              </a:rPr>
              <a:t>pemahaman</a:t>
            </a:r>
            <a:r>
              <a:rPr lang="en-US" b="1" dirty="0">
                <a:solidFill>
                  <a:schemeClr val="bg1"/>
                </a:solidFill>
              </a:rPr>
              <a:t>, </a:t>
            </a:r>
            <a:r>
              <a:rPr lang="en-US" b="1" dirty="0" err="1">
                <a:solidFill>
                  <a:schemeClr val="bg1"/>
                </a:solidFill>
              </a:rPr>
              <a:t>Identifikasi</a:t>
            </a:r>
            <a:r>
              <a:rPr lang="en-US" b="1" dirty="0">
                <a:solidFill>
                  <a:schemeClr val="bg1"/>
                </a:solidFill>
              </a:rPr>
              <a:t> kelebihan dan kekurangan, Analisis Performa, Dokumentasi </a:t>
            </a:r>
            <a:r>
              <a:rPr lang="en-US" b="1" dirty="0" err="1">
                <a:solidFill>
                  <a:schemeClr val="bg1"/>
                </a:solidFill>
              </a:rPr>
              <a:t>teknis</a:t>
            </a:r>
            <a:r>
              <a:rPr lang="en-US" b="1" dirty="0">
                <a:solidFill>
                  <a:schemeClr val="bg1"/>
                </a:solidFill>
              </a:rPr>
              <a:t>, Rekomendasi pengguna, </a:t>
            </a:r>
            <a:r>
              <a:rPr lang="en-US" b="1" dirty="0" err="1">
                <a:solidFill>
                  <a:schemeClr val="bg1"/>
                </a:solidFill>
              </a:rPr>
              <a:t>Temuan</a:t>
            </a:r>
            <a:r>
              <a:rPr lang="en-US" b="1" dirty="0">
                <a:solidFill>
                  <a:schemeClr val="bg1"/>
                </a:solidFill>
              </a:rPr>
              <a:t> masalah, Peluang pengembangan, Benchmarking, Laporan </a:t>
            </a:r>
            <a:r>
              <a:rPr lang="en-US" b="1" dirty="0" err="1">
                <a:solidFill>
                  <a:schemeClr val="bg1"/>
                </a:solidFill>
              </a:rPr>
              <a:t>Kompatibilitas</a:t>
            </a:r>
            <a:r>
              <a:rPr lang="en-US" b="1" dirty="0">
                <a:solidFill>
                  <a:schemeClr val="bg1"/>
                </a:solidFill>
              </a:rPr>
              <a:t> dan lain </a:t>
            </a:r>
            <a:r>
              <a:rPr lang="en-US" b="1" dirty="0" err="1">
                <a:solidFill>
                  <a:schemeClr val="bg1"/>
                </a:solidFill>
              </a:rPr>
              <a:t>sebagainnya</a:t>
            </a:r>
            <a:r>
              <a:rPr lang="en-US" b="1" dirty="0">
                <a:solidFill>
                  <a:schemeClr val="bg1"/>
                </a:solidFill>
              </a:rPr>
              <a:t>.</a:t>
            </a:r>
          </a:p>
          <a:p>
            <a:pPr algn="just">
              <a:defRPr/>
            </a:pPr>
            <a:endParaRPr lang="id-ID" b="1" dirty="0">
              <a:solidFill>
                <a:schemeClr val="bg1"/>
              </a:solidFill>
            </a:endParaRPr>
          </a:p>
          <a:p>
            <a:pPr algn="just">
              <a:defRPr/>
            </a:pPr>
            <a:endParaRPr lang="en-US" b="1" dirty="0">
              <a:solidFill>
                <a:schemeClr val="bg1"/>
              </a:solidFill>
            </a:endParaRPr>
          </a:p>
          <a:p>
            <a:pPr algn="just">
              <a:defRPr/>
            </a:pPr>
            <a:r>
              <a:rPr lang="en-US" sz="2000" b="1" dirty="0" err="1">
                <a:solidFill>
                  <a:schemeClr val="bg1"/>
                </a:solidFill>
              </a:rPr>
              <a:t>Tujuan</a:t>
            </a:r>
            <a:endParaRPr lang="en-US" sz="2000" b="1" dirty="0">
              <a:solidFill>
                <a:schemeClr val="bg1"/>
              </a:solidFill>
            </a:endParaRPr>
          </a:p>
          <a:p>
            <a:pPr algn="just">
              <a:defRPr/>
            </a:pPr>
            <a:r>
              <a:rPr lang="en-US" b="1" dirty="0" err="1">
                <a:solidFill>
                  <a:schemeClr val="bg1"/>
                </a:solidFill>
              </a:rPr>
              <a:t>Tujuan</a:t>
            </a:r>
            <a:r>
              <a:rPr lang="en-US" b="1" dirty="0">
                <a:solidFill>
                  <a:schemeClr val="bg1"/>
                </a:solidFill>
              </a:rPr>
              <a:t> </a:t>
            </a:r>
            <a:r>
              <a:rPr lang="en-US" b="1" dirty="0" err="1">
                <a:solidFill>
                  <a:schemeClr val="bg1"/>
                </a:solidFill>
              </a:rPr>
              <a:t>dari</a:t>
            </a:r>
            <a:r>
              <a:rPr lang="en-US" b="1" dirty="0">
                <a:solidFill>
                  <a:schemeClr val="bg1"/>
                </a:solidFill>
              </a:rPr>
              <a:t> </a:t>
            </a:r>
            <a:r>
              <a:rPr lang="en-US" b="1" dirty="0" err="1">
                <a:solidFill>
                  <a:schemeClr val="bg1"/>
                </a:solidFill>
              </a:rPr>
              <a:t>penelitian</a:t>
            </a:r>
            <a:r>
              <a:rPr lang="en-US" b="1" dirty="0">
                <a:solidFill>
                  <a:schemeClr val="bg1"/>
                </a:solidFill>
              </a:rPr>
              <a:t> </a:t>
            </a:r>
            <a:r>
              <a:rPr lang="en-US" b="1" dirty="0" err="1">
                <a:solidFill>
                  <a:schemeClr val="bg1"/>
                </a:solidFill>
              </a:rPr>
              <a:t>ini</a:t>
            </a:r>
            <a:r>
              <a:rPr lang="en-US" b="1" dirty="0">
                <a:solidFill>
                  <a:schemeClr val="bg1"/>
                </a:solidFill>
              </a:rPr>
              <a:t> </a:t>
            </a:r>
            <a:r>
              <a:rPr lang="en-US" b="1" dirty="0" err="1">
                <a:solidFill>
                  <a:schemeClr val="bg1"/>
                </a:solidFill>
              </a:rPr>
              <a:t>adalah</a:t>
            </a:r>
            <a:r>
              <a:rPr lang="en-US" b="1" dirty="0">
                <a:solidFill>
                  <a:schemeClr val="bg1"/>
                </a:solidFill>
              </a:rPr>
              <a:t> </a:t>
            </a:r>
            <a:r>
              <a:rPr lang="en-US" b="1" dirty="0" err="1">
                <a:solidFill>
                  <a:schemeClr val="bg1"/>
                </a:solidFill>
              </a:rPr>
              <a:t>melakukan</a:t>
            </a:r>
            <a:r>
              <a:rPr lang="en-US" b="1" dirty="0">
                <a:solidFill>
                  <a:schemeClr val="bg1"/>
                </a:solidFill>
              </a:rPr>
              <a:t> </a:t>
            </a:r>
            <a:r>
              <a:rPr lang="en-US" b="1" dirty="0" err="1">
                <a:solidFill>
                  <a:schemeClr val="bg1"/>
                </a:solidFill>
              </a:rPr>
              <a:t>ekplorasi</a:t>
            </a:r>
            <a:r>
              <a:rPr lang="id-ID" b="1" dirty="0">
                <a:solidFill>
                  <a:schemeClr val="bg1"/>
                </a:solidFill>
              </a:rPr>
              <a:t> . . . .  untuk  . . . </a:t>
            </a:r>
            <a:endParaRPr lang="en-US" b="1" dirty="0">
              <a:solidFill>
                <a:schemeClr val="bg1"/>
              </a:solidFill>
            </a:endParaRPr>
          </a:p>
        </p:txBody>
      </p:sp>
    </p:spTree>
    <p:extLst>
      <p:ext uri="{BB962C8B-B14F-4D97-AF65-F5344CB8AC3E}">
        <p14:creationId xmlns:p14="http://schemas.microsoft.com/office/powerpoint/2010/main" val="42761617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42758E"/>
          </a:solidFill>
        </p:spPr>
        <p:txBody>
          <a:bodyPr wrap="square" lIns="0" tIns="0" rIns="0" bIns="0" rtlCol="0"/>
          <a:lstStyle/>
          <a:p>
            <a:endParaRPr/>
          </a:p>
        </p:txBody>
      </p:sp>
      <p:pic>
        <p:nvPicPr>
          <p:cNvPr id="3" name="object 3"/>
          <p:cNvPicPr/>
          <p:nvPr/>
        </p:nvPicPr>
        <p:blipFill>
          <a:blip r:embed="rId2" cstate="print"/>
          <a:stretch>
            <a:fillRect/>
          </a:stretch>
        </p:blipFill>
        <p:spPr>
          <a:xfrm>
            <a:off x="0" y="0"/>
            <a:ext cx="1664208" cy="6857997"/>
          </a:xfrm>
          <a:prstGeom prst="rect">
            <a:avLst/>
          </a:prstGeom>
        </p:spPr>
      </p:pic>
      <p:sp>
        <p:nvSpPr>
          <p:cNvPr id="7" name="Rectangle 6">
            <a:extLst>
              <a:ext uri="{FF2B5EF4-FFF2-40B4-BE49-F238E27FC236}">
                <a16:creationId xmlns:a16="http://schemas.microsoft.com/office/drawing/2014/main" id="{CF35C680-DD42-45B1-A8E4-290D3D625B23}"/>
              </a:ext>
            </a:extLst>
          </p:cNvPr>
          <p:cNvSpPr/>
          <p:nvPr/>
        </p:nvSpPr>
        <p:spPr>
          <a:xfrm>
            <a:off x="2971800" y="1524000"/>
            <a:ext cx="7315200" cy="3785652"/>
          </a:xfrm>
          <a:prstGeom prst="rect">
            <a:avLst/>
          </a:prstGeom>
        </p:spPr>
        <p:txBody>
          <a:bodyPr wrap="square">
            <a:spAutoFit/>
          </a:bodyPr>
          <a:lstStyle/>
          <a:p>
            <a:pPr algn="just">
              <a:defRPr/>
            </a:pPr>
            <a:r>
              <a:rPr lang="en-US" sz="2000" b="1" dirty="0" err="1">
                <a:solidFill>
                  <a:schemeClr val="bg1"/>
                </a:solidFill>
              </a:rPr>
              <a:t>Metode</a:t>
            </a:r>
            <a:r>
              <a:rPr lang="en-US" sz="2000" b="1" dirty="0">
                <a:solidFill>
                  <a:schemeClr val="bg1"/>
                </a:solidFill>
              </a:rPr>
              <a:t> </a:t>
            </a:r>
            <a:r>
              <a:rPr lang="en-US" sz="2000" b="1" dirty="0" err="1">
                <a:solidFill>
                  <a:schemeClr val="bg1"/>
                </a:solidFill>
              </a:rPr>
              <a:t>penelitian</a:t>
            </a:r>
            <a:endParaRPr lang="id-ID" sz="2000" b="1" dirty="0">
              <a:solidFill>
                <a:schemeClr val="bg1"/>
              </a:solidFill>
            </a:endParaRPr>
          </a:p>
          <a:p>
            <a:pPr algn="just">
              <a:defRPr/>
            </a:pPr>
            <a:endParaRPr lang="en-US" sz="2000" b="1" dirty="0">
              <a:solidFill>
                <a:schemeClr val="bg1"/>
              </a:solidFill>
            </a:endParaRPr>
          </a:p>
          <a:p>
            <a:pPr marL="285750" indent="-285750" algn="just">
              <a:buFont typeface="Wingdings" panose="05000000000000000000" pitchFamily="2" charset="2"/>
              <a:buChar char="q"/>
              <a:defRPr/>
            </a:pPr>
            <a:r>
              <a:rPr lang="en-US" sz="2000" b="1" dirty="0" err="1">
                <a:solidFill>
                  <a:schemeClr val="bg1"/>
                </a:solidFill>
              </a:rPr>
              <a:t>Gunakan</a:t>
            </a:r>
            <a:r>
              <a:rPr lang="en-US" sz="2000" b="1" dirty="0">
                <a:solidFill>
                  <a:schemeClr val="bg1"/>
                </a:solidFill>
              </a:rPr>
              <a:t> Study </a:t>
            </a:r>
            <a:r>
              <a:rPr lang="en-US" sz="2000" b="1" dirty="0" err="1">
                <a:solidFill>
                  <a:schemeClr val="bg1"/>
                </a:solidFill>
              </a:rPr>
              <a:t>Literatur</a:t>
            </a:r>
            <a:r>
              <a:rPr lang="en-US" sz="2000" b="1" dirty="0">
                <a:solidFill>
                  <a:schemeClr val="bg1"/>
                </a:solidFill>
              </a:rPr>
              <a:t> :</a:t>
            </a:r>
          </a:p>
          <a:p>
            <a:pPr marL="342900" indent="-342900">
              <a:buFont typeface="Wingdings" panose="05000000000000000000" pitchFamily="2" charset="2"/>
              <a:buChar char="q"/>
            </a:pPr>
            <a:r>
              <a:rPr lang="en-US" sz="2000" b="1" dirty="0" err="1">
                <a:solidFill>
                  <a:schemeClr val="bg1"/>
                </a:solidFill>
              </a:rPr>
              <a:t>Menganalisis</a:t>
            </a:r>
            <a:r>
              <a:rPr lang="en-US" sz="2000" b="1" dirty="0">
                <a:solidFill>
                  <a:schemeClr val="bg1"/>
                </a:solidFill>
              </a:rPr>
              <a:t> </a:t>
            </a:r>
            <a:r>
              <a:rPr lang="en-US" sz="2000" b="1" dirty="0" err="1">
                <a:solidFill>
                  <a:schemeClr val="bg1"/>
                </a:solidFill>
              </a:rPr>
              <a:t>masalah</a:t>
            </a:r>
            <a:r>
              <a:rPr lang="en-US" sz="2000" b="1" dirty="0">
                <a:solidFill>
                  <a:schemeClr val="bg1"/>
                </a:solidFill>
              </a:rPr>
              <a:t> </a:t>
            </a:r>
            <a:r>
              <a:rPr lang="en-US" sz="2000" b="1" dirty="0" err="1">
                <a:solidFill>
                  <a:schemeClr val="bg1"/>
                </a:solidFill>
              </a:rPr>
              <a:t>penelitian</a:t>
            </a:r>
            <a:endParaRPr lang="en-US" sz="2000" b="1" dirty="0">
              <a:solidFill>
                <a:schemeClr val="bg1"/>
              </a:solidFill>
            </a:endParaRPr>
          </a:p>
          <a:p>
            <a:pPr marL="342900" indent="-342900">
              <a:buFont typeface="Wingdings" panose="05000000000000000000" pitchFamily="2" charset="2"/>
              <a:buChar char="q"/>
            </a:pPr>
            <a:r>
              <a:rPr lang="en-US" sz="2000" b="1" dirty="0" err="1">
                <a:solidFill>
                  <a:schemeClr val="bg1"/>
                </a:solidFill>
              </a:rPr>
              <a:t>Menentukan</a:t>
            </a:r>
            <a:r>
              <a:rPr lang="en-US" sz="2000" b="1" dirty="0">
                <a:solidFill>
                  <a:schemeClr val="bg1"/>
                </a:solidFill>
              </a:rPr>
              <a:t> keywords </a:t>
            </a:r>
            <a:r>
              <a:rPr lang="en-US" sz="2000" b="1" dirty="0" err="1">
                <a:solidFill>
                  <a:schemeClr val="bg1"/>
                </a:solidFill>
              </a:rPr>
              <a:t>atau</a:t>
            </a:r>
            <a:r>
              <a:rPr lang="en-US" sz="2000" b="1" dirty="0">
                <a:solidFill>
                  <a:schemeClr val="bg1"/>
                </a:solidFill>
              </a:rPr>
              <a:t> kata </a:t>
            </a:r>
            <a:r>
              <a:rPr lang="en-US" sz="2000" b="1" dirty="0" err="1">
                <a:solidFill>
                  <a:schemeClr val="bg1"/>
                </a:solidFill>
              </a:rPr>
              <a:t>kunci</a:t>
            </a:r>
            <a:r>
              <a:rPr lang="en-US" sz="2000" b="1" dirty="0">
                <a:solidFill>
                  <a:schemeClr val="bg1"/>
                </a:solidFill>
              </a:rPr>
              <a:t> </a:t>
            </a:r>
            <a:r>
              <a:rPr lang="en-US" sz="2000" b="1" dirty="0" err="1">
                <a:solidFill>
                  <a:schemeClr val="bg1"/>
                </a:solidFill>
              </a:rPr>
              <a:t>sesuai</a:t>
            </a:r>
            <a:r>
              <a:rPr lang="en-US" sz="2000" b="1" dirty="0">
                <a:solidFill>
                  <a:schemeClr val="bg1"/>
                </a:solidFill>
              </a:rPr>
              <a:t> </a:t>
            </a:r>
            <a:r>
              <a:rPr lang="en-US" sz="2000" b="1" dirty="0" err="1">
                <a:solidFill>
                  <a:schemeClr val="bg1"/>
                </a:solidFill>
              </a:rPr>
              <a:t>dengan</a:t>
            </a:r>
            <a:r>
              <a:rPr lang="en-US" sz="2000" b="1" dirty="0">
                <a:solidFill>
                  <a:schemeClr val="bg1"/>
                </a:solidFill>
              </a:rPr>
              <a:t> </a:t>
            </a:r>
            <a:r>
              <a:rPr lang="en-US" sz="2000" b="1" dirty="0" err="1">
                <a:solidFill>
                  <a:schemeClr val="bg1"/>
                </a:solidFill>
              </a:rPr>
              <a:t>topik</a:t>
            </a:r>
            <a:r>
              <a:rPr lang="en-US" sz="2000" b="1" dirty="0">
                <a:solidFill>
                  <a:schemeClr val="bg1"/>
                </a:solidFill>
              </a:rPr>
              <a:t> </a:t>
            </a:r>
            <a:r>
              <a:rPr lang="en-US" sz="2000" b="1" dirty="0" err="1">
                <a:solidFill>
                  <a:schemeClr val="bg1"/>
                </a:solidFill>
              </a:rPr>
              <a:t>penelitian</a:t>
            </a:r>
            <a:endParaRPr lang="en-US" sz="2000" b="1" dirty="0">
              <a:solidFill>
                <a:schemeClr val="bg1"/>
              </a:solidFill>
            </a:endParaRPr>
          </a:p>
          <a:p>
            <a:pPr marL="342900" indent="-342900">
              <a:buFont typeface="Wingdings" panose="05000000000000000000" pitchFamily="2" charset="2"/>
              <a:buChar char="q"/>
            </a:pPr>
            <a:r>
              <a:rPr lang="en-US" sz="2000" b="1" dirty="0" err="1">
                <a:solidFill>
                  <a:schemeClr val="bg1"/>
                </a:solidFill>
              </a:rPr>
              <a:t>Memilih</a:t>
            </a:r>
            <a:r>
              <a:rPr lang="en-US" sz="2000" b="1" dirty="0">
                <a:solidFill>
                  <a:schemeClr val="bg1"/>
                </a:solidFill>
              </a:rPr>
              <a:t> </a:t>
            </a:r>
            <a:r>
              <a:rPr lang="en-US" sz="2000" b="1" dirty="0" err="1">
                <a:solidFill>
                  <a:schemeClr val="bg1"/>
                </a:solidFill>
              </a:rPr>
              <a:t>literatur</a:t>
            </a:r>
            <a:r>
              <a:rPr lang="en-US" sz="2000" b="1" dirty="0">
                <a:solidFill>
                  <a:schemeClr val="bg1"/>
                </a:solidFill>
              </a:rPr>
              <a:t> </a:t>
            </a:r>
            <a:r>
              <a:rPr lang="en-US" sz="2000" b="1" dirty="0" err="1">
                <a:solidFill>
                  <a:schemeClr val="bg1"/>
                </a:solidFill>
              </a:rPr>
              <a:t>utama</a:t>
            </a:r>
            <a:r>
              <a:rPr lang="en-US" sz="2000" b="1" dirty="0">
                <a:solidFill>
                  <a:schemeClr val="bg1"/>
                </a:solidFill>
              </a:rPr>
              <a:t> alias </a:t>
            </a:r>
            <a:r>
              <a:rPr lang="en-US" sz="2000" b="1" dirty="0" err="1">
                <a:solidFill>
                  <a:schemeClr val="bg1"/>
                </a:solidFill>
              </a:rPr>
              <a:t>literatur</a:t>
            </a:r>
            <a:r>
              <a:rPr lang="en-US" sz="2000" b="1" dirty="0">
                <a:solidFill>
                  <a:schemeClr val="bg1"/>
                </a:solidFill>
              </a:rPr>
              <a:t> </a:t>
            </a:r>
            <a:r>
              <a:rPr lang="en-US" sz="2000" b="1" dirty="0" err="1">
                <a:solidFill>
                  <a:schemeClr val="bg1"/>
                </a:solidFill>
              </a:rPr>
              <a:t>acuan</a:t>
            </a:r>
            <a:r>
              <a:rPr lang="en-US" sz="2000" b="1" dirty="0">
                <a:solidFill>
                  <a:schemeClr val="bg1"/>
                </a:solidFill>
              </a:rPr>
              <a:t> yang </a:t>
            </a:r>
            <a:r>
              <a:rPr lang="en-US" sz="2000" b="1" dirty="0" err="1">
                <a:solidFill>
                  <a:schemeClr val="bg1"/>
                </a:solidFill>
              </a:rPr>
              <a:t>digunakan</a:t>
            </a:r>
            <a:r>
              <a:rPr lang="en-US" sz="2000" b="1" dirty="0">
                <a:solidFill>
                  <a:schemeClr val="bg1"/>
                </a:solidFill>
              </a:rPr>
              <a:t> </a:t>
            </a:r>
            <a:r>
              <a:rPr lang="en-US" sz="2000" b="1" dirty="0" err="1">
                <a:solidFill>
                  <a:schemeClr val="bg1"/>
                </a:solidFill>
              </a:rPr>
              <a:t>dalam</a:t>
            </a:r>
            <a:r>
              <a:rPr lang="en-US" sz="2000" b="1" dirty="0">
                <a:solidFill>
                  <a:schemeClr val="bg1"/>
                </a:solidFill>
              </a:rPr>
              <a:t> </a:t>
            </a:r>
            <a:r>
              <a:rPr lang="en-US" sz="2000" b="1" dirty="0" err="1">
                <a:solidFill>
                  <a:schemeClr val="bg1"/>
                </a:solidFill>
              </a:rPr>
              <a:t>penelitian</a:t>
            </a:r>
            <a:endParaRPr lang="en-US" sz="2000" b="1" dirty="0">
              <a:solidFill>
                <a:schemeClr val="bg1"/>
              </a:solidFill>
            </a:endParaRPr>
          </a:p>
          <a:p>
            <a:pPr marL="342900" indent="-342900">
              <a:buFont typeface="Wingdings" panose="05000000000000000000" pitchFamily="2" charset="2"/>
              <a:buChar char="q"/>
            </a:pPr>
            <a:r>
              <a:rPr lang="en-US" sz="2000" b="1" dirty="0" err="1">
                <a:solidFill>
                  <a:schemeClr val="bg1"/>
                </a:solidFill>
              </a:rPr>
              <a:t>Memilih</a:t>
            </a:r>
            <a:r>
              <a:rPr lang="en-US" sz="2000" b="1" dirty="0">
                <a:solidFill>
                  <a:schemeClr val="bg1"/>
                </a:solidFill>
              </a:rPr>
              <a:t> </a:t>
            </a:r>
            <a:r>
              <a:rPr lang="en-US" sz="2000" b="1" dirty="0" err="1">
                <a:solidFill>
                  <a:schemeClr val="bg1"/>
                </a:solidFill>
              </a:rPr>
              <a:t>istilah</a:t>
            </a:r>
            <a:r>
              <a:rPr lang="en-US" sz="2000" b="1" dirty="0">
                <a:solidFill>
                  <a:schemeClr val="bg1"/>
                </a:solidFill>
              </a:rPr>
              <a:t> yang </a:t>
            </a:r>
            <a:r>
              <a:rPr lang="en-US" sz="2000" b="1" dirty="0" err="1">
                <a:solidFill>
                  <a:schemeClr val="bg1"/>
                </a:solidFill>
              </a:rPr>
              <a:t>sesuai</a:t>
            </a:r>
            <a:r>
              <a:rPr lang="en-US" sz="2000" b="1" dirty="0">
                <a:solidFill>
                  <a:schemeClr val="bg1"/>
                </a:solidFill>
              </a:rPr>
              <a:t> </a:t>
            </a:r>
            <a:r>
              <a:rPr lang="en-US" sz="2000" b="1" dirty="0" err="1">
                <a:solidFill>
                  <a:schemeClr val="bg1"/>
                </a:solidFill>
              </a:rPr>
              <a:t>dengan</a:t>
            </a:r>
            <a:r>
              <a:rPr lang="en-US" sz="2000" b="1" dirty="0">
                <a:solidFill>
                  <a:schemeClr val="bg1"/>
                </a:solidFill>
              </a:rPr>
              <a:t> </a:t>
            </a:r>
            <a:r>
              <a:rPr lang="en-US" sz="2000" b="1" dirty="0" err="1">
                <a:solidFill>
                  <a:schemeClr val="bg1"/>
                </a:solidFill>
              </a:rPr>
              <a:t>bidang</a:t>
            </a:r>
            <a:r>
              <a:rPr lang="en-US" sz="2000" b="1" dirty="0">
                <a:solidFill>
                  <a:schemeClr val="bg1"/>
                </a:solidFill>
              </a:rPr>
              <a:t> </a:t>
            </a:r>
            <a:r>
              <a:rPr lang="en-US" sz="2000" b="1" dirty="0" err="1">
                <a:solidFill>
                  <a:schemeClr val="bg1"/>
                </a:solidFill>
              </a:rPr>
              <a:t>kajian</a:t>
            </a:r>
            <a:endParaRPr lang="en-US" sz="2000" b="1" dirty="0">
              <a:solidFill>
                <a:schemeClr val="bg1"/>
              </a:solidFill>
            </a:endParaRPr>
          </a:p>
          <a:p>
            <a:pPr marL="342900" indent="-342900">
              <a:buFont typeface="Wingdings" panose="05000000000000000000" pitchFamily="2" charset="2"/>
              <a:buChar char="q"/>
            </a:pPr>
            <a:r>
              <a:rPr lang="en-US" sz="2000" b="1" dirty="0" err="1">
                <a:solidFill>
                  <a:schemeClr val="bg1"/>
                </a:solidFill>
              </a:rPr>
              <a:t>Melakukan</a:t>
            </a:r>
            <a:r>
              <a:rPr lang="en-US" sz="2000" b="1" dirty="0">
                <a:solidFill>
                  <a:schemeClr val="bg1"/>
                </a:solidFill>
              </a:rPr>
              <a:t> </a:t>
            </a:r>
            <a:r>
              <a:rPr lang="en-US" sz="2000" b="1" dirty="0" err="1">
                <a:solidFill>
                  <a:schemeClr val="bg1"/>
                </a:solidFill>
              </a:rPr>
              <a:t>pencarian</a:t>
            </a:r>
            <a:endParaRPr lang="en-US" sz="2000" b="1" dirty="0">
              <a:solidFill>
                <a:schemeClr val="bg1"/>
              </a:solidFill>
            </a:endParaRPr>
          </a:p>
          <a:p>
            <a:pPr marL="342900" indent="-342900">
              <a:buFont typeface="Wingdings" panose="05000000000000000000" pitchFamily="2" charset="2"/>
              <a:buChar char="q"/>
            </a:pPr>
            <a:r>
              <a:rPr lang="en-US" sz="2000" b="1" dirty="0" err="1">
                <a:solidFill>
                  <a:schemeClr val="bg1"/>
                </a:solidFill>
              </a:rPr>
              <a:t>Pemilahan</a:t>
            </a:r>
            <a:r>
              <a:rPr lang="en-US" sz="2000" b="1" dirty="0">
                <a:solidFill>
                  <a:schemeClr val="bg1"/>
                </a:solidFill>
              </a:rPr>
              <a:t> </a:t>
            </a:r>
            <a:r>
              <a:rPr lang="en-US" sz="2000" b="1" dirty="0" err="1">
                <a:solidFill>
                  <a:schemeClr val="bg1"/>
                </a:solidFill>
              </a:rPr>
              <a:t>atas</a:t>
            </a:r>
            <a:r>
              <a:rPr lang="en-US" sz="2000" b="1" dirty="0">
                <a:solidFill>
                  <a:schemeClr val="bg1"/>
                </a:solidFill>
              </a:rPr>
              <a:t> </a:t>
            </a:r>
            <a:r>
              <a:rPr lang="en-US" sz="2000" b="1" dirty="0" err="1">
                <a:solidFill>
                  <a:schemeClr val="bg1"/>
                </a:solidFill>
              </a:rPr>
              <a:t>hasil</a:t>
            </a:r>
            <a:r>
              <a:rPr lang="en-US" sz="2000" b="1" dirty="0">
                <a:solidFill>
                  <a:schemeClr val="bg1"/>
                </a:solidFill>
              </a:rPr>
              <a:t> </a:t>
            </a:r>
            <a:r>
              <a:rPr lang="en-US" sz="2000" b="1" dirty="0" err="1">
                <a:solidFill>
                  <a:schemeClr val="bg1"/>
                </a:solidFill>
              </a:rPr>
              <a:t>pencarian</a:t>
            </a:r>
            <a:r>
              <a:rPr lang="en-US" sz="2000" b="1" dirty="0">
                <a:solidFill>
                  <a:schemeClr val="bg1"/>
                </a:solidFill>
              </a:rPr>
              <a:t> yang </a:t>
            </a:r>
            <a:r>
              <a:rPr lang="en-US" sz="2000" b="1" dirty="0" err="1">
                <a:solidFill>
                  <a:schemeClr val="bg1"/>
                </a:solidFill>
              </a:rPr>
              <a:t>telah</a:t>
            </a:r>
            <a:r>
              <a:rPr lang="en-US" sz="2000" b="1" dirty="0">
                <a:solidFill>
                  <a:schemeClr val="bg1"/>
                </a:solidFill>
              </a:rPr>
              <a:t> </a:t>
            </a:r>
            <a:r>
              <a:rPr lang="en-US" sz="2000" b="1" dirty="0" err="1">
                <a:solidFill>
                  <a:schemeClr val="bg1"/>
                </a:solidFill>
              </a:rPr>
              <a:t>dilakukan</a:t>
            </a:r>
            <a:endParaRPr lang="en-US" sz="2000" b="1" dirty="0">
              <a:solidFill>
                <a:schemeClr val="bg1"/>
              </a:solidFill>
            </a:endParaRPr>
          </a:p>
          <a:p>
            <a:pPr marL="342900" indent="-342900">
              <a:buFont typeface="Wingdings" panose="05000000000000000000" pitchFamily="2" charset="2"/>
              <a:buChar char="q"/>
            </a:pPr>
            <a:r>
              <a:rPr lang="en-US" sz="2000" b="1" dirty="0" err="1">
                <a:solidFill>
                  <a:schemeClr val="bg1"/>
                </a:solidFill>
              </a:rPr>
              <a:t>Menemukan</a:t>
            </a:r>
            <a:r>
              <a:rPr lang="en-US" sz="2000" b="1" dirty="0">
                <a:solidFill>
                  <a:schemeClr val="bg1"/>
                </a:solidFill>
              </a:rPr>
              <a:t> </a:t>
            </a:r>
            <a:r>
              <a:rPr lang="en-US" sz="2000" b="1" dirty="0" err="1">
                <a:solidFill>
                  <a:schemeClr val="bg1"/>
                </a:solidFill>
              </a:rPr>
              <a:t>referensi</a:t>
            </a:r>
            <a:r>
              <a:rPr lang="en-US" sz="2000" b="1" dirty="0">
                <a:solidFill>
                  <a:schemeClr val="bg1"/>
                </a:solidFill>
              </a:rPr>
              <a:t> </a:t>
            </a:r>
            <a:r>
              <a:rPr lang="en-US" sz="2000" b="1" dirty="0" err="1">
                <a:solidFill>
                  <a:schemeClr val="bg1"/>
                </a:solidFill>
              </a:rPr>
              <a:t>sebagai</a:t>
            </a:r>
            <a:r>
              <a:rPr lang="en-US" sz="2000" b="1" dirty="0">
                <a:solidFill>
                  <a:schemeClr val="bg1"/>
                </a:solidFill>
              </a:rPr>
              <a:t> </a:t>
            </a:r>
            <a:r>
              <a:rPr lang="en-US" sz="2000" b="1" dirty="0" err="1">
                <a:solidFill>
                  <a:schemeClr val="bg1"/>
                </a:solidFill>
              </a:rPr>
              <a:t>bahan</a:t>
            </a:r>
            <a:r>
              <a:rPr lang="en-US" sz="2000" b="1" dirty="0">
                <a:solidFill>
                  <a:schemeClr val="bg1"/>
                </a:solidFill>
              </a:rPr>
              <a:t> </a:t>
            </a:r>
            <a:r>
              <a:rPr lang="en-US" sz="2000" b="1" dirty="0" err="1">
                <a:solidFill>
                  <a:schemeClr val="bg1"/>
                </a:solidFill>
              </a:rPr>
              <a:t>rujukan</a:t>
            </a:r>
            <a:endParaRPr lang="en-US" sz="2000" b="1" dirty="0">
              <a:solidFill>
                <a:schemeClr val="bg1"/>
              </a:solidFill>
            </a:endParaRPr>
          </a:p>
        </p:txBody>
      </p:sp>
      <p:sp>
        <p:nvSpPr>
          <p:cNvPr id="8" name="object 4">
            <a:extLst>
              <a:ext uri="{FF2B5EF4-FFF2-40B4-BE49-F238E27FC236}">
                <a16:creationId xmlns:a16="http://schemas.microsoft.com/office/drawing/2014/main" id="{B32389A3-E8EE-4E21-B538-6D0C3002EC77}"/>
              </a:ext>
            </a:extLst>
          </p:cNvPr>
          <p:cNvSpPr txBox="1">
            <a:spLocks/>
          </p:cNvSpPr>
          <p:nvPr/>
        </p:nvSpPr>
        <p:spPr>
          <a:xfrm>
            <a:off x="3744848" y="342432"/>
            <a:ext cx="5902960" cy="753410"/>
          </a:xfrm>
          <a:prstGeom prst="rect">
            <a:avLst/>
          </a:prstGeom>
        </p:spPr>
        <p:txBody>
          <a:bodyPr vert="horz" wrap="square" lIns="0" tIns="14604" rIns="0" bIns="0" rtlCol="0">
            <a:spAutoFit/>
          </a:bodyPr>
          <a:lstStyle>
            <a:lvl1pPr>
              <a:defRPr sz="4400" b="0" i="0">
                <a:solidFill>
                  <a:schemeClr val="bg1"/>
                </a:solidFill>
                <a:latin typeface="Segoe UI Light"/>
                <a:ea typeface="+mj-ea"/>
                <a:cs typeface="Segoe UI Light"/>
              </a:defRPr>
            </a:lvl1pPr>
          </a:lstStyle>
          <a:p>
            <a:pPr marL="12700">
              <a:spcBef>
                <a:spcPts val="114"/>
              </a:spcBef>
            </a:pPr>
            <a:r>
              <a:rPr lang="id-ID" sz="4800" b="1">
                <a:latin typeface="Arial"/>
                <a:cs typeface="Arial"/>
              </a:rPr>
              <a:t>1. Pendahuluan</a:t>
            </a:r>
            <a:endParaRPr lang="id-ID" sz="4800" dirty="0">
              <a:latin typeface="Arial"/>
              <a:cs typeface="Arial"/>
            </a:endParaRPr>
          </a:p>
        </p:txBody>
      </p:sp>
    </p:spTree>
    <p:extLst>
      <p:ext uri="{BB962C8B-B14F-4D97-AF65-F5344CB8AC3E}">
        <p14:creationId xmlns:p14="http://schemas.microsoft.com/office/powerpoint/2010/main" val="4191814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42758E"/>
          </a:solidFill>
        </p:spPr>
        <p:txBody>
          <a:bodyPr wrap="square" lIns="0" tIns="0" rIns="0" bIns="0" rtlCol="0"/>
          <a:lstStyle/>
          <a:p>
            <a:endParaRPr/>
          </a:p>
        </p:txBody>
      </p:sp>
      <p:pic>
        <p:nvPicPr>
          <p:cNvPr id="3" name="object 3"/>
          <p:cNvPicPr/>
          <p:nvPr/>
        </p:nvPicPr>
        <p:blipFill>
          <a:blip r:embed="rId2" cstate="print"/>
          <a:stretch>
            <a:fillRect/>
          </a:stretch>
        </p:blipFill>
        <p:spPr>
          <a:xfrm>
            <a:off x="0" y="0"/>
            <a:ext cx="1664208" cy="6857997"/>
          </a:xfrm>
          <a:prstGeom prst="rect">
            <a:avLst/>
          </a:prstGeom>
        </p:spPr>
      </p:pic>
      <p:sp>
        <p:nvSpPr>
          <p:cNvPr id="7" name="Rectangle 6">
            <a:extLst>
              <a:ext uri="{FF2B5EF4-FFF2-40B4-BE49-F238E27FC236}">
                <a16:creationId xmlns:a16="http://schemas.microsoft.com/office/drawing/2014/main" id="{CF35C680-DD42-45B1-A8E4-290D3D625B23}"/>
              </a:ext>
            </a:extLst>
          </p:cNvPr>
          <p:cNvSpPr/>
          <p:nvPr/>
        </p:nvSpPr>
        <p:spPr>
          <a:xfrm>
            <a:off x="2971800" y="1752600"/>
            <a:ext cx="7075552" cy="2646878"/>
          </a:xfrm>
          <a:prstGeom prst="rect">
            <a:avLst/>
          </a:prstGeom>
        </p:spPr>
        <p:txBody>
          <a:bodyPr wrap="square">
            <a:spAutoFit/>
          </a:bodyPr>
          <a:lstStyle/>
          <a:p>
            <a:pPr algn="just">
              <a:lnSpc>
                <a:spcPct val="150000"/>
              </a:lnSpc>
              <a:defRPr/>
            </a:pPr>
            <a:r>
              <a:rPr lang="en-US" sz="2400" b="1" dirty="0" err="1">
                <a:solidFill>
                  <a:schemeClr val="bg1"/>
                </a:solidFill>
              </a:rPr>
              <a:t>Sistematika</a:t>
            </a:r>
            <a:r>
              <a:rPr lang="en-US" sz="2400" b="1" dirty="0">
                <a:solidFill>
                  <a:schemeClr val="bg1"/>
                </a:solidFill>
              </a:rPr>
              <a:t> </a:t>
            </a:r>
            <a:r>
              <a:rPr lang="en-US" sz="2400" b="1" dirty="0" err="1">
                <a:solidFill>
                  <a:schemeClr val="bg1"/>
                </a:solidFill>
              </a:rPr>
              <a:t>Penulisan</a:t>
            </a:r>
            <a:endParaRPr lang="en-US" sz="2400" b="1" dirty="0">
              <a:solidFill>
                <a:schemeClr val="bg1"/>
              </a:solidFill>
            </a:endParaRPr>
          </a:p>
          <a:p>
            <a:pPr algn="just">
              <a:lnSpc>
                <a:spcPct val="150000"/>
              </a:lnSpc>
              <a:defRPr/>
            </a:pPr>
            <a:r>
              <a:rPr lang="en-US" sz="2000" dirty="0" err="1">
                <a:solidFill>
                  <a:schemeClr val="bg1"/>
                </a:solidFill>
              </a:rPr>
              <a:t>Penjabaran</a:t>
            </a:r>
            <a:r>
              <a:rPr lang="en-US" sz="2000" dirty="0">
                <a:solidFill>
                  <a:schemeClr val="bg1"/>
                </a:solidFill>
              </a:rPr>
              <a:t> singkat </a:t>
            </a:r>
            <a:r>
              <a:rPr lang="en-US" sz="2000" dirty="0" err="1">
                <a:solidFill>
                  <a:schemeClr val="bg1"/>
                </a:solidFill>
              </a:rPr>
              <a:t>isi</a:t>
            </a:r>
            <a:r>
              <a:rPr lang="en-US" sz="2000" dirty="0">
                <a:solidFill>
                  <a:schemeClr val="bg1"/>
                </a:solidFill>
              </a:rPr>
              <a:t> </a:t>
            </a:r>
            <a:r>
              <a:rPr lang="en-US" sz="2000" dirty="0" err="1">
                <a:solidFill>
                  <a:schemeClr val="bg1"/>
                </a:solidFill>
              </a:rPr>
              <a:t>dari</a:t>
            </a:r>
            <a:r>
              <a:rPr lang="en-US" sz="2000" dirty="0">
                <a:solidFill>
                  <a:schemeClr val="bg1"/>
                </a:solidFill>
              </a:rPr>
              <a:t> Bagian 1 </a:t>
            </a:r>
            <a:r>
              <a:rPr lang="en-US" sz="2000" dirty="0" err="1">
                <a:solidFill>
                  <a:schemeClr val="bg1"/>
                </a:solidFill>
              </a:rPr>
              <a:t>hingga</a:t>
            </a:r>
            <a:r>
              <a:rPr lang="en-US" sz="2000" dirty="0">
                <a:solidFill>
                  <a:schemeClr val="bg1"/>
                </a:solidFill>
              </a:rPr>
              <a:t> Bagian 4</a:t>
            </a:r>
            <a:endParaRPr lang="en-US" sz="2400" dirty="0">
              <a:solidFill>
                <a:schemeClr val="bg1"/>
              </a:solidFill>
            </a:endParaRPr>
          </a:p>
          <a:p>
            <a:pPr algn="just">
              <a:defRPr/>
            </a:pPr>
            <a:endParaRPr lang="en-US" sz="2000" b="1" dirty="0">
              <a:solidFill>
                <a:schemeClr val="bg1"/>
              </a:solidFill>
            </a:endParaRPr>
          </a:p>
          <a:p>
            <a:pPr algn="just">
              <a:defRPr/>
            </a:pPr>
            <a:r>
              <a:rPr lang="en-US" sz="2000" b="1" dirty="0">
                <a:solidFill>
                  <a:schemeClr val="bg1"/>
                </a:solidFill>
              </a:rPr>
              <a:t>Pada </a:t>
            </a:r>
            <a:r>
              <a:rPr lang="en-US" sz="2000" b="1" dirty="0" err="1">
                <a:solidFill>
                  <a:schemeClr val="bg1"/>
                </a:solidFill>
              </a:rPr>
              <a:t>pendahuluan</a:t>
            </a:r>
            <a:r>
              <a:rPr lang="en-US" sz="2000" b="1" dirty="0">
                <a:solidFill>
                  <a:schemeClr val="bg1"/>
                </a:solidFill>
              </a:rPr>
              <a:t> </a:t>
            </a:r>
            <a:r>
              <a:rPr lang="en-US" sz="2000" b="1" dirty="0" err="1">
                <a:solidFill>
                  <a:schemeClr val="bg1"/>
                </a:solidFill>
              </a:rPr>
              <a:t>membahas</a:t>
            </a:r>
            <a:r>
              <a:rPr lang="en-US" sz="2000" b="1" dirty="0">
                <a:solidFill>
                  <a:schemeClr val="bg1"/>
                </a:solidFill>
              </a:rPr>
              <a:t> ………… . Pada Kajian </a:t>
            </a:r>
            <a:r>
              <a:rPr lang="en-US" sz="2000" b="1" dirty="0" err="1">
                <a:solidFill>
                  <a:schemeClr val="bg1"/>
                </a:solidFill>
              </a:rPr>
              <a:t>pustaka</a:t>
            </a:r>
            <a:r>
              <a:rPr lang="en-US" sz="2000" b="1" dirty="0">
                <a:solidFill>
                  <a:schemeClr val="bg1"/>
                </a:solidFill>
              </a:rPr>
              <a:t> </a:t>
            </a:r>
            <a:r>
              <a:rPr lang="en-US" sz="2000" b="1" dirty="0" err="1">
                <a:solidFill>
                  <a:schemeClr val="bg1"/>
                </a:solidFill>
              </a:rPr>
              <a:t>membahas</a:t>
            </a:r>
            <a:r>
              <a:rPr lang="en-US" sz="2000" b="1" dirty="0">
                <a:solidFill>
                  <a:schemeClr val="bg1"/>
                </a:solidFill>
              </a:rPr>
              <a:t> ………… . Pada </a:t>
            </a:r>
            <a:r>
              <a:rPr lang="en-US" sz="2000" b="1" dirty="0" err="1">
                <a:solidFill>
                  <a:schemeClr val="bg1"/>
                </a:solidFill>
              </a:rPr>
              <a:t>Pembahasan</a:t>
            </a:r>
            <a:r>
              <a:rPr lang="en-US" sz="2000" b="1" dirty="0">
                <a:solidFill>
                  <a:schemeClr val="bg1"/>
                </a:solidFill>
              </a:rPr>
              <a:t> </a:t>
            </a:r>
            <a:r>
              <a:rPr lang="en-US" sz="2000" b="1" dirty="0" err="1">
                <a:solidFill>
                  <a:schemeClr val="bg1"/>
                </a:solidFill>
              </a:rPr>
              <a:t>membahas</a:t>
            </a:r>
            <a:r>
              <a:rPr lang="en-US" sz="2000" b="1" dirty="0">
                <a:solidFill>
                  <a:schemeClr val="bg1"/>
                </a:solidFill>
              </a:rPr>
              <a:t> …………… .Pada </a:t>
            </a:r>
            <a:r>
              <a:rPr lang="en-US" sz="2000" b="1" dirty="0" err="1">
                <a:solidFill>
                  <a:schemeClr val="bg1"/>
                </a:solidFill>
              </a:rPr>
              <a:t>kesimpulan</a:t>
            </a:r>
            <a:r>
              <a:rPr lang="en-US" sz="2000" b="1" dirty="0">
                <a:solidFill>
                  <a:schemeClr val="bg1"/>
                </a:solidFill>
              </a:rPr>
              <a:t> </a:t>
            </a:r>
            <a:r>
              <a:rPr lang="en-US" sz="2000" b="1" dirty="0" err="1">
                <a:solidFill>
                  <a:schemeClr val="bg1"/>
                </a:solidFill>
              </a:rPr>
              <a:t>membahas</a:t>
            </a:r>
            <a:r>
              <a:rPr lang="en-US" sz="2000" b="1" dirty="0">
                <a:solidFill>
                  <a:schemeClr val="bg1"/>
                </a:solidFill>
              </a:rPr>
              <a:t> ………………..</a:t>
            </a:r>
            <a:endParaRPr lang="id-ID" sz="2000" b="1" dirty="0">
              <a:solidFill>
                <a:schemeClr val="bg1"/>
              </a:solidFill>
            </a:endParaRPr>
          </a:p>
        </p:txBody>
      </p:sp>
      <p:sp>
        <p:nvSpPr>
          <p:cNvPr id="8" name="object 4">
            <a:extLst>
              <a:ext uri="{FF2B5EF4-FFF2-40B4-BE49-F238E27FC236}">
                <a16:creationId xmlns:a16="http://schemas.microsoft.com/office/drawing/2014/main" id="{82C7915C-6415-4258-9A1B-06F8833A7508}"/>
              </a:ext>
            </a:extLst>
          </p:cNvPr>
          <p:cNvSpPr txBox="1">
            <a:spLocks noGrp="1"/>
          </p:cNvSpPr>
          <p:nvPr>
            <p:ph type="title"/>
          </p:nvPr>
        </p:nvSpPr>
        <p:spPr>
          <a:xfrm>
            <a:off x="3744848" y="342432"/>
            <a:ext cx="5902960" cy="753410"/>
          </a:xfrm>
          <a:prstGeom prst="rect">
            <a:avLst/>
          </a:prstGeom>
        </p:spPr>
        <p:txBody>
          <a:bodyPr vert="horz" wrap="square" lIns="0" tIns="14604" rIns="0" bIns="0" rtlCol="0">
            <a:spAutoFit/>
          </a:bodyPr>
          <a:lstStyle/>
          <a:p>
            <a:pPr marL="12700">
              <a:lnSpc>
                <a:spcPct val="100000"/>
              </a:lnSpc>
              <a:spcBef>
                <a:spcPts val="114"/>
              </a:spcBef>
            </a:pPr>
            <a:r>
              <a:rPr lang="id-ID" sz="4800" b="1" dirty="0">
                <a:latin typeface="Arial"/>
                <a:cs typeface="Arial"/>
              </a:rPr>
              <a:t>1. Pendahuluan</a:t>
            </a:r>
            <a:endParaRPr sz="4800" dirty="0">
              <a:latin typeface="Arial"/>
              <a:cs typeface="Arial"/>
            </a:endParaRPr>
          </a:p>
        </p:txBody>
      </p:sp>
    </p:spTree>
    <p:extLst>
      <p:ext uri="{BB962C8B-B14F-4D97-AF65-F5344CB8AC3E}">
        <p14:creationId xmlns:p14="http://schemas.microsoft.com/office/powerpoint/2010/main" val="20342426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42758E"/>
          </a:solidFill>
        </p:spPr>
        <p:txBody>
          <a:bodyPr wrap="square" lIns="0" tIns="0" rIns="0" bIns="0" rtlCol="0"/>
          <a:lstStyle/>
          <a:p>
            <a:endParaRPr/>
          </a:p>
        </p:txBody>
      </p:sp>
      <p:pic>
        <p:nvPicPr>
          <p:cNvPr id="3" name="object 3"/>
          <p:cNvPicPr/>
          <p:nvPr/>
        </p:nvPicPr>
        <p:blipFill>
          <a:blip r:embed="rId2" cstate="print"/>
          <a:stretch>
            <a:fillRect/>
          </a:stretch>
        </p:blipFill>
        <p:spPr>
          <a:xfrm>
            <a:off x="0" y="0"/>
            <a:ext cx="1664208" cy="6857997"/>
          </a:xfrm>
          <a:prstGeom prst="rect">
            <a:avLst/>
          </a:prstGeom>
        </p:spPr>
      </p:pic>
      <p:pic>
        <p:nvPicPr>
          <p:cNvPr id="6" name="Picture 5">
            <a:extLst>
              <a:ext uri="{FF2B5EF4-FFF2-40B4-BE49-F238E27FC236}">
                <a16:creationId xmlns:a16="http://schemas.microsoft.com/office/drawing/2014/main" id="{436C2B0B-3D08-412F-9754-DFFA838AABBD}"/>
              </a:ext>
            </a:extLst>
          </p:cNvPr>
          <p:cNvPicPr>
            <a:picLocks noChangeAspect="1"/>
          </p:cNvPicPr>
          <p:nvPr/>
        </p:nvPicPr>
        <p:blipFill>
          <a:blip r:embed="rId3"/>
          <a:stretch>
            <a:fillRect/>
          </a:stretch>
        </p:blipFill>
        <p:spPr>
          <a:xfrm>
            <a:off x="3754373" y="1058423"/>
            <a:ext cx="5770627" cy="5799577"/>
          </a:xfrm>
          <a:prstGeom prst="rect">
            <a:avLst/>
          </a:prstGeom>
        </p:spPr>
      </p:pic>
      <p:sp>
        <p:nvSpPr>
          <p:cNvPr id="8" name="object 4">
            <a:extLst>
              <a:ext uri="{FF2B5EF4-FFF2-40B4-BE49-F238E27FC236}">
                <a16:creationId xmlns:a16="http://schemas.microsoft.com/office/drawing/2014/main" id="{3E2D433D-B2C9-4D98-A967-B53DF750E0BB}"/>
              </a:ext>
            </a:extLst>
          </p:cNvPr>
          <p:cNvSpPr txBox="1">
            <a:spLocks/>
          </p:cNvSpPr>
          <p:nvPr/>
        </p:nvSpPr>
        <p:spPr>
          <a:xfrm>
            <a:off x="3744848" y="342432"/>
            <a:ext cx="5902960" cy="753410"/>
          </a:xfrm>
          <a:prstGeom prst="rect">
            <a:avLst/>
          </a:prstGeom>
        </p:spPr>
        <p:txBody>
          <a:bodyPr vert="horz" wrap="square" lIns="0" tIns="14604" rIns="0" bIns="0" rtlCol="0">
            <a:spAutoFit/>
          </a:bodyPr>
          <a:lstStyle>
            <a:lvl1pPr>
              <a:defRPr sz="4400" b="0" i="0">
                <a:solidFill>
                  <a:schemeClr val="bg1"/>
                </a:solidFill>
                <a:latin typeface="Segoe UI Light"/>
                <a:ea typeface="+mj-ea"/>
                <a:cs typeface="Segoe UI Light"/>
              </a:defRPr>
            </a:lvl1pPr>
          </a:lstStyle>
          <a:p>
            <a:pPr marL="12700">
              <a:spcBef>
                <a:spcPts val="114"/>
              </a:spcBef>
            </a:pPr>
            <a:r>
              <a:rPr lang="id-ID" sz="4800" b="1">
                <a:latin typeface="Arial"/>
                <a:cs typeface="Arial"/>
              </a:rPr>
              <a:t>1. Pendahuluan</a:t>
            </a:r>
            <a:endParaRPr lang="id-ID" sz="4800" dirty="0">
              <a:latin typeface="Arial"/>
              <a:cs typeface="Arial"/>
            </a:endParaRPr>
          </a:p>
        </p:txBody>
      </p:sp>
    </p:spTree>
    <p:extLst>
      <p:ext uri="{BB962C8B-B14F-4D97-AF65-F5344CB8AC3E}">
        <p14:creationId xmlns:p14="http://schemas.microsoft.com/office/powerpoint/2010/main" val="13255963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42758E"/>
          </a:solidFill>
        </p:spPr>
        <p:txBody>
          <a:bodyPr wrap="square" lIns="0" tIns="0" rIns="0" bIns="0" rtlCol="0"/>
          <a:lstStyle/>
          <a:p>
            <a:endParaRPr/>
          </a:p>
        </p:txBody>
      </p:sp>
      <p:pic>
        <p:nvPicPr>
          <p:cNvPr id="3" name="object 3"/>
          <p:cNvPicPr/>
          <p:nvPr/>
        </p:nvPicPr>
        <p:blipFill>
          <a:blip r:embed="rId2" cstate="print"/>
          <a:stretch>
            <a:fillRect/>
          </a:stretch>
        </p:blipFill>
        <p:spPr>
          <a:xfrm>
            <a:off x="0" y="0"/>
            <a:ext cx="1664208" cy="6857997"/>
          </a:xfrm>
          <a:prstGeom prst="rect">
            <a:avLst/>
          </a:prstGeom>
        </p:spPr>
      </p:pic>
      <p:pic>
        <p:nvPicPr>
          <p:cNvPr id="5" name="Picture 4">
            <a:extLst>
              <a:ext uri="{FF2B5EF4-FFF2-40B4-BE49-F238E27FC236}">
                <a16:creationId xmlns:a16="http://schemas.microsoft.com/office/drawing/2014/main" id="{680923C8-8662-4343-9454-A00A056A48A3}"/>
              </a:ext>
            </a:extLst>
          </p:cNvPr>
          <p:cNvPicPr>
            <a:picLocks noChangeAspect="1"/>
          </p:cNvPicPr>
          <p:nvPr/>
        </p:nvPicPr>
        <p:blipFill>
          <a:blip r:embed="rId3"/>
          <a:stretch>
            <a:fillRect/>
          </a:stretch>
        </p:blipFill>
        <p:spPr>
          <a:xfrm>
            <a:off x="3655745" y="1143000"/>
            <a:ext cx="6001588" cy="4953691"/>
          </a:xfrm>
          <a:prstGeom prst="rect">
            <a:avLst/>
          </a:prstGeom>
        </p:spPr>
      </p:pic>
      <p:sp>
        <p:nvSpPr>
          <p:cNvPr id="9" name="object 4">
            <a:extLst>
              <a:ext uri="{FF2B5EF4-FFF2-40B4-BE49-F238E27FC236}">
                <a16:creationId xmlns:a16="http://schemas.microsoft.com/office/drawing/2014/main" id="{FCC191BA-F606-49EB-8AA6-E400473A65F4}"/>
              </a:ext>
            </a:extLst>
          </p:cNvPr>
          <p:cNvSpPr txBox="1">
            <a:spLocks noGrp="1"/>
          </p:cNvSpPr>
          <p:nvPr>
            <p:ph type="title"/>
          </p:nvPr>
        </p:nvSpPr>
        <p:spPr>
          <a:xfrm>
            <a:off x="3744848" y="342432"/>
            <a:ext cx="5902960" cy="753410"/>
          </a:xfrm>
          <a:prstGeom prst="rect">
            <a:avLst/>
          </a:prstGeom>
        </p:spPr>
        <p:txBody>
          <a:bodyPr vert="horz" wrap="square" lIns="0" tIns="14604" rIns="0" bIns="0" rtlCol="0">
            <a:spAutoFit/>
          </a:bodyPr>
          <a:lstStyle/>
          <a:p>
            <a:pPr marL="12700">
              <a:lnSpc>
                <a:spcPct val="100000"/>
              </a:lnSpc>
              <a:spcBef>
                <a:spcPts val="114"/>
              </a:spcBef>
            </a:pPr>
            <a:r>
              <a:rPr lang="id-ID" sz="4800" b="1" dirty="0">
                <a:latin typeface="Arial"/>
                <a:cs typeface="Arial"/>
              </a:rPr>
              <a:t>1. Pendahuluan</a:t>
            </a:r>
            <a:endParaRPr sz="4800" dirty="0">
              <a:latin typeface="Arial"/>
              <a:cs typeface="Arial"/>
            </a:endParaRPr>
          </a:p>
        </p:txBody>
      </p:sp>
    </p:spTree>
    <p:extLst>
      <p:ext uri="{BB962C8B-B14F-4D97-AF65-F5344CB8AC3E}">
        <p14:creationId xmlns:p14="http://schemas.microsoft.com/office/powerpoint/2010/main" val="10355525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42758E"/>
          </a:solidFill>
        </p:spPr>
        <p:txBody>
          <a:bodyPr wrap="square" lIns="0" tIns="0" rIns="0" bIns="0" rtlCol="0"/>
          <a:lstStyle/>
          <a:p>
            <a:endParaRPr/>
          </a:p>
        </p:txBody>
      </p:sp>
      <p:pic>
        <p:nvPicPr>
          <p:cNvPr id="3" name="object 3"/>
          <p:cNvPicPr/>
          <p:nvPr/>
        </p:nvPicPr>
        <p:blipFill>
          <a:blip r:embed="rId2" cstate="print"/>
          <a:stretch>
            <a:fillRect/>
          </a:stretch>
        </p:blipFill>
        <p:spPr>
          <a:xfrm>
            <a:off x="0" y="0"/>
            <a:ext cx="1664208" cy="6857997"/>
          </a:xfrm>
          <a:prstGeom prst="rect">
            <a:avLst/>
          </a:prstGeom>
        </p:spPr>
      </p:pic>
      <p:pic>
        <p:nvPicPr>
          <p:cNvPr id="6" name="Picture 5">
            <a:extLst>
              <a:ext uri="{FF2B5EF4-FFF2-40B4-BE49-F238E27FC236}">
                <a16:creationId xmlns:a16="http://schemas.microsoft.com/office/drawing/2014/main" id="{89CCB030-6E05-4181-A8F3-405C3E327422}"/>
              </a:ext>
            </a:extLst>
          </p:cNvPr>
          <p:cNvPicPr>
            <a:picLocks noChangeAspect="1"/>
          </p:cNvPicPr>
          <p:nvPr/>
        </p:nvPicPr>
        <p:blipFill>
          <a:blip r:embed="rId3"/>
          <a:stretch>
            <a:fillRect/>
          </a:stretch>
        </p:blipFill>
        <p:spPr>
          <a:xfrm>
            <a:off x="3754373" y="1676400"/>
            <a:ext cx="5649113" cy="2676899"/>
          </a:xfrm>
          <a:prstGeom prst="rect">
            <a:avLst/>
          </a:prstGeom>
        </p:spPr>
      </p:pic>
      <p:sp>
        <p:nvSpPr>
          <p:cNvPr id="9" name="object 4">
            <a:extLst>
              <a:ext uri="{FF2B5EF4-FFF2-40B4-BE49-F238E27FC236}">
                <a16:creationId xmlns:a16="http://schemas.microsoft.com/office/drawing/2014/main" id="{C9C5869C-49F1-4A44-9253-672E02257F51}"/>
              </a:ext>
            </a:extLst>
          </p:cNvPr>
          <p:cNvSpPr txBox="1">
            <a:spLocks noGrp="1"/>
          </p:cNvSpPr>
          <p:nvPr>
            <p:ph type="title"/>
          </p:nvPr>
        </p:nvSpPr>
        <p:spPr>
          <a:xfrm>
            <a:off x="3744848" y="342432"/>
            <a:ext cx="5902960" cy="753410"/>
          </a:xfrm>
          <a:prstGeom prst="rect">
            <a:avLst/>
          </a:prstGeom>
        </p:spPr>
        <p:txBody>
          <a:bodyPr vert="horz" wrap="square" lIns="0" tIns="14604" rIns="0" bIns="0" rtlCol="0">
            <a:spAutoFit/>
          </a:bodyPr>
          <a:lstStyle/>
          <a:p>
            <a:pPr marL="12700">
              <a:lnSpc>
                <a:spcPct val="100000"/>
              </a:lnSpc>
              <a:spcBef>
                <a:spcPts val="114"/>
              </a:spcBef>
            </a:pPr>
            <a:r>
              <a:rPr lang="id-ID" sz="4800" b="1" dirty="0">
                <a:latin typeface="Arial"/>
                <a:cs typeface="Arial"/>
              </a:rPr>
              <a:t>1. Pendahuluan</a:t>
            </a:r>
            <a:endParaRPr sz="4800" dirty="0">
              <a:latin typeface="Arial"/>
              <a:cs typeface="Arial"/>
            </a:endParaRPr>
          </a:p>
        </p:txBody>
      </p:sp>
    </p:spTree>
    <p:extLst>
      <p:ext uri="{BB962C8B-B14F-4D97-AF65-F5344CB8AC3E}">
        <p14:creationId xmlns:p14="http://schemas.microsoft.com/office/powerpoint/2010/main" val="39875194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42758E"/>
          </a:solidFill>
        </p:spPr>
        <p:txBody>
          <a:bodyPr wrap="square" lIns="0" tIns="0" rIns="0" bIns="0" rtlCol="0"/>
          <a:lstStyle/>
          <a:p>
            <a:endParaRPr/>
          </a:p>
        </p:txBody>
      </p:sp>
      <p:pic>
        <p:nvPicPr>
          <p:cNvPr id="3" name="object 3"/>
          <p:cNvPicPr/>
          <p:nvPr/>
        </p:nvPicPr>
        <p:blipFill>
          <a:blip r:embed="rId2" cstate="print"/>
          <a:stretch>
            <a:fillRect/>
          </a:stretch>
        </p:blipFill>
        <p:spPr>
          <a:xfrm>
            <a:off x="0" y="0"/>
            <a:ext cx="1664208" cy="6857997"/>
          </a:xfrm>
          <a:prstGeom prst="rect">
            <a:avLst/>
          </a:prstGeom>
        </p:spPr>
      </p:pic>
      <p:sp>
        <p:nvSpPr>
          <p:cNvPr id="4" name="object 4"/>
          <p:cNvSpPr txBox="1">
            <a:spLocks noGrp="1"/>
          </p:cNvSpPr>
          <p:nvPr>
            <p:ph type="title"/>
          </p:nvPr>
        </p:nvSpPr>
        <p:spPr>
          <a:xfrm>
            <a:off x="3667886" y="228600"/>
            <a:ext cx="6227827" cy="753410"/>
          </a:xfrm>
          <a:prstGeom prst="rect">
            <a:avLst/>
          </a:prstGeom>
        </p:spPr>
        <p:txBody>
          <a:bodyPr vert="horz" wrap="square" lIns="0" tIns="14604" rIns="0" bIns="0" rtlCol="0">
            <a:spAutoFit/>
          </a:bodyPr>
          <a:lstStyle/>
          <a:p>
            <a:pPr marL="12700">
              <a:lnSpc>
                <a:spcPct val="100000"/>
              </a:lnSpc>
              <a:spcBef>
                <a:spcPts val="114"/>
              </a:spcBef>
            </a:pPr>
            <a:r>
              <a:rPr lang="id-ID" sz="4800" b="1" dirty="0">
                <a:latin typeface="Arial"/>
                <a:cs typeface="Arial"/>
              </a:rPr>
              <a:t>2. Tinjauan Pustaka</a:t>
            </a:r>
            <a:endParaRPr sz="4800" dirty="0">
              <a:latin typeface="Arial"/>
              <a:cs typeface="Arial"/>
            </a:endParaRPr>
          </a:p>
        </p:txBody>
      </p:sp>
      <p:sp>
        <p:nvSpPr>
          <p:cNvPr id="7" name="Rectangle 6">
            <a:extLst>
              <a:ext uri="{FF2B5EF4-FFF2-40B4-BE49-F238E27FC236}">
                <a16:creationId xmlns:a16="http://schemas.microsoft.com/office/drawing/2014/main" id="{CF35C680-DD42-45B1-A8E4-290D3D625B23}"/>
              </a:ext>
            </a:extLst>
          </p:cNvPr>
          <p:cNvSpPr/>
          <p:nvPr/>
        </p:nvSpPr>
        <p:spPr>
          <a:xfrm>
            <a:off x="2209800" y="1524000"/>
            <a:ext cx="9144000" cy="2677656"/>
          </a:xfrm>
          <a:prstGeom prst="rect">
            <a:avLst/>
          </a:prstGeom>
        </p:spPr>
        <p:txBody>
          <a:bodyPr wrap="square">
            <a:spAutoFit/>
          </a:bodyPr>
          <a:lstStyle/>
          <a:p>
            <a:pPr algn="just">
              <a:defRPr/>
            </a:pPr>
            <a:r>
              <a:rPr lang="en-US" sz="2400" dirty="0">
                <a:solidFill>
                  <a:schemeClr val="bg1"/>
                </a:solidFill>
              </a:rPr>
              <a:t>Study </a:t>
            </a:r>
            <a:r>
              <a:rPr lang="en-US" sz="2400" dirty="0" err="1">
                <a:solidFill>
                  <a:schemeClr val="bg1"/>
                </a:solidFill>
              </a:rPr>
              <a:t>Literatur</a:t>
            </a:r>
            <a:r>
              <a:rPr lang="en-US" sz="2400" dirty="0">
                <a:solidFill>
                  <a:schemeClr val="bg1"/>
                </a:solidFill>
              </a:rPr>
              <a:t> : </a:t>
            </a:r>
            <a:r>
              <a:rPr lang="en-US" sz="2400" dirty="0" err="1">
                <a:solidFill>
                  <a:schemeClr val="bg1"/>
                </a:solidFill>
              </a:rPr>
              <a:t>Dalam</a:t>
            </a:r>
            <a:r>
              <a:rPr lang="en-US" sz="2400" dirty="0">
                <a:solidFill>
                  <a:schemeClr val="bg1"/>
                </a:solidFill>
              </a:rPr>
              <a:t> </a:t>
            </a:r>
            <a:r>
              <a:rPr lang="en-US" sz="2400" dirty="0" err="1">
                <a:solidFill>
                  <a:schemeClr val="bg1"/>
                </a:solidFill>
              </a:rPr>
              <a:t>mempermudah</a:t>
            </a:r>
            <a:r>
              <a:rPr lang="en-US" sz="2400" dirty="0">
                <a:solidFill>
                  <a:schemeClr val="bg1"/>
                </a:solidFill>
              </a:rPr>
              <a:t> proses </a:t>
            </a:r>
            <a:r>
              <a:rPr lang="en-US" sz="2400" dirty="0" err="1">
                <a:solidFill>
                  <a:schemeClr val="bg1"/>
                </a:solidFill>
              </a:rPr>
              <a:t>pencarian</a:t>
            </a:r>
            <a:r>
              <a:rPr lang="en-US" sz="2400" dirty="0">
                <a:solidFill>
                  <a:schemeClr val="bg1"/>
                </a:solidFill>
              </a:rPr>
              <a:t> </a:t>
            </a:r>
            <a:r>
              <a:rPr lang="en-US" sz="2400" dirty="0" err="1">
                <a:solidFill>
                  <a:schemeClr val="bg1"/>
                </a:solidFill>
              </a:rPr>
              <a:t>literatur</a:t>
            </a:r>
            <a:r>
              <a:rPr lang="en-US" sz="2400" dirty="0">
                <a:solidFill>
                  <a:schemeClr val="bg1"/>
                </a:solidFill>
              </a:rPr>
              <a:t> </a:t>
            </a:r>
            <a:r>
              <a:rPr lang="en-US" sz="2400" dirty="0" err="1">
                <a:solidFill>
                  <a:schemeClr val="bg1"/>
                </a:solidFill>
              </a:rPr>
              <a:t>maka</a:t>
            </a:r>
            <a:r>
              <a:rPr lang="en-US" sz="2400" dirty="0">
                <a:solidFill>
                  <a:schemeClr val="bg1"/>
                </a:solidFill>
              </a:rPr>
              <a:t> </a:t>
            </a:r>
            <a:r>
              <a:rPr lang="en-US" sz="2400" dirty="0" err="1">
                <a:solidFill>
                  <a:schemeClr val="bg1"/>
                </a:solidFill>
              </a:rPr>
              <a:t>peneliti</a:t>
            </a:r>
            <a:r>
              <a:rPr lang="en-US" sz="2400" dirty="0">
                <a:solidFill>
                  <a:schemeClr val="bg1"/>
                </a:solidFill>
              </a:rPr>
              <a:t> </a:t>
            </a:r>
            <a:r>
              <a:rPr lang="en-US" sz="2400" dirty="0" err="1">
                <a:solidFill>
                  <a:schemeClr val="bg1"/>
                </a:solidFill>
              </a:rPr>
              <a:t>setidaknya</a:t>
            </a:r>
            <a:r>
              <a:rPr lang="en-US" sz="2400" dirty="0">
                <a:solidFill>
                  <a:schemeClr val="bg1"/>
                </a:solidFill>
              </a:rPr>
              <a:t> </a:t>
            </a:r>
            <a:r>
              <a:rPr lang="en-US" sz="2400" dirty="0" err="1">
                <a:solidFill>
                  <a:schemeClr val="bg1"/>
                </a:solidFill>
              </a:rPr>
              <a:t>memiliki</a:t>
            </a:r>
            <a:r>
              <a:rPr lang="en-US" sz="2400" dirty="0">
                <a:solidFill>
                  <a:schemeClr val="bg1"/>
                </a:solidFill>
              </a:rPr>
              <a:t> </a:t>
            </a:r>
            <a:r>
              <a:rPr lang="en-US" sz="2400" dirty="0" err="1">
                <a:solidFill>
                  <a:schemeClr val="bg1"/>
                </a:solidFill>
              </a:rPr>
              <a:t>kemampuan</a:t>
            </a:r>
            <a:r>
              <a:rPr lang="en-US" sz="2400" dirty="0">
                <a:solidFill>
                  <a:schemeClr val="bg1"/>
                </a:solidFill>
              </a:rPr>
              <a:t> </a:t>
            </a:r>
            <a:r>
              <a:rPr lang="en-US" sz="2400" dirty="0" err="1">
                <a:solidFill>
                  <a:schemeClr val="bg1"/>
                </a:solidFill>
              </a:rPr>
              <a:t>untuk</a:t>
            </a:r>
            <a:r>
              <a:rPr lang="en-US" sz="2400" dirty="0">
                <a:solidFill>
                  <a:schemeClr val="bg1"/>
                </a:solidFill>
              </a:rPr>
              <a:t> </a:t>
            </a:r>
            <a:r>
              <a:rPr lang="en-US" sz="2400" dirty="0" err="1">
                <a:solidFill>
                  <a:schemeClr val="bg1"/>
                </a:solidFill>
              </a:rPr>
              <a:t>mengenali</a:t>
            </a:r>
            <a:r>
              <a:rPr lang="en-US" sz="2400" dirty="0">
                <a:solidFill>
                  <a:schemeClr val="bg1"/>
                </a:solidFill>
              </a:rPr>
              <a:t> </a:t>
            </a:r>
            <a:r>
              <a:rPr lang="en-US" sz="2400" dirty="0" err="1">
                <a:solidFill>
                  <a:schemeClr val="bg1"/>
                </a:solidFill>
              </a:rPr>
              <a:t>permasalahan</a:t>
            </a:r>
            <a:r>
              <a:rPr lang="en-US" sz="2400" dirty="0">
                <a:solidFill>
                  <a:schemeClr val="bg1"/>
                </a:solidFill>
              </a:rPr>
              <a:t> yang </a:t>
            </a:r>
            <a:r>
              <a:rPr lang="en-US" sz="2400" dirty="0" err="1">
                <a:solidFill>
                  <a:schemeClr val="bg1"/>
                </a:solidFill>
              </a:rPr>
              <a:t>ingin</a:t>
            </a:r>
            <a:r>
              <a:rPr lang="en-US" sz="2400" dirty="0">
                <a:solidFill>
                  <a:schemeClr val="bg1"/>
                </a:solidFill>
              </a:rPr>
              <a:t> </a:t>
            </a:r>
            <a:r>
              <a:rPr lang="en-US" sz="2400" dirty="0" err="1">
                <a:solidFill>
                  <a:schemeClr val="bg1"/>
                </a:solidFill>
              </a:rPr>
              <a:t>diselesaikan</a:t>
            </a:r>
            <a:r>
              <a:rPr lang="en-US" sz="2400" dirty="0">
                <a:solidFill>
                  <a:schemeClr val="bg1"/>
                </a:solidFill>
              </a:rPr>
              <a:t> </a:t>
            </a:r>
            <a:r>
              <a:rPr lang="en-US" sz="2400" dirty="0" err="1">
                <a:solidFill>
                  <a:schemeClr val="bg1"/>
                </a:solidFill>
              </a:rPr>
              <a:t>dalam</a:t>
            </a:r>
            <a:r>
              <a:rPr lang="en-US" sz="2400" dirty="0">
                <a:solidFill>
                  <a:schemeClr val="bg1"/>
                </a:solidFill>
              </a:rPr>
              <a:t> </a:t>
            </a:r>
            <a:r>
              <a:rPr lang="en-US" sz="2400" dirty="0" err="1">
                <a:solidFill>
                  <a:schemeClr val="bg1"/>
                </a:solidFill>
              </a:rPr>
              <a:t>penelitian</a:t>
            </a:r>
            <a:r>
              <a:rPr lang="en-US" sz="2400" dirty="0">
                <a:solidFill>
                  <a:schemeClr val="bg1"/>
                </a:solidFill>
              </a:rPr>
              <a:t> dan </a:t>
            </a:r>
            <a:r>
              <a:rPr lang="en-US" sz="2400" dirty="0" err="1">
                <a:solidFill>
                  <a:schemeClr val="bg1"/>
                </a:solidFill>
              </a:rPr>
              <a:t>menentukan</a:t>
            </a:r>
            <a:r>
              <a:rPr lang="en-US" sz="2400" dirty="0">
                <a:solidFill>
                  <a:schemeClr val="bg1"/>
                </a:solidFill>
              </a:rPr>
              <a:t> keyword yang </a:t>
            </a:r>
            <a:r>
              <a:rPr lang="en-US" sz="2400" dirty="0" err="1">
                <a:solidFill>
                  <a:schemeClr val="bg1"/>
                </a:solidFill>
              </a:rPr>
              <a:t>cocok</a:t>
            </a:r>
            <a:r>
              <a:rPr lang="en-US" sz="2400" dirty="0">
                <a:solidFill>
                  <a:schemeClr val="bg1"/>
                </a:solidFill>
              </a:rPr>
              <a:t> </a:t>
            </a:r>
            <a:r>
              <a:rPr lang="en-US" sz="2400" dirty="0" err="1">
                <a:solidFill>
                  <a:schemeClr val="bg1"/>
                </a:solidFill>
              </a:rPr>
              <a:t>sesuai</a:t>
            </a:r>
            <a:r>
              <a:rPr lang="en-US" sz="2400" dirty="0">
                <a:solidFill>
                  <a:schemeClr val="bg1"/>
                </a:solidFill>
              </a:rPr>
              <a:t> </a:t>
            </a:r>
            <a:r>
              <a:rPr lang="en-US" sz="2400" dirty="0" err="1">
                <a:solidFill>
                  <a:schemeClr val="bg1"/>
                </a:solidFill>
              </a:rPr>
              <a:t>dengan</a:t>
            </a:r>
            <a:r>
              <a:rPr lang="en-US" sz="2400" dirty="0">
                <a:solidFill>
                  <a:schemeClr val="bg1"/>
                </a:solidFill>
              </a:rPr>
              <a:t> </a:t>
            </a:r>
            <a:r>
              <a:rPr lang="en-US" sz="2400" dirty="0" err="1">
                <a:solidFill>
                  <a:schemeClr val="bg1"/>
                </a:solidFill>
              </a:rPr>
              <a:t>topik</a:t>
            </a:r>
            <a:r>
              <a:rPr lang="en-US" sz="2400" dirty="0">
                <a:solidFill>
                  <a:schemeClr val="bg1"/>
                </a:solidFill>
              </a:rPr>
              <a:t>. </a:t>
            </a:r>
            <a:r>
              <a:rPr lang="en-US" sz="2400" dirty="0" err="1">
                <a:solidFill>
                  <a:schemeClr val="bg1"/>
                </a:solidFill>
              </a:rPr>
              <a:t>Selain</a:t>
            </a:r>
            <a:r>
              <a:rPr lang="en-US" sz="2400" dirty="0">
                <a:solidFill>
                  <a:schemeClr val="bg1"/>
                </a:solidFill>
              </a:rPr>
              <a:t> </a:t>
            </a:r>
            <a:r>
              <a:rPr lang="en-US" sz="2400" dirty="0" err="1">
                <a:solidFill>
                  <a:schemeClr val="bg1"/>
                </a:solidFill>
              </a:rPr>
              <a:t>itu</a:t>
            </a:r>
            <a:r>
              <a:rPr lang="en-US" sz="2400" dirty="0">
                <a:solidFill>
                  <a:schemeClr val="bg1"/>
                </a:solidFill>
              </a:rPr>
              <a:t>, </a:t>
            </a:r>
            <a:r>
              <a:rPr lang="en-US" sz="2400" dirty="0" err="1">
                <a:solidFill>
                  <a:schemeClr val="bg1"/>
                </a:solidFill>
              </a:rPr>
              <a:t>peneliti</a:t>
            </a:r>
            <a:r>
              <a:rPr lang="en-US" sz="2400" dirty="0">
                <a:solidFill>
                  <a:schemeClr val="bg1"/>
                </a:solidFill>
              </a:rPr>
              <a:t> juga </a:t>
            </a:r>
            <a:r>
              <a:rPr lang="en-US" sz="2400" dirty="0" err="1">
                <a:solidFill>
                  <a:schemeClr val="bg1"/>
                </a:solidFill>
              </a:rPr>
              <a:t>harus</a:t>
            </a:r>
            <a:r>
              <a:rPr lang="en-US" sz="2400" dirty="0">
                <a:solidFill>
                  <a:schemeClr val="bg1"/>
                </a:solidFill>
              </a:rPr>
              <a:t> </a:t>
            </a:r>
            <a:r>
              <a:rPr lang="en-US" sz="2400" dirty="0" err="1">
                <a:solidFill>
                  <a:schemeClr val="bg1"/>
                </a:solidFill>
              </a:rPr>
              <a:t>pandai</a:t>
            </a:r>
            <a:r>
              <a:rPr lang="en-US" sz="2400" dirty="0">
                <a:solidFill>
                  <a:schemeClr val="bg1"/>
                </a:solidFill>
              </a:rPr>
              <a:t> </a:t>
            </a:r>
            <a:r>
              <a:rPr lang="en-US" sz="2400" dirty="0" err="1">
                <a:solidFill>
                  <a:schemeClr val="bg1"/>
                </a:solidFill>
              </a:rPr>
              <a:t>memilih</a:t>
            </a:r>
            <a:r>
              <a:rPr lang="en-US" sz="2400" dirty="0">
                <a:solidFill>
                  <a:schemeClr val="bg1"/>
                </a:solidFill>
              </a:rPr>
              <a:t> dan </a:t>
            </a:r>
            <a:r>
              <a:rPr lang="en-US" sz="2400" dirty="0" err="1">
                <a:solidFill>
                  <a:schemeClr val="bg1"/>
                </a:solidFill>
              </a:rPr>
              <a:t>memilah</a:t>
            </a:r>
            <a:r>
              <a:rPr lang="en-US" sz="2400" dirty="0">
                <a:solidFill>
                  <a:schemeClr val="bg1"/>
                </a:solidFill>
              </a:rPr>
              <a:t> </a:t>
            </a:r>
            <a:r>
              <a:rPr lang="en-US" sz="2400" dirty="0" err="1">
                <a:solidFill>
                  <a:schemeClr val="bg1"/>
                </a:solidFill>
              </a:rPr>
              <a:t>sesuai</a:t>
            </a:r>
            <a:r>
              <a:rPr lang="en-US" sz="2400" dirty="0">
                <a:solidFill>
                  <a:schemeClr val="bg1"/>
                </a:solidFill>
              </a:rPr>
              <a:t> </a:t>
            </a:r>
            <a:r>
              <a:rPr lang="en-US" sz="2400" dirty="0" err="1">
                <a:solidFill>
                  <a:schemeClr val="bg1"/>
                </a:solidFill>
              </a:rPr>
              <a:t>kebutuhan</a:t>
            </a:r>
            <a:r>
              <a:rPr lang="en-US" sz="2400" dirty="0">
                <a:solidFill>
                  <a:schemeClr val="bg1"/>
                </a:solidFill>
              </a:rPr>
              <a:t> dan </a:t>
            </a:r>
            <a:r>
              <a:rPr lang="en-US" sz="2400" dirty="0" err="1">
                <a:solidFill>
                  <a:schemeClr val="bg1"/>
                </a:solidFill>
              </a:rPr>
              <a:t>melakukan</a:t>
            </a:r>
            <a:r>
              <a:rPr lang="en-US" sz="2400" dirty="0">
                <a:solidFill>
                  <a:schemeClr val="bg1"/>
                </a:solidFill>
              </a:rPr>
              <a:t> </a:t>
            </a:r>
            <a:r>
              <a:rPr lang="en-US" sz="2400" dirty="0" err="1">
                <a:solidFill>
                  <a:schemeClr val="bg1"/>
                </a:solidFill>
              </a:rPr>
              <a:t>pencarian</a:t>
            </a:r>
            <a:r>
              <a:rPr lang="en-US" sz="2400" dirty="0">
                <a:solidFill>
                  <a:schemeClr val="bg1"/>
                </a:solidFill>
              </a:rPr>
              <a:t> </a:t>
            </a:r>
            <a:r>
              <a:rPr lang="en-US" sz="2400" dirty="0" err="1">
                <a:solidFill>
                  <a:schemeClr val="bg1"/>
                </a:solidFill>
              </a:rPr>
              <a:t>subjek</a:t>
            </a:r>
            <a:r>
              <a:rPr lang="en-US" sz="2400" dirty="0">
                <a:solidFill>
                  <a:schemeClr val="bg1"/>
                </a:solidFill>
              </a:rPr>
              <a:t> </a:t>
            </a:r>
            <a:r>
              <a:rPr lang="en-US" sz="2400" dirty="0" err="1">
                <a:solidFill>
                  <a:schemeClr val="bg1"/>
                </a:solidFill>
              </a:rPr>
              <a:t>tertentu</a:t>
            </a:r>
            <a:r>
              <a:rPr lang="en-US" sz="2400" dirty="0">
                <a:solidFill>
                  <a:schemeClr val="bg1"/>
                </a:solidFill>
              </a:rPr>
              <a:t> yang </a:t>
            </a:r>
            <a:r>
              <a:rPr lang="en-US" sz="2400" dirty="0" err="1">
                <a:solidFill>
                  <a:schemeClr val="bg1"/>
                </a:solidFill>
              </a:rPr>
              <a:t>menjadi</a:t>
            </a:r>
            <a:r>
              <a:rPr lang="en-US" sz="2400" dirty="0">
                <a:solidFill>
                  <a:schemeClr val="bg1"/>
                </a:solidFill>
              </a:rPr>
              <a:t> point of interest </a:t>
            </a:r>
            <a:r>
              <a:rPr lang="en-US" sz="2400" dirty="0" err="1">
                <a:solidFill>
                  <a:schemeClr val="bg1"/>
                </a:solidFill>
              </a:rPr>
              <a:t>dalam</a:t>
            </a:r>
            <a:r>
              <a:rPr lang="en-US" sz="2400" dirty="0">
                <a:solidFill>
                  <a:schemeClr val="bg1"/>
                </a:solidFill>
              </a:rPr>
              <a:t> </a:t>
            </a:r>
            <a:r>
              <a:rPr lang="en-US" sz="2400" dirty="0" err="1">
                <a:solidFill>
                  <a:schemeClr val="bg1"/>
                </a:solidFill>
              </a:rPr>
              <a:t>sebuah</a:t>
            </a:r>
            <a:r>
              <a:rPr lang="en-US" sz="2400" dirty="0">
                <a:solidFill>
                  <a:schemeClr val="bg1"/>
                </a:solidFill>
              </a:rPr>
              <a:t> </a:t>
            </a:r>
            <a:r>
              <a:rPr lang="en-US" sz="2400" dirty="0" err="1">
                <a:solidFill>
                  <a:schemeClr val="bg1"/>
                </a:solidFill>
              </a:rPr>
              <a:t>penelitian</a:t>
            </a:r>
            <a:endParaRPr lang="en-US" sz="2400" dirty="0">
              <a:solidFill>
                <a:schemeClr val="bg1"/>
              </a:solidFill>
            </a:endParaRPr>
          </a:p>
        </p:txBody>
      </p:sp>
    </p:spTree>
    <p:extLst>
      <p:ext uri="{BB962C8B-B14F-4D97-AF65-F5344CB8AC3E}">
        <p14:creationId xmlns:p14="http://schemas.microsoft.com/office/powerpoint/2010/main" val="13921861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42758E"/>
          </a:solidFill>
        </p:spPr>
        <p:txBody>
          <a:bodyPr wrap="square" lIns="0" tIns="0" rIns="0" bIns="0" rtlCol="0"/>
          <a:lstStyle/>
          <a:p>
            <a:endParaRPr/>
          </a:p>
        </p:txBody>
      </p:sp>
      <p:pic>
        <p:nvPicPr>
          <p:cNvPr id="3" name="object 3"/>
          <p:cNvPicPr/>
          <p:nvPr/>
        </p:nvPicPr>
        <p:blipFill>
          <a:blip r:embed="rId2" cstate="print"/>
          <a:stretch>
            <a:fillRect/>
          </a:stretch>
        </p:blipFill>
        <p:spPr>
          <a:xfrm>
            <a:off x="0" y="0"/>
            <a:ext cx="1664208" cy="6857997"/>
          </a:xfrm>
          <a:prstGeom prst="rect">
            <a:avLst/>
          </a:prstGeom>
        </p:spPr>
      </p:pic>
      <p:pic>
        <p:nvPicPr>
          <p:cNvPr id="5" name="Picture 4">
            <a:extLst>
              <a:ext uri="{FF2B5EF4-FFF2-40B4-BE49-F238E27FC236}">
                <a16:creationId xmlns:a16="http://schemas.microsoft.com/office/drawing/2014/main" id="{2D172993-636C-4F71-96F6-89D8E9010CF6}"/>
              </a:ext>
            </a:extLst>
          </p:cNvPr>
          <p:cNvPicPr>
            <a:picLocks noChangeAspect="1"/>
          </p:cNvPicPr>
          <p:nvPr/>
        </p:nvPicPr>
        <p:blipFill>
          <a:blip r:embed="rId3"/>
          <a:stretch>
            <a:fillRect/>
          </a:stretch>
        </p:blipFill>
        <p:spPr>
          <a:xfrm>
            <a:off x="3643138" y="1046656"/>
            <a:ext cx="6125430" cy="5658640"/>
          </a:xfrm>
          <a:prstGeom prst="rect">
            <a:avLst/>
          </a:prstGeom>
        </p:spPr>
      </p:pic>
      <p:sp>
        <p:nvSpPr>
          <p:cNvPr id="9" name="object 4">
            <a:extLst>
              <a:ext uri="{FF2B5EF4-FFF2-40B4-BE49-F238E27FC236}">
                <a16:creationId xmlns:a16="http://schemas.microsoft.com/office/drawing/2014/main" id="{013F062F-5B18-48BB-9F83-F81553E254FC}"/>
              </a:ext>
            </a:extLst>
          </p:cNvPr>
          <p:cNvSpPr txBox="1">
            <a:spLocks noGrp="1"/>
          </p:cNvSpPr>
          <p:nvPr>
            <p:ph type="title"/>
          </p:nvPr>
        </p:nvSpPr>
        <p:spPr>
          <a:xfrm>
            <a:off x="3667886" y="228600"/>
            <a:ext cx="6227827" cy="753410"/>
          </a:xfrm>
          <a:prstGeom prst="rect">
            <a:avLst/>
          </a:prstGeom>
        </p:spPr>
        <p:txBody>
          <a:bodyPr vert="horz" wrap="square" lIns="0" tIns="14604" rIns="0" bIns="0" rtlCol="0">
            <a:spAutoFit/>
          </a:bodyPr>
          <a:lstStyle/>
          <a:p>
            <a:pPr marL="12700">
              <a:lnSpc>
                <a:spcPct val="100000"/>
              </a:lnSpc>
              <a:spcBef>
                <a:spcPts val="114"/>
              </a:spcBef>
            </a:pPr>
            <a:r>
              <a:rPr lang="id-ID" sz="4800" b="1" dirty="0">
                <a:latin typeface="Arial"/>
                <a:cs typeface="Arial"/>
              </a:rPr>
              <a:t>2. Tinjauan Pustaka</a:t>
            </a:r>
            <a:endParaRPr sz="4800" dirty="0">
              <a:latin typeface="Arial"/>
              <a:cs typeface="Arial"/>
            </a:endParaRPr>
          </a:p>
        </p:txBody>
      </p:sp>
    </p:spTree>
    <p:extLst>
      <p:ext uri="{BB962C8B-B14F-4D97-AF65-F5344CB8AC3E}">
        <p14:creationId xmlns:p14="http://schemas.microsoft.com/office/powerpoint/2010/main" val="42563587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42758E"/>
          </a:solidFill>
        </p:spPr>
        <p:txBody>
          <a:bodyPr wrap="square" lIns="0" tIns="0" rIns="0" bIns="0" rtlCol="0"/>
          <a:lstStyle/>
          <a:p>
            <a:endParaRPr/>
          </a:p>
        </p:txBody>
      </p:sp>
      <p:pic>
        <p:nvPicPr>
          <p:cNvPr id="3" name="object 3"/>
          <p:cNvPicPr/>
          <p:nvPr/>
        </p:nvPicPr>
        <p:blipFill>
          <a:blip r:embed="rId3" cstate="print"/>
          <a:stretch>
            <a:fillRect/>
          </a:stretch>
        </p:blipFill>
        <p:spPr>
          <a:xfrm>
            <a:off x="0" y="0"/>
            <a:ext cx="1664208" cy="6857997"/>
          </a:xfrm>
          <a:prstGeom prst="rect">
            <a:avLst/>
          </a:prstGeom>
        </p:spPr>
      </p:pic>
      <p:sp>
        <p:nvSpPr>
          <p:cNvPr id="4" name="object 4"/>
          <p:cNvSpPr txBox="1">
            <a:spLocks noGrp="1"/>
          </p:cNvSpPr>
          <p:nvPr>
            <p:ph type="title"/>
          </p:nvPr>
        </p:nvSpPr>
        <p:spPr>
          <a:xfrm>
            <a:off x="4191000" y="316001"/>
            <a:ext cx="4571239" cy="627736"/>
          </a:xfrm>
          <a:prstGeom prst="rect">
            <a:avLst/>
          </a:prstGeom>
        </p:spPr>
        <p:txBody>
          <a:bodyPr vert="horz" wrap="square" lIns="0" tIns="12065" rIns="0" bIns="0" rtlCol="0">
            <a:spAutoFit/>
          </a:bodyPr>
          <a:lstStyle/>
          <a:p>
            <a:pPr marL="1065530" marR="5080" indent="-1053465">
              <a:lnSpc>
                <a:spcPct val="100000"/>
              </a:lnSpc>
              <a:spcBef>
                <a:spcPts val="95"/>
              </a:spcBef>
            </a:pPr>
            <a:r>
              <a:rPr lang="en-ID" sz="4000" b="1" spc="-10" dirty="0">
                <a:latin typeface="Arial"/>
                <a:cs typeface="Arial"/>
              </a:rPr>
              <a:t>3</a:t>
            </a:r>
            <a:r>
              <a:rPr lang="id-ID" sz="4000" b="1" spc="-10" dirty="0">
                <a:latin typeface="Arial"/>
                <a:cs typeface="Arial"/>
              </a:rPr>
              <a:t>. </a:t>
            </a:r>
            <a:r>
              <a:rPr sz="4000" b="1" spc="-10" dirty="0">
                <a:latin typeface="Arial"/>
                <a:cs typeface="Arial"/>
              </a:rPr>
              <a:t>PEMBAHASA</a:t>
            </a:r>
            <a:r>
              <a:rPr lang="en-ID" sz="4000" b="1" spc="-10" dirty="0">
                <a:latin typeface="Arial"/>
                <a:cs typeface="Arial"/>
              </a:rPr>
              <a:t>N</a:t>
            </a:r>
            <a:endParaRPr sz="4000" dirty="0">
              <a:latin typeface="Arial"/>
              <a:cs typeface="Arial"/>
            </a:endParaRPr>
          </a:p>
        </p:txBody>
      </p:sp>
      <p:sp>
        <p:nvSpPr>
          <p:cNvPr id="5" name="object 5"/>
          <p:cNvSpPr txBox="1"/>
          <p:nvPr/>
        </p:nvSpPr>
        <p:spPr>
          <a:xfrm>
            <a:off x="3012185" y="1887473"/>
            <a:ext cx="7300595" cy="3164008"/>
          </a:xfrm>
          <a:prstGeom prst="rect">
            <a:avLst/>
          </a:prstGeom>
        </p:spPr>
        <p:txBody>
          <a:bodyPr vert="horz" wrap="square" lIns="0" tIns="12065" rIns="0" bIns="0" rtlCol="0">
            <a:spAutoFit/>
          </a:bodyPr>
          <a:lstStyle/>
          <a:p>
            <a:pPr marL="457200" indent="-457200" algn="just">
              <a:lnSpc>
                <a:spcPct val="150000"/>
              </a:lnSpc>
              <a:buFont typeface="Wingdings" panose="05000000000000000000" pitchFamily="2" charset="2"/>
              <a:buChar char="q"/>
              <a:defRPr/>
            </a:pPr>
            <a:r>
              <a:rPr lang="en-US" sz="2800" dirty="0" err="1">
                <a:solidFill>
                  <a:schemeClr val="bg1"/>
                </a:solidFill>
              </a:rPr>
              <a:t>Pembahasan</a:t>
            </a:r>
            <a:r>
              <a:rPr lang="en-US" sz="2800" dirty="0">
                <a:solidFill>
                  <a:schemeClr val="bg1"/>
                </a:solidFill>
              </a:rPr>
              <a:t> </a:t>
            </a:r>
            <a:r>
              <a:rPr lang="en-US" sz="2800" dirty="0" err="1">
                <a:solidFill>
                  <a:schemeClr val="bg1"/>
                </a:solidFill>
              </a:rPr>
              <a:t>fungsi-fungsi</a:t>
            </a:r>
            <a:r>
              <a:rPr lang="en-US" sz="2800" dirty="0">
                <a:solidFill>
                  <a:schemeClr val="bg1"/>
                </a:solidFill>
              </a:rPr>
              <a:t> </a:t>
            </a:r>
            <a:r>
              <a:rPr lang="en-US" sz="2800" dirty="0" err="1">
                <a:solidFill>
                  <a:schemeClr val="bg1"/>
                </a:solidFill>
              </a:rPr>
              <a:t>dari</a:t>
            </a:r>
            <a:r>
              <a:rPr lang="en-US" sz="2800" dirty="0">
                <a:solidFill>
                  <a:schemeClr val="bg1"/>
                </a:solidFill>
              </a:rPr>
              <a:t> Tools</a:t>
            </a:r>
          </a:p>
          <a:p>
            <a:pPr marL="457200" indent="-457200" algn="just">
              <a:lnSpc>
                <a:spcPct val="150000"/>
              </a:lnSpc>
              <a:buFont typeface="Wingdings" panose="05000000000000000000" pitchFamily="2" charset="2"/>
              <a:buChar char="q"/>
              <a:defRPr/>
            </a:pPr>
            <a:r>
              <a:rPr lang="en-US" sz="2800" dirty="0">
                <a:solidFill>
                  <a:schemeClr val="bg1"/>
                </a:solidFill>
              </a:rPr>
              <a:t>Cara </a:t>
            </a:r>
            <a:r>
              <a:rPr lang="en-US" sz="2800" dirty="0" err="1">
                <a:solidFill>
                  <a:schemeClr val="bg1"/>
                </a:solidFill>
              </a:rPr>
              <a:t>kerja</a:t>
            </a:r>
            <a:r>
              <a:rPr lang="en-US" sz="2800" dirty="0">
                <a:solidFill>
                  <a:schemeClr val="bg1"/>
                </a:solidFill>
              </a:rPr>
              <a:t> </a:t>
            </a:r>
            <a:r>
              <a:rPr lang="en-US" sz="2800" dirty="0" err="1">
                <a:solidFill>
                  <a:schemeClr val="bg1"/>
                </a:solidFill>
              </a:rPr>
              <a:t>dari</a:t>
            </a:r>
            <a:r>
              <a:rPr lang="en-US" sz="2800" dirty="0">
                <a:solidFill>
                  <a:schemeClr val="bg1"/>
                </a:solidFill>
              </a:rPr>
              <a:t> Tools</a:t>
            </a:r>
          </a:p>
          <a:p>
            <a:pPr marL="457200" indent="-457200" algn="just">
              <a:lnSpc>
                <a:spcPct val="150000"/>
              </a:lnSpc>
              <a:buFont typeface="Wingdings" panose="05000000000000000000" pitchFamily="2" charset="2"/>
              <a:buChar char="q"/>
              <a:defRPr/>
            </a:pPr>
            <a:r>
              <a:rPr lang="en-US" sz="2800" dirty="0">
                <a:solidFill>
                  <a:schemeClr val="bg1"/>
                </a:solidFill>
              </a:rPr>
              <a:t>Library </a:t>
            </a:r>
            <a:r>
              <a:rPr lang="en-US" sz="2800" dirty="0" err="1">
                <a:solidFill>
                  <a:schemeClr val="bg1"/>
                </a:solidFill>
              </a:rPr>
              <a:t>dari</a:t>
            </a:r>
            <a:r>
              <a:rPr lang="en-US" sz="2800" dirty="0">
                <a:solidFill>
                  <a:schemeClr val="bg1"/>
                </a:solidFill>
              </a:rPr>
              <a:t> Tools</a:t>
            </a:r>
          </a:p>
          <a:p>
            <a:pPr marL="457200" indent="-457200" algn="just">
              <a:lnSpc>
                <a:spcPct val="150000"/>
              </a:lnSpc>
              <a:buFont typeface="Wingdings" panose="05000000000000000000" pitchFamily="2" charset="2"/>
              <a:buChar char="q"/>
              <a:defRPr/>
            </a:pPr>
            <a:r>
              <a:rPr lang="en-US" sz="2800" dirty="0" err="1">
                <a:solidFill>
                  <a:schemeClr val="bg1"/>
                </a:solidFill>
              </a:rPr>
              <a:t>Pengaplikasian</a:t>
            </a:r>
            <a:r>
              <a:rPr lang="en-US" sz="2800" dirty="0">
                <a:solidFill>
                  <a:schemeClr val="bg1"/>
                </a:solidFill>
              </a:rPr>
              <a:t> Tools</a:t>
            </a:r>
          </a:p>
          <a:p>
            <a:pPr marL="457200" indent="-457200" algn="just">
              <a:lnSpc>
                <a:spcPct val="150000"/>
              </a:lnSpc>
              <a:buFont typeface="Wingdings" panose="05000000000000000000" pitchFamily="2" charset="2"/>
              <a:buChar char="q"/>
              <a:defRPr/>
            </a:pPr>
            <a:r>
              <a:rPr lang="en-US" sz="2800" dirty="0" err="1">
                <a:solidFill>
                  <a:schemeClr val="bg1"/>
                </a:solidFill>
              </a:rPr>
              <a:t>Kelebihan</a:t>
            </a:r>
            <a:r>
              <a:rPr lang="en-US" sz="2800" dirty="0">
                <a:solidFill>
                  <a:schemeClr val="bg1"/>
                </a:solidFill>
              </a:rPr>
              <a:t> Tools </a:t>
            </a:r>
            <a:r>
              <a:rPr lang="en-US" sz="2800" dirty="0" err="1">
                <a:solidFill>
                  <a:schemeClr val="bg1"/>
                </a:solidFill>
              </a:rPr>
              <a:t>dibanding</a:t>
            </a:r>
            <a:r>
              <a:rPr lang="en-US" sz="2800" dirty="0">
                <a:solidFill>
                  <a:schemeClr val="bg1"/>
                </a:solidFill>
              </a:rPr>
              <a:t> </a:t>
            </a:r>
            <a:r>
              <a:rPr lang="en-US" sz="2800" dirty="0" err="1">
                <a:solidFill>
                  <a:schemeClr val="bg1"/>
                </a:solidFill>
              </a:rPr>
              <a:t>aplikasi</a:t>
            </a:r>
            <a:r>
              <a:rPr lang="en-US" sz="2800" dirty="0">
                <a:solidFill>
                  <a:schemeClr val="bg1"/>
                </a:solidFill>
              </a:rPr>
              <a:t> </a:t>
            </a:r>
            <a:r>
              <a:rPr lang="en-US" sz="2800" dirty="0" err="1">
                <a:solidFill>
                  <a:schemeClr val="bg1"/>
                </a:solidFill>
              </a:rPr>
              <a:t>sejenis</a:t>
            </a:r>
            <a:endParaRPr lang="en-US" sz="2800" dirty="0">
              <a:solidFill>
                <a:schemeClr val="bg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42758E"/>
          </a:solidFill>
        </p:spPr>
        <p:txBody>
          <a:bodyPr wrap="square" lIns="0" tIns="0" rIns="0" bIns="0" rtlCol="0"/>
          <a:lstStyle/>
          <a:p>
            <a:endParaRPr/>
          </a:p>
        </p:txBody>
      </p:sp>
      <p:pic>
        <p:nvPicPr>
          <p:cNvPr id="3" name="object 3"/>
          <p:cNvPicPr/>
          <p:nvPr/>
        </p:nvPicPr>
        <p:blipFill>
          <a:blip r:embed="rId2" cstate="print"/>
          <a:stretch>
            <a:fillRect/>
          </a:stretch>
        </p:blipFill>
        <p:spPr>
          <a:xfrm>
            <a:off x="0" y="0"/>
            <a:ext cx="1664208" cy="6857997"/>
          </a:xfrm>
          <a:prstGeom prst="rect">
            <a:avLst/>
          </a:prstGeom>
        </p:spPr>
      </p:pic>
      <p:sp>
        <p:nvSpPr>
          <p:cNvPr id="4" name="object 4"/>
          <p:cNvSpPr txBox="1">
            <a:spLocks noGrp="1"/>
          </p:cNvSpPr>
          <p:nvPr>
            <p:ph type="title"/>
          </p:nvPr>
        </p:nvSpPr>
        <p:spPr>
          <a:xfrm>
            <a:off x="4191000" y="316001"/>
            <a:ext cx="4571239" cy="627736"/>
          </a:xfrm>
          <a:prstGeom prst="rect">
            <a:avLst/>
          </a:prstGeom>
        </p:spPr>
        <p:txBody>
          <a:bodyPr vert="horz" wrap="square" lIns="0" tIns="12065" rIns="0" bIns="0" rtlCol="0">
            <a:spAutoFit/>
          </a:bodyPr>
          <a:lstStyle/>
          <a:p>
            <a:pPr marL="1065530" marR="5080" indent="-1053465">
              <a:lnSpc>
                <a:spcPct val="100000"/>
              </a:lnSpc>
              <a:spcBef>
                <a:spcPts val="95"/>
              </a:spcBef>
            </a:pPr>
            <a:r>
              <a:rPr lang="en-ID" sz="4000" b="1" spc="-10" dirty="0">
                <a:latin typeface="Arial"/>
                <a:cs typeface="Arial"/>
              </a:rPr>
              <a:t>3</a:t>
            </a:r>
            <a:r>
              <a:rPr lang="id-ID" sz="4000" b="1" spc="-10" dirty="0">
                <a:latin typeface="Arial"/>
                <a:cs typeface="Arial"/>
              </a:rPr>
              <a:t>. </a:t>
            </a:r>
            <a:r>
              <a:rPr sz="4000" b="1" spc="-10" dirty="0">
                <a:latin typeface="Arial"/>
                <a:cs typeface="Arial"/>
              </a:rPr>
              <a:t>PEMBAHASA</a:t>
            </a:r>
            <a:r>
              <a:rPr lang="en-ID" sz="4000" b="1" spc="-10" dirty="0">
                <a:latin typeface="Arial"/>
                <a:cs typeface="Arial"/>
              </a:rPr>
              <a:t>N</a:t>
            </a:r>
            <a:endParaRPr sz="4000" dirty="0">
              <a:latin typeface="Arial"/>
              <a:cs typeface="Arial"/>
            </a:endParaRPr>
          </a:p>
        </p:txBody>
      </p:sp>
      <p:pic>
        <p:nvPicPr>
          <p:cNvPr id="6" name="Picture 5">
            <a:extLst>
              <a:ext uri="{FF2B5EF4-FFF2-40B4-BE49-F238E27FC236}">
                <a16:creationId xmlns:a16="http://schemas.microsoft.com/office/drawing/2014/main" id="{9B95ACA5-6BBD-4C88-8E05-9EA4EECF04E2}"/>
              </a:ext>
            </a:extLst>
          </p:cNvPr>
          <p:cNvPicPr>
            <a:picLocks noChangeAspect="1"/>
          </p:cNvPicPr>
          <p:nvPr/>
        </p:nvPicPr>
        <p:blipFill rotWithShape="1">
          <a:blip r:embed="rId3"/>
          <a:srcRect r="7948"/>
          <a:stretch/>
        </p:blipFill>
        <p:spPr>
          <a:xfrm>
            <a:off x="2974146" y="1028680"/>
            <a:ext cx="7006550" cy="5744377"/>
          </a:xfrm>
          <a:prstGeom prst="rect">
            <a:avLst/>
          </a:prstGeom>
        </p:spPr>
      </p:pic>
    </p:spTree>
    <p:extLst>
      <p:ext uri="{BB962C8B-B14F-4D97-AF65-F5344CB8AC3E}">
        <p14:creationId xmlns:p14="http://schemas.microsoft.com/office/powerpoint/2010/main" val="6840320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42758E"/>
          </a:solidFill>
        </p:spPr>
        <p:txBody>
          <a:bodyPr wrap="square" lIns="0" tIns="0" rIns="0" bIns="0" rtlCol="0"/>
          <a:lstStyle/>
          <a:p>
            <a:endParaRPr/>
          </a:p>
        </p:txBody>
      </p:sp>
      <p:pic>
        <p:nvPicPr>
          <p:cNvPr id="3" name="object 3"/>
          <p:cNvPicPr/>
          <p:nvPr/>
        </p:nvPicPr>
        <p:blipFill>
          <a:blip r:embed="rId2" cstate="print"/>
          <a:stretch>
            <a:fillRect/>
          </a:stretch>
        </p:blipFill>
        <p:spPr>
          <a:xfrm>
            <a:off x="0" y="0"/>
            <a:ext cx="1664208" cy="6857997"/>
          </a:xfrm>
          <a:prstGeom prst="rect">
            <a:avLst/>
          </a:prstGeom>
        </p:spPr>
      </p:pic>
      <p:sp>
        <p:nvSpPr>
          <p:cNvPr id="4" name="object 4"/>
          <p:cNvSpPr txBox="1">
            <a:spLocks noGrp="1"/>
          </p:cNvSpPr>
          <p:nvPr>
            <p:ph type="title"/>
          </p:nvPr>
        </p:nvSpPr>
        <p:spPr>
          <a:xfrm>
            <a:off x="4191000" y="316001"/>
            <a:ext cx="4571239" cy="627736"/>
          </a:xfrm>
          <a:prstGeom prst="rect">
            <a:avLst/>
          </a:prstGeom>
        </p:spPr>
        <p:txBody>
          <a:bodyPr vert="horz" wrap="square" lIns="0" tIns="12065" rIns="0" bIns="0" rtlCol="0">
            <a:spAutoFit/>
          </a:bodyPr>
          <a:lstStyle/>
          <a:p>
            <a:pPr marL="1065530" marR="5080" indent="-1053465">
              <a:lnSpc>
                <a:spcPct val="100000"/>
              </a:lnSpc>
              <a:spcBef>
                <a:spcPts val="95"/>
              </a:spcBef>
            </a:pPr>
            <a:r>
              <a:rPr lang="en-ID" sz="4000" b="1" spc="-10" dirty="0">
                <a:latin typeface="Arial"/>
                <a:cs typeface="Arial"/>
              </a:rPr>
              <a:t>3</a:t>
            </a:r>
            <a:r>
              <a:rPr lang="id-ID" sz="4000" b="1" spc="-10" dirty="0">
                <a:latin typeface="Arial"/>
                <a:cs typeface="Arial"/>
              </a:rPr>
              <a:t>. </a:t>
            </a:r>
            <a:r>
              <a:rPr sz="4000" b="1" spc="-10" dirty="0">
                <a:latin typeface="Arial"/>
                <a:cs typeface="Arial"/>
              </a:rPr>
              <a:t>PEMBAHASA</a:t>
            </a:r>
            <a:r>
              <a:rPr lang="en-ID" sz="4000" b="1" spc="-10" dirty="0">
                <a:latin typeface="Arial"/>
                <a:cs typeface="Arial"/>
              </a:rPr>
              <a:t>N</a:t>
            </a:r>
            <a:endParaRPr sz="4000" dirty="0">
              <a:latin typeface="Arial"/>
              <a:cs typeface="Arial"/>
            </a:endParaRPr>
          </a:p>
        </p:txBody>
      </p:sp>
      <p:pic>
        <p:nvPicPr>
          <p:cNvPr id="5" name="Picture 4">
            <a:extLst>
              <a:ext uri="{FF2B5EF4-FFF2-40B4-BE49-F238E27FC236}">
                <a16:creationId xmlns:a16="http://schemas.microsoft.com/office/drawing/2014/main" id="{E4D58B4E-78A5-4AF9-A87C-64BE24A19B6A}"/>
              </a:ext>
            </a:extLst>
          </p:cNvPr>
          <p:cNvPicPr>
            <a:picLocks noChangeAspect="1"/>
          </p:cNvPicPr>
          <p:nvPr/>
        </p:nvPicPr>
        <p:blipFill>
          <a:blip r:embed="rId3"/>
          <a:stretch>
            <a:fillRect/>
          </a:stretch>
        </p:blipFill>
        <p:spPr>
          <a:xfrm>
            <a:off x="3285298" y="1047737"/>
            <a:ext cx="6382641" cy="5649113"/>
          </a:xfrm>
          <a:prstGeom prst="rect">
            <a:avLst/>
          </a:prstGeom>
        </p:spPr>
      </p:pic>
    </p:spTree>
    <p:extLst>
      <p:ext uri="{BB962C8B-B14F-4D97-AF65-F5344CB8AC3E}">
        <p14:creationId xmlns:p14="http://schemas.microsoft.com/office/powerpoint/2010/main" val="8797999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42758E"/>
          </a:solidFill>
        </p:spPr>
        <p:txBody>
          <a:bodyPr wrap="square" lIns="0" tIns="0" rIns="0" bIns="0" rtlCol="0"/>
          <a:lstStyle/>
          <a:p>
            <a:endParaRPr/>
          </a:p>
        </p:txBody>
      </p:sp>
      <p:pic>
        <p:nvPicPr>
          <p:cNvPr id="3" name="object 3"/>
          <p:cNvPicPr/>
          <p:nvPr/>
        </p:nvPicPr>
        <p:blipFill>
          <a:blip r:embed="rId2" cstate="print"/>
          <a:stretch>
            <a:fillRect/>
          </a:stretch>
        </p:blipFill>
        <p:spPr>
          <a:xfrm>
            <a:off x="0" y="0"/>
            <a:ext cx="1664208" cy="6857997"/>
          </a:xfrm>
          <a:prstGeom prst="rect">
            <a:avLst/>
          </a:prstGeom>
        </p:spPr>
      </p:pic>
      <p:sp>
        <p:nvSpPr>
          <p:cNvPr id="4" name="object 4"/>
          <p:cNvSpPr txBox="1">
            <a:spLocks noGrp="1"/>
          </p:cNvSpPr>
          <p:nvPr>
            <p:ph type="title"/>
          </p:nvPr>
        </p:nvSpPr>
        <p:spPr>
          <a:xfrm>
            <a:off x="4191000" y="316001"/>
            <a:ext cx="4571239" cy="627736"/>
          </a:xfrm>
          <a:prstGeom prst="rect">
            <a:avLst/>
          </a:prstGeom>
        </p:spPr>
        <p:txBody>
          <a:bodyPr vert="horz" wrap="square" lIns="0" tIns="12065" rIns="0" bIns="0" rtlCol="0">
            <a:spAutoFit/>
          </a:bodyPr>
          <a:lstStyle/>
          <a:p>
            <a:pPr marL="1065530" marR="5080" indent="-1053465">
              <a:lnSpc>
                <a:spcPct val="100000"/>
              </a:lnSpc>
              <a:spcBef>
                <a:spcPts val="95"/>
              </a:spcBef>
            </a:pPr>
            <a:r>
              <a:rPr lang="en-ID" sz="4000" b="1" spc="-10" dirty="0">
                <a:latin typeface="Arial"/>
                <a:cs typeface="Arial"/>
              </a:rPr>
              <a:t>3</a:t>
            </a:r>
            <a:r>
              <a:rPr lang="id-ID" sz="4000" b="1" spc="-10" dirty="0">
                <a:latin typeface="Arial"/>
                <a:cs typeface="Arial"/>
              </a:rPr>
              <a:t>. </a:t>
            </a:r>
            <a:r>
              <a:rPr sz="4000" b="1" spc="-10" dirty="0">
                <a:latin typeface="Arial"/>
                <a:cs typeface="Arial"/>
              </a:rPr>
              <a:t>PEMBAHASA</a:t>
            </a:r>
            <a:r>
              <a:rPr lang="en-ID" sz="4000" b="1" spc="-10" dirty="0">
                <a:latin typeface="Arial"/>
                <a:cs typeface="Arial"/>
              </a:rPr>
              <a:t>N</a:t>
            </a:r>
            <a:endParaRPr sz="4000" dirty="0">
              <a:latin typeface="Arial"/>
              <a:cs typeface="Arial"/>
            </a:endParaRPr>
          </a:p>
        </p:txBody>
      </p:sp>
      <p:pic>
        <p:nvPicPr>
          <p:cNvPr id="8" name="Picture 7">
            <a:extLst>
              <a:ext uri="{FF2B5EF4-FFF2-40B4-BE49-F238E27FC236}">
                <a16:creationId xmlns:a16="http://schemas.microsoft.com/office/drawing/2014/main" id="{AD9D9DBE-5FC8-40EC-8D73-76CAC4DD9464}"/>
              </a:ext>
            </a:extLst>
          </p:cNvPr>
          <p:cNvPicPr>
            <a:picLocks noChangeAspect="1"/>
          </p:cNvPicPr>
          <p:nvPr/>
        </p:nvPicPr>
        <p:blipFill>
          <a:blip r:embed="rId3"/>
          <a:stretch>
            <a:fillRect/>
          </a:stretch>
        </p:blipFill>
        <p:spPr>
          <a:xfrm>
            <a:off x="3299588" y="1104888"/>
            <a:ext cx="6354062" cy="5620534"/>
          </a:xfrm>
          <a:prstGeom prst="rect">
            <a:avLst/>
          </a:prstGeom>
        </p:spPr>
      </p:pic>
    </p:spTree>
    <p:extLst>
      <p:ext uri="{BB962C8B-B14F-4D97-AF65-F5344CB8AC3E}">
        <p14:creationId xmlns:p14="http://schemas.microsoft.com/office/powerpoint/2010/main" val="17064378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42758E"/>
          </a:solidFill>
        </p:spPr>
        <p:txBody>
          <a:bodyPr wrap="square" lIns="0" tIns="0" rIns="0" bIns="0" rtlCol="0"/>
          <a:lstStyle/>
          <a:p>
            <a:endParaRPr/>
          </a:p>
        </p:txBody>
      </p:sp>
      <p:pic>
        <p:nvPicPr>
          <p:cNvPr id="3" name="object 3"/>
          <p:cNvPicPr/>
          <p:nvPr/>
        </p:nvPicPr>
        <p:blipFill>
          <a:blip r:embed="rId2" cstate="print"/>
          <a:stretch>
            <a:fillRect/>
          </a:stretch>
        </p:blipFill>
        <p:spPr>
          <a:xfrm>
            <a:off x="0" y="0"/>
            <a:ext cx="1664208" cy="6857997"/>
          </a:xfrm>
          <a:prstGeom prst="rect">
            <a:avLst/>
          </a:prstGeom>
        </p:spPr>
      </p:pic>
      <p:sp>
        <p:nvSpPr>
          <p:cNvPr id="4" name="object 4"/>
          <p:cNvSpPr txBox="1">
            <a:spLocks noGrp="1"/>
          </p:cNvSpPr>
          <p:nvPr>
            <p:ph type="title"/>
          </p:nvPr>
        </p:nvSpPr>
        <p:spPr>
          <a:xfrm>
            <a:off x="4191000" y="316001"/>
            <a:ext cx="4571239" cy="627736"/>
          </a:xfrm>
          <a:prstGeom prst="rect">
            <a:avLst/>
          </a:prstGeom>
        </p:spPr>
        <p:txBody>
          <a:bodyPr vert="horz" wrap="square" lIns="0" tIns="12065" rIns="0" bIns="0" rtlCol="0">
            <a:spAutoFit/>
          </a:bodyPr>
          <a:lstStyle/>
          <a:p>
            <a:pPr marL="1065530" marR="5080" indent="-1053465">
              <a:lnSpc>
                <a:spcPct val="100000"/>
              </a:lnSpc>
              <a:spcBef>
                <a:spcPts val="95"/>
              </a:spcBef>
            </a:pPr>
            <a:r>
              <a:rPr lang="en-ID" sz="4000" b="1" spc="-10" dirty="0">
                <a:latin typeface="Arial"/>
                <a:cs typeface="Arial"/>
              </a:rPr>
              <a:t>3</a:t>
            </a:r>
            <a:r>
              <a:rPr lang="id-ID" sz="4000" b="1" spc="-10" dirty="0">
                <a:latin typeface="Arial"/>
                <a:cs typeface="Arial"/>
              </a:rPr>
              <a:t>. </a:t>
            </a:r>
            <a:r>
              <a:rPr sz="4000" b="1" spc="-10" dirty="0">
                <a:latin typeface="Arial"/>
                <a:cs typeface="Arial"/>
              </a:rPr>
              <a:t>PEMBAHASA</a:t>
            </a:r>
            <a:r>
              <a:rPr lang="en-ID" sz="4000" b="1" spc="-10" dirty="0">
                <a:latin typeface="Arial"/>
                <a:cs typeface="Arial"/>
              </a:rPr>
              <a:t>N</a:t>
            </a:r>
            <a:endParaRPr sz="4000" dirty="0">
              <a:latin typeface="Arial"/>
              <a:cs typeface="Arial"/>
            </a:endParaRPr>
          </a:p>
        </p:txBody>
      </p:sp>
      <p:pic>
        <p:nvPicPr>
          <p:cNvPr id="5" name="Picture 4">
            <a:extLst>
              <a:ext uri="{FF2B5EF4-FFF2-40B4-BE49-F238E27FC236}">
                <a16:creationId xmlns:a16="http://schemas.microsoft.com/office/drawing/2014/main" id="{01F44AB7-F3F2-4E73-A462-8B447D879029}"/>
              </a:ext>
            </a:extLst>
          </p:cNvPr>
          <p:cNvPicPr>
            <a:picLocks noChangeAspect="1"/>
          </p:cNvPicPr>
          <p:nvPr/>
        </p:nvPicPr>
        <p:blipFill>
          <a:blip r:embed="rId3"/>
          <a:stretch>
            <a:fillRect/>
          </a:stretch>
        </p:blipFill>
        <p:spPr>
          <a:xfrm>
            <a:off x="3018995" y="990600"/>
            <a:ext cx="6154009" cy="1638529"/>
          </a:xfrm>
          <a:prstGeom prst="rect">
            <a:avLst/>
          </a:prstGeom>
        </p:spPr>
      </p:pic>
      <p:pic>
        <p:nvPicPr>
          <p:cNvPr id="6" name="Picture 5">
            <a:extLst>
              <a:ext uri="{FF2B5EF4-FFF2-40B4-BE49-F238E27FC236}">
                <a16:creationId xmlns:a16="http://schemas.microsoft.com/office/drawing/2014/main" id="{22ABDC82-2F43-4553-9E74-D587246BE7B9}"/>
              </a:ext>
            </a:extLst>
          </p:cNvPr>
          <p:cNvPicPr>
            <a:picLocks noChangeAspect="1"/>
          </p:cNvPicPr>
          <p:nvPr/>
        </p:nvPicPr>
        <p:blipFill rotWithShape="1">
          <a:blip r:embed="rId4"/>
          <a:srcRect l="5360" t="258" r="-220" b="26045"/>
          <a:stretch/>
        </p:blipFill>
        <p:spPr>
          <a:xfrm>
            <a:off x="3018994" y="2619604"/>
            <a:ext cx="6154010" cy="4085996"/>
          </a:xfrm>
          <a:prstGeom prst="rect">
            <a:avLst/>
          </a:prstGeom>
        </p:spPr>
      </p:pic>
    </p:spTree>
    <p:extLst>
      <p:ext uri="{BB962C8B-B14F-4D97-AF65-F5344CB8AC3E}">
        <p14:creationId xmlns:p14="http://schemas.microsoft.com/office/powerpoint/2010/main" val="16113246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42758E"/>
          </a:solidFill>
        </p:spPr>
        <p:txBody>
          <a:bodyPr wrap="square" lIns="0" tIns="0" rIns="0" bIns="0" rtlCol="0"/>
          <a:lstStyle/>
          <a:p>
            <a:endParaRPr/>
          </a:p>
        </p:txBody>
      </p:sp>
      <p:pic>
        <p:nvPicPr>
          <p:cNvPr id="3" name="object 3"/>
          <p:cNvPicPr/>
          <p:nvPr/>
        </p:nvPicPr>
        <p:blipFill>
          <a:blip r:embed="rId2" cstate="print"/>
          <a:stretch>
            <a:fillRect/>
          </a:stretch>
        </p:blipFill>
        <p:spPr>
          <a:xfrm>
            <a:off x="0" y="0"/>
            <a:ext cx="1664208" cy="6857997"/>
          </a:xfrm>
          <a:prstGeom prst="rect">
            <a:avLst/>
          </a:prstGeom>
        </p:spPr>
      </p:pic>
      <p:sp>
        <p:nvSpPr>
          <p:cNvPr id="4" name="object 4"/>
          <p:cNvSpPr txBox="1">
            <a:spLocks noGrp="1"/>
          </p:cNvSpPr>
          <p:nvPr>
            <p:ph type="title"/>
          </p:nvPr>
        </p:nvSpPr>
        <p:spPr>
          <a:xfrm>
            <a:off x="4191000" y="316001"/>
            <a:ext cx="4571239" cy="627736"/>
          </a:xfrm>
          <a:prstGeom prst="rect">
            <a:avLst/>
          </a:prstGeom>
        </p:spPr>
        <p:txBody>
          <a:bodyPr vert="horz" wrap="square" lIns="0" tIns="12065" rIns="0" bIns="0" rtlCol="0">
            <a:spAutoFit/>
          </a:bodyPr>
          <a:lstStyle/>
          <a:p>
            <a:pPr marL="1065530" marR="5080" indent="-1053465">
              <a:lnSpc>
                <a:spcPct val="100000"/>
              </a:lnSpc>
              <a:spcBef>
                <a:spcPts val="95"/>
              </a:spcBef>
            </a:pPr>
            <a:r>
              <a:rPr lang="en-ID" sz="4000" b="1" spc="-10" dirty="0">
                <a:latin typeface="Arial"/>
                <a:cs typeface="Arial"/>
              </a:rPr>
              <a:t>4. </a:t>
            </a:r>
            <a:r>
              <a:rPr lang="id-ID" sz="4000" b="1" spc="-10" dirty="0">
                <a:latin typeface="Arial"/>
                <a:cs typeface="Arial"/>
              </a:rPr>
              <a:t>Penutup</a:t>
            </a:r>
            <a:endParaRPr sz="4000" dirty="0">
              <a:latin typeface="Arial"/>
              <a:cs typeface="Arial"/>
            </a:endParaRPr>
          </a:p>
        </p:txBody>
      </p:sp>
      <p:sp>
        <p:nvSpPr>
          <p:cNvPr id="5" name="object 5"/>
          <p:cNvSpPr txBox="1"/>
          <p:nvPr/>
        </p:nvSpPr>
        <p:spPr>
          <a:xfrm>
            <a:off x="3012185" y="1887473"/>
            <a:ext cx="8036815" cy="2517677"/>
          </a:xfrm>
          <a:prstGeom prst="rect">
            <a:avLst/>
          </a:prstGeom>
        </p:spPr>
        <p:txBody>
          <a:bodyPr vert="horz" wrap="square" lIns="0" tIns="12065" rIns="0" bIns="0" rtlCol="0">
            <a:spAutoFit/>
          </a:bodyPr>
          <a:lstStyle/>
          <a:p>
            <a:pPr>
              <a:lnSpc>
                <a:spcPct val="150000"/>
              </a:lnSpc>
            </a:pPr>
            <a:r>
              <a:rPr lang="id-ID" sz="2800" dirty="0">
                <a:solidFill>
                  <a:schemeClr val="bg1"/>
                </a:solidFill>
              </a:rPr>
              <a:t>Kesimpulan :</a:t>
            </a:r>
          </a:p>
          <a:p>
            <a:pPr marL="342900" indent="-342900">
              <a:lnSpc>
                <a:spcPct val="150000"/>
              </a:lnSpc>
              <a:buFont typeface="Wingdings" panose="05000000000000000000" pitchFamily="2" charset="2"/>
              <a:buChar char="q"/>
            </a:pPr>
            <a:r>
              <a:rPr lang="en-US" sz="2800" dirty="0" err="1">
                <a:solidFill>
                  <a:schemeClr val="bg1"/>
                </a:solidFill>
              </a:rPr>
              <a:t>Keberhasil</a:t>
            </a:r>
            <a:r>
              <a:rPr lang="en-US" sz="2800" dirty="0">
                <a:solidFill>
                  <a:schemeClr val="bg1"/>
                </a:solidFill>
              </a:rPr>
              <a:t> </a:t>
            </a:r>
            <a:r>
              <a:rPr lang="en-US" sz="2800" dirty="0" err="1">
                <a:solidFill>
                  <a:schemeClr val="bg1"/>
                </a:solidFill>
              </a:rPr>
              <a:t>atau</a:t>
            </a:r>
            <a:r>
              <a:rPr lang="en-US" sz="2800" dirty="0">
                <a:solidFill>
                  <a:schemeClr val="bg1"/>
                </a:solidFill>
              </a:rPr>
              <a:t> </a:t>
            </a:r>
            <a:r>
              <a:rPr lang="en-US" sz="2800" dirty="0" err="1">
                <a:solidFill>
                  <a:schemeClr val="bg1"/>
                </a:solidFill>
              </a:rPr>
              <a:t>tidak</a:t>
            </a:r>
            <a:r>
              <a:rPr lang="en-US" sz="2800" dirty="0">
                <a:solidFill>
                  <a:schemeClr val="bg1"/>
                </a:solidFill>
              </a:rPr>
              <a:t> </a:t>
            </a:r>
            <a:r>
              <a:rPr lang="en-US" sz="2800" dirty="0" err="1">
                <a:solidFill>
                  <a:schemeClr val="bg1"/>
                </a:solidFill>
              </a:rPr>
              <a:t>menemukan</a:t>
            </a:r>
            <a:r>
              <a:rPr lang="en-US" sz="2800" dirty="0">
                <a:solidFill>
                  <a:schemeClr val="bg1"/>
                </a:solidFill>
              </a:rPr>
              <a:t> </a:t>
            </a:r>
            <a:r>
              <a:rPr lang="en-US" sz="2800" dirty="0" err="1">
                <a:solidFill>
                  <a:schemeClr val="bg1"/>
                </a:solidFill>
              </a:rPr>
              <a:t>keunggulan</a:t>
            </a:r>
            <a:r>
              <a:rPr lang="en-US" sz="2800" dirty="0">
                <a:solidFill>
                  <a:schemeClr val="bg1"/>
                </a:solidFill>
              </a:rPr>
              <a:t> </a:t>
            </a:r>
          </a:p>
          <a:p>
            <a:pPr marL="342900" indent="-342900">
              <a:lnSpc>
                <a:spcPct val="150000"/>
              </a:lnSpc>
              <a:buFont typeface="Wingdings" panose="05000000000000000000" pitchFamily="2" charset="2"/>
              <a:buChar char="q"/>
            </a:pPr>
            <a:r>
              <a:rPr lang="en-US" sz="2800" dirty="0" err="1">
                <a:solidFill>
                  <a:schemeClr val="bg1"/>
                </a:solidFill>
              </a:rPr>
              <a:t>Fitur</a:t>
            </a:r>
            <a:r>
              <a:rPr lang="en-US" sz="2800" dirty="0">
                <a:solidFill>
                  <a:schemeClr val="bg1"/>
                </a:solidFill>
              </a:rPr>
              <a:t> </a:t>
            </a:r>
            <a:r>
              <a:rPr lang="en-US" sz="2800" dirty="0" err="1">
                <a:solidFill>
                  <a:schemeClr val="bg1"/>
                </a:solidFill>
              </a:rPr>
              <a:t>unggulan</a:t>
            </a:r>
            <a:r>
              <a:rPr lang="en-US" sz="2800" dirty="0">
                <a:solidFill>
                  <a:schemeClr val="bg1"/>
                </a:solidFill>
              </a:rPr>
              <a:t> </a:t>
            </a:r>
          </a:p>
          <a:p>
            <a:pPr marL="342900" indent="-342900">
              <a:lnSpc>
                <a:spcPct val="150000"/>
              </a:lnSpc>
              <a:buFont typeface="Wingdings" panose="05000000000000000000" pitchFamily="2" charset="2"/>
              <a:buChar char="q"/>
            </a:pPr>
            <a:r>
              <a:rPr lang="en-US" sz="2800" dirty="0" err="1">
                <a:solidFill>
                  <a:schemeClr val="bg1"/>
                </a:solidFill>
              </a:rPr>
              <a:t>batasan</a:t>
            </a:r>
            <a:r>
              <a:rPr lang="en-US" sz="2800" dirty="0">
                <a:solidFill>
                  <a:schemeClr val="bg1"/>
                </a:solidFill>
              </a:rPr>
              <a:t> </a:t>
            </a:r>
            <a:r>
              <a:rPr lang="en-US" sz="2800" dirty="0" err="1">
                <a:solidFill>
                  <a:schemeClr val="bg1"/>
                </a:solidFill>
              </a:rPr>
              <a:t>dari</a:t>
            </a:r>
            <a:r>
              <a:rPr lang="en-US" sz="2800" dirty="0">
                <a:solidFill>
                  <a:schemeClr val="bg1"/>
                </a:solidFill>
              </a:rPr>
              <a:t> tool</a:t>
            </a:r>
          </a:p>
        </p:txBody>
      </p:sp>
    </p:spTree>
    <p:extLst>
      <p:ext uri="{BB962C8B-B14F-4D97-AF65-F5344CB8AC3E}">
        <p14:creationId xmlns:p14="http://schemas.microsoft.com/office/powerpoint/2010/main" val="21553639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42758E"/>
          </a:solidFill>
        </p:spPr>
        <p:txBody>
          <a:bodyPr wrap="square" lIns="0" tIns="0" rIns="0" bIns="0" rtlCol="0"/>
          <a:lstStyle/>
          <a:p>
            <a:endParaRPr/>
          </a:p>
        </p:txBody>
      </p:sp>
      <p:pic>
        <p:nvPicPr>
          <p:cNvPr id="3" name="object 3"/>
          <p:cNvPicPr/>
          <p:nvPr/>
        </p:nvPicPr>
        <p:blipFill>
          <a:blip r:embed="rId2" cstate="print"/>
          <a:stretch>
            <a:fillRect/>
          </a:stretch>
        </p:blipFill>
        <p:spPr>
          <a:xfrm>
            <a:off x="0" y="0"/>
            <a:ext cx="1664208" cy="6857997"/>
          </a:xfrm>
          <a:prstGeom prst="rect">
            <a:avLst/>
          </a:prstGeom>
        </p:spPr>
      </p:pic>
      <p:sp>
        <p:nvSpPr>
          <p:cNvPr id="4" name="object 4"/>
          <p:cNvSpPr txBox="1">
            <a:spLocks noGrp="1"/>
          </p:cNvSpPr>
          <p:nvPr>
            <p:ph type="title"/>
          </p:nvPr>
        </p:nvSpPr>
        <p:spPr>
          <a:xfrm>
            <a:off x="4191000" y="316001"/>
            <a:ext cx="4571239" cy="627736"/>
          </a:xfrm>
          <a:prstGeom prst="rect">
            <a:avLst/>
          </a:prstGeom>
        </p:spPr>
        <p:txBody>
          <a:bodyPr vert="horz" wrap="square" lIns="0" tIns="12065" rIns="0" bIns="0" rtlCol="0">
            <a:spAutoFit/>
          </a:bodyPr>
          <a:lstStyle/>
          <a:p>
            <a:pPr marL="1065530" marR="5080" indent="-1053465">
              <a:lnSpc>
                <a:spcPct val="100000"/>
              </a:lnSpc>
              <a:spcBef>
                <a:spcPts val="95"/>
              </a:spcBef>
            </a:pPr>
            <a:r>
              <a:rPr lang="id-ID" sz="4000" b="1" spc="-10" dirty="0">
                <a:latin typeface="Arial"/>
                <a:cs typeface="Arial"/>
              </a:rPr>
              <a:t>4. </a:t>
            </a:r>
            <a:r>
              <a:rPr sz="4000" b="1" spc="-10" dirty="0">
                <a:latin typeface="Arial"/>
                <a:cs typeface="Arial"/>
              </a:rPr>
              <a:t>P</a:t>
            </a:r>
            <a:r>
              <a:rPr lang="en-ID" sz="4000" b="1" spc="-10" dirty="0">
                <a:latin typeface="Arial"/>
                <a:cs typeface="Arial"/>
              </a:rPr>
              <a:t>E</a:t>
            </a:r>
            <a:r>
              <a:rPr lang="id-ID" sz="4000" b="1" spc="-10" dirty="0">
                <a:latin typeface="Arial"/>
                <a:cs typeface="Arial"/>
              </a:rPr>
              <a:t>NUTUP</a:t>
            </a:r>
            <a:endParaRPr sz="4000" dirty="0">
              <a:latin typeface="Arial"/>
              <a:cs typeface="Arial"/>
            </a:endParaRPr>
          </a:p>
        </p:txBody>
      </p:sp>
      <p:pic>
        <p:nvPicPr>
          <p:cNvPr id="7" name="Picture 6">
            <a:extLst>
              <a:ext uri="{FF2B5EF4-FFF2-40B4-BE49-F238E27FC236}">
                <a16:creationId xmlns:a16="http://schemas.microsoft.com/office/drawing/2014/main" id="{EE279CEE-D7D1-4968-AA1C-0B9E39F8008B}"/>
              </a:ext>
            </a:extLst>
          </p:cNvPr>
          <p:cNvPicPr>
            <a:picLocks noChangeAspect="1"/>
          </p:cNvPicPr>
          <p:nvPr/>
        </p:nvPicPr>
        <p:blipFill>
          <a:blip r:embed="rId3"/>
          <a:stretch>
            <a:fillRect/>
          </a:stretch>
        </p:blipFill>
        <p:spPr>
          <a:xfrm>
            <a:off x="3352800" y="1283550"/>
            <a:ext cx="6030167" cy="4944165"/>
          </a:xfrm>
          <a:prstGeom prst="rect">
            <a:avLst/>
          </a:prstGeom>
        </p:spPr>
      </p:pic>
    </p:spTree>
    <p:extLst>
      <p:ext uri="{BB962C8B-B14F-4D97-AF65-F5344CB8AC3E}">
        <p14:creationId xmlns:p14="http://schemas.microsoft.com/office/powerpoint/2010/main" val="22890106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553A2DB-882E-49F7-92E4-C50682E63E21}"/>
              </a:ext>
            </a:extLst>
          </p:cNvPr>
          <p:cNvSpPr/>
          <p:nvPr/>
        </p:nvSpPr>
        <p:spPr>
          <a:xfrm>
            <a:off x="2971800" y="1524000"/>
            <a:ext cx="7315200" cy="4190314"/>
          </a:xfrm>
          <a:prstGeom prst="rect">
            <a:avLst/>
          </a:prstGeom>
        </p:spPr>
        <p:txBody>
          <a:bodyPr wrap="square">
            <a:spAutoFit/>
          </a:bodyPr>
          <a:lstStyle/>
          <a:p>
            <a:pPr marL="342900" indent="-342900">
              <a:lnSpc>
                <a:spcPct val="150000"/>
              </a:lnSpc>
              <a:buFont typeface="Wingdings" panose="05000000000000000000" pitchFamily="2" charset="2"/>
              <a:buChar char="q"/>
            </a:pPr>
            <a:r>
              <a:rPr lang="en-US" sz="2000" dirty="0" err="1">
                <a:solidFill>
                  <a:schemeClr val="bg1"/>
                </a:solidFill>
              </a:rPr>
              <a:t>Buatlah</a:t>
            </a:r>
            <a:r>
              <a:rPr lang="en-US" sz="2000" dirty="0">
                <a:solidFill>
                  <a:schemeClr val="bg1"/>
                </a:solidFill>
              </a:rPr>
              <a:t> draft </a:t>
            </a:r>
            <a:r>
              <a:rPr lang="en-US" sz="2000" dirty="0" err="1">
                <a:solidFill>
                  <a:schemeClr val="bg1"/>
                </a:solidFill>
              </a:rPr>
              <a:t>penulisan</a:t>
            </a:r>
            <a:r>
              <a:rPr lang="en-US" sz="2000" dirty="0">
                <a:solidFill>
                  <a:schemeClr val="bg1"/>
                </a:solidFill>
              </a:rPr>
              <a:t> </a:t>
            </a:r>
            <a:r>
              <a:rPr lang="en-US" sz="2000" dirty="0" err="1">
                <a:solidFill>
                  <a:schemeClr val="bg1"/>
                </a:solidFill>
              </a:rPr>
              <a:t>bagian</a:t>
            </a:r>
            <a:r>
              <a:rPr lang="en-US" sz="2000" dirty="0">
                <a:solidFill>
                  <a:schemeClr val="bg1"/>
                </a:solidFill>
              </a:rPr>
              <a:t> </a:t>
            </a:r>
            <a:r>
              <a:rPr lang="en-US" sz="2000" dirty="0" err="1">
                <a:solidFill>
                  <a:schemeClr val="bg1"/>
                </a:solidFill>
              </a:rPr>
              <a:t>Pendahuluan</a:t>
            </a:r>
            <a:endParaRPr lang="en-US" sz="2000" dirty="0">
              <a:solidFill>
                <a:schemeClr val="bg1"/>
              </a:solidFill>
            </a:endParaRPr>
          </a:p>
          <a:p>
            <a:pPr marL="342900" indent="-342900">
              <a:lnSpc>
                <a:spcPct val="150000"/>
              </a:lnSpc>
              <a:buFont typeface="Wingdings" panose="05000000000000000000" pitchFamily="2" charset="2"/>
              <a:buChar char="q"/>
            </a:pPr>
            <a:r>
              <a:rPr lang="en-US" sz="2000" dirty="0">
                <a:solidFill>
                  <a:schemeClr val="bg1"/>
                </a:solidFill>
              </a:rPr>
              <a:t>Kirim ke: prodisi@gunadarma.ac.id</a:t>
            </a:r>
          </a:p>
          <a:p>
            <a:pPr marL="342900" indent="-342900">
              <a:lnSpc>
                <a:spcPct val="150000"/>
              </a:lnSpc>
              <a:buFont typeface="Wingdings" panose="05000000000000000000" pitchFamily="2" charset="2"/>
              <a:buChar char="q"/>
            </a:pPr>
            <a:r>
              <a:rPr lang="en-US" sz="2000" dirty="0">
                <a:solidFill>
                  <a:schemeClr val="bg1"/>
                </a:solidFill>
              </a:rPr>
              <a:t>Paling </a:t>
            </a:r>
            <a:r>
              <a:rPr lang="en-US" sz="2000" dirty="0" err="1">
                <a:solidFill>
                  <a:schemeClr val="bg1"/>
                </a:solidFill>
              </a:rPr>
              <a:t>lambat</a:t>
            </a:r>
            <a:r>
              <a:rPr lang="en-US" sz="2000" dirty="0">
                <a:solidFill>
                  <a:schemeClr val="bg1"/>
                </a:solidFill>
              </a:rPr>
              <a:t>: Sabtu/19 April 2025 pukul 23.59</a:t>
            </a:r>
          </a:p>
          <a:p>
            <a:pPr marL="342900" indent="-342900">
              <a:lnSpc>
                <a:spcPct val="150000"/>
              </a:lnSpc>
              <a:buFont typeface="Wingdings" panose="05000000000000000000" pitchFamily="2" charset="2"/>
              <a:buChar char="q"/>
            </a:pPr>
            <a:r>
              <a:rPr lang="en-US" sz="2000" dirty="0">
                <a:solidFill>
                  <a:schemeClr val="bg1"/>
                </a:solidFill>
              </a:rPr>
              <a:t>Nama file: NamaMahasiswa_DraftBagian1</a:t>
            </a:r>
          </a:p>
          <a:p>
            <a:pPr marL="1085850" lvl="1" indent="-342900">
              <a:lnSpc>
                <a:spcPct val="150000"/>
              </a:lnSpc>
              <a:buFont typeface="Wingdings" panose="05000000000000000000" pitchFamily="2" charset="2"/>
              <a:buChar char="q"/>
            </a:pPr>
            <a:r>
              <a:rPr lang="en-US" sz="2000" dirty="0" err="1">
                <a:solidFill>
                  <a:schemeClr val="bg1"/>
                </a:solidFill>
              </a:rPr>
              <a:t>Contoh</a:t>
            </a:r>
            <a:r>
              <a:rPr lang="en-US" sz="2000" dirty="0">
                <a:solidFill>
                  <a:schemeClr val="bg1"/>
                </a:solidFill>
              </a:rPr>
              <a:t>: Widiastuti_DraftBagian1</a:t>
            </a:r>
          </a:p>
          <a:p>
            <a:pPr marL="342900" indent="-342900">
              <a:lnSpc>
                <a:spcPct val="150000"/>
              </a:lnSpc>
              <a:buFont typeface="Wingdings" panose="05000000000000000000" pitchFamily="2" charset="2"/>
              <a:buChar char="q"/>
            </a:pPr>
            <a:r>
              <a:rPr lang="en-US" sz="2000" dirty="0">
                <a:solidFill>
                  <a:schemeClr val="bg1"/>
                </a:solidFill>
              </a:rPr>
              <a:t> </a:t>
            </a:r>
            <a:r>
              <a:rPr lang="en-US" sz="2000" dirty="0" err="1">
                <a:solidFill>
                  <a:schemeClr val="bg1"/>
                </a:solidFill>
              </a:rPr>
              <a:t>Mahasiswa</a:t>
            </a:r>
            <a:r>
              <a:rPr lang="en-US" sz="2000" dirty="0">
                <a:solidFill>
                  <a:schemeClr val="bg1"/>
                </a:solidFill>
              </a:rPr>
              <a:t> yang </a:t>
            </a:r>
            <a:r>
              <a:rPr lang="en-US" sz="2000" dirty="0" err="1">
                <a:solidFill>
                  <a:schemeClr val="bg1"/>
                </a:solidFill>
              </a:rPr>
              <a:t>mengirim</a:t>
            </a:r>
            <a:r>
              <a:rPr lang="en-US" sz="2000" dirty="0">
                <a:solidFill>
                  <a:schemeClr val="bg1"/>
                </a:solidFill>
              </a:rPr>
              <a:t> draft </a:t>
            </a:r>
            <a:r>
              <a:rPr lang="en-US" sz="2000" dirty="0" err="1">
                <a:solidFill>
                  <a:schemeClr val="bg1"/>
                </a:solidFill>
              </a:rPr>
              <a:t>bagian</a:t>
            </a:r>
            <a:r>
              <a:rPr lang="en-US" sz="2000" dirty="0">
                <a:solidFill>
                  <a:schemeClr val="bg1"/>
                </a:solidFill>
              </a:rPr>
              <a:t> 1 </a:t>
            </a:r>
            <a:r>
              <a:rPr lang="en-US" sz="2000" dirty="0" err="1">
                <a:solidFill>
                  <a:schemeClr val="bg1"/>
                </a:solidFill>
              </a:rPr>
              <a:t>akan</a:t>
            </a:r>
            <a:r>
              <a:rPr lang="en-US" sz="2000" dirty="0">
                <a:solidFill>
                  <a:schemeClr val="bg1"/>
                </a:solidFill>
              </a:rPr>
              <a:t> </a:t>
            </a:r>
            <a:r>
              <a:rPr lang="en-US" sz="2000" dirty="0" err="1">
                <a:solidFill>
                  <a:schemeClr val="bg1"/>
                </a:solidFill>
              </a:rPr>
              <a:t>mendapatkan</a:t>
            </a:r>
            <a:r>
              <a:rPr lang="en-US" sz="2000" dirty="0">
                <a:solidFill>
                  <a:schemeClr val="bg1"/>
                </a:solidFill>
              </a:rPr>
              <a:t> </a:t>
            </a:r>
            <a:r>
              <a:rPr lang="en-US" sz="2000" dirty="0" err="1">
                <a:solidFill>
                  <a:schemeClr val="bg1"/>
                </a:solidFill>
              </a:rPr>
              <a:t>sertifikat</a:t>
            </a:r>
            <a:r>
              <a:rPr lang="en-US" sz="2000" dirty="0">
                <a:solidFill>
                  <a:schemeClr val="bg1"/>
                </a:solidFill>
              </a:rPr>
              <a:t>.</a:t>
            </a:r>
          </a:p>
          <a:p>
            <a:pPr marL="342900" indent="-342900">
              <a:lnSpc>
                <a:spcPct val="150000"/>
              </a:lnSpc>
              <a:buFont typeface="Wingdings" panose="05000000000000000000" pitchFamily="2" charset="2"/>
              <a:buChar char="q"/>
            </a:pPr>
            <a:r>
              <a:rPr lang="en-US" sz="2000" dirty="0" err="1">
                <a:solidFill>
                  <a:schemeClr val="bg1"/>
                </a:solidFill>
              </a:rPr>
              <a:t>Sertifikat</a:t>
            </a:r>
            <a:r>
              <a:rPr lang="en-US" sz="2000" dirty="0">
                <a:solidFill>
                  <a:schemeClr val="bg1"/>
                </a:solidFill>
              </a:rPr>
              <a:t> </a:t>
            </a:r>
            <a:r>
              <a:rPr lang="en-US" sz="2000" dirty="0" err="1">
                <a:solidFill>
                  <a:schemeClr val="bg1"/>
                </a:solidFill>
              </a:rPr>
              <a:t>akan</a:t>
            </a:r>
            <a:r>
              <a:rPr lang="en-US" sz="2000" dirty="0">
                <a:solidFill>
                  <a:schemeClr val="bg1"/>
                </a:solidFill>
              </a:rPr>
              <a:t> </a:t>
            </a:r>
            <a:r>
              <a:rPr lang="en-US" sz="2000" dirty="0" err="1">
                <a:solidFill>
                  <a:schemeClr val="bg1"/>
                </a:solidFill>
              </a:rPr>
              <a:t>dikirimkan</a:t>
            </a:r>
            <a:r>
              <a:rPr lang="en-US" sz="2000" dirty="0">
                <a:solidFill>
                  <a:schemeClr val="bg1"/>
                </a:solidFill>
              </a:rPr>
              <a:t> </a:t>
            </a:r>
            <a:r>
              <a:rPr lang="en-US" sz="2000" dirty="0" err="1">
                <a:solidFill>
                  <a:schemeClr val="bg1"/>
                </a:solidFill>
              </a:rPr>
              <a:t>ke</a:t>
            </a:r>
            <a:r>
              <a:rPr lang="en-US" sz="2000" dirty="0">
                <a:solidFill>
                  <a:schemeClr val="bg1"/>
                </a:solidFill>
              </a:rPr>
              <a:t> email </a:t>
            </a:r>
            <a:r>
              <a:rPr lang="en-US" sz="2000" dirty="0" err="1">
                <a:solidFill>
                  <a:schemeClr val="bg1"/>
                </a:solidFill>
              </a:rPr>
              <a:t>peserta</a:t>
            </a:r>
            <a:r>
              <a:rPr lang="en-US" sz="2000" dirty="0">
                <a:solidFill>
                  <a:schemeClr val="bg1"/>
                </a:solidFill>
              </a:rPr>
              <a:t>.</a:t>
            </a:r>
            <a:endParaRPr lang="id-ID" sz="2000" dirty="0">
              <a:solidFill>
                <a:schemeClr val="bg1"/>
              </a:solidFill>
            </a:endParaRPr>
          </a:p>
          <a:p>
            <a:pPr>
              <a:lnSpc>
                <a:spcPct val="150000"/>
              </a:lnSpc>
            </a:pPr>
            <a:endParaRPr lang="en-US" sz="2000" dirty="0">
              <a:solidFill>
                <a:schemeClr val="bg1"/>
              </a:solidFill>
            </a:endParaRPr>
          </a:p>
        </p:txBody>
      </p:sp>
      <p:sp>
        <p:nvSpPr>
          <p:cNvPr id="6" name="object 4">
            <a:extLst>
              <a:ext uri="{FF2B5EF4-FFF2-40B4-BE49-F238E27FC236}">
                <a16:creationId xmlns:a16="http://schemas.microsoft.com/office/drawing/2014/main" id="{91DB0488-F0D5-40DB-A36C-14C8EFA7EE71}"/>
              </a:ext>
            </a:extLst>
          </p:cNvPr>
          <p:cNvSpPr txBox="1">
            <a:spLocks noGrp="1"/>
          </p:cNvSpPr>
          <p:nvPr>
            <p:ph type="title"/>
          </p:nvPr>
        </p:nvSpPr>
        <p:spPr>
          <a:xfrm>
            <a:off x="2286000" y="601166"/>
            <a:ext cx="4571239" cy="627736"/>
          </a:xfrm>
          <a:prstGeom prst="rect">
            <a:avLst/>
          </a:prstGeom>
        </p:spPr>
        <p:txBody>
          <a:bodyPr vert="horz" wrap="square" lIns="0" tIns="12065" rIns="0" bIns="0" rtlCol="0">
            <a:spAutoFit/>
          </a:bodyPr>
          <a:lstStyle/>
          <a:p>
            <a:pPr marL="1065530" marR="5080" indent="-1053465">
              <a:lnSpc>
                <a:spcPct val="100000"/>
              </a:lnSpc>
              <a:spcBef>
                <a:spcPts val="95"/>
              </a:spcBef>
            </a:pPr>
            <a:r>
              <a:rPr lang="id-ID" sz="4000" b="1" spc="-10" dirty="0">
                <a:latin typeface="Arial"/>
                <a:cs typeface="Arial"/>
              </a:rPr>
              <a:t>Tugas</a:t>
            </a:r>
            <a:endParaRPr sz="4000" dirty="0">
              <a:latin typeface="Arial"/>
              <a:cs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15746-7D6C-278D-DCBE-1A190F2225F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93CDFD9-071C-1CA5-096F-93AD9CCF709B}"/>
              </a:ext>
            </a:extLst>
          </p:cNvPr>
          <p:cNvSpPr/>
          <p:nvPr/>
        </p:nvSpPr>
        <p:spPr>
          <a:xfrm>
            <a:off x="2438400" y="1524000"/>
            <a:ext cx="7315200" cy="2171428"/>
          </a:xfrm>
          <a:prstGeom prst="rect">
            <a:avLst/>
          </a:prstGeom>
        </p:spPr>
        <p:txBody>
          <a:bodyPr wrap="square">
            <a:spAutoFit/>
          </a:bodyPr>
          <a:lstStyle/>
          <a:p>
            <a:pPr>
              <a:lnSpc>
                <a:spcPct val="150000"/>
              </a:lnSpc>
            </a:pPr>
            <a:endParaRPr lang="en-US" sz="4800" dirty="0">
              <a:solidFill>
                <a:schemeClr val="bg1"/>
              </a:solidFill>
            </a:endParaRPr>
          </a:p>
          <a:p>
            <a:pPr algn="ctr">
              <a:lnSpc>
                <a:spcPct val="150000"/>
              </a:lnSpc>
            </a:pPr>
            <a:r>
              <a:rPr lang="en-US" sz="4800" b="1" dirty="0" err="1">
                <a:solidFill>
                  <a:schemeClr val="bg1"/>
                </a:solidFill>
              </a:rPr>
              <a:t>Terima</a:t>
            </a:r>
            <a:r>
              <a:rPr lang="en-US" sz="4800" b="1" dirty="0">
                <a:solidFill>
                  <a:schemeClr val="bg1"/>
                </a:solidFill>
              </a:rPr>
              <a:t> Kasih</a:t>
            </a:r>
          </a:p>
        </p:txBody>
      </p:sp>
    </p:spTree>
    <p:extLst>
      <p:ext uri="{BB962C8B-B14F-4D97-AF65-F5344CB8AC3E}">
        <p14:creationId xmlns:p14="http://schemas.microsoft.com/office/powerpoint/2010/main" val="22382700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1537</TotalTime>
  <Words>4101</Words>
  <Application>Microsoft Office PowerPoint</Application>
  <PresentationFormat>Widescreen</PresentationFormat>
  <Paragraphs>508</Paragraphs>
  <Slides>63</Slides>
  <Notes>28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63</vt:i4>
      </vt:variant>
    </vt:vector>
  </HeadingPairs>
  <TitlesOfParts>
    <vt:vector size="71" baseType="lpstr">
      <vt:lpstr>Arial</vt:lpstr>
      <vt:lpstr>Arial MT</vt:lpstr>
      <vt:lpstr>Arial Unicode MS</vt:lpstr>
      <vt:lpstr>Calibri</vt:lpstr>
      <vt:lpstr>Segoe UI Light</vt:lpstr>
      <vt:lpstr>Trebuchet MS</vt:lpstr>
      <vt:lpstr>Wingdings</vt:lpstr>
      <vt:lpstr>Office Theme</vt:lpstr>
      <vt:lpstr>PowerPoint Presentation</vt:lpstr>
      <vt:lpstr>Outline</vt:lpstr>
      <vt:lpstr>Overview Penulisan Ilmiah (PI)</vt:lpstr>
      <vt:lpstr>Overview Penulisan Ilmiah (PI)</vt:lpstr>
      <vt:lpstr>Tahapan Penelitian</vt:lpstr>
      <vt:lpstr>Menemukan Tema Penelitian</vt:lpstr>
      <vt:lpstr>Sumber Informasi</vt:lpstr>
      <vt:lpstr>Kelompok Tema PI</vt:lpstr>
      <vt:lpstr>Kelompok Tema PI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Eksplorasi Tools, Bhs Pemrograman atau Aplikasi dengan contoh penggunaannya</vt:lpstr>
      <vt:lpstr>Pedoman Penulisan PI</vt:lpstr>
      <vt:lpstr>Sistematika Penulisan Ilmiah</vt:lpstr>
      <vt:lpstr>1. Pendahuluan</vt:lpstr>
      <vt:lpstr>1. Pendahuluan</vt:lpstr>
      <vt:lpstr>PowerPoint Presentation</vt:lpstr>
      <vt:lpstr>1. Pendahuluan</vt:lpstr>
      <vt:lpstr>PowerPoint Presentation</vt:lpstr>
      <vt:lpstr>1. Pendahuluan</vt:lpstr>
      <vt:lpstr>1. Pendahuluan</vt:lpstr>
      <vt:lpstr>2. Tinjauan Pustaka</vt:lpstr>
      <vt:lpstr>2. Tinjauan Pustaka</vt:lpstr>
      <vt:lpstr>3. PEMBAHASAN</vt:lpstr>
      <vt:lpstr>3. PEMBAHASAN</vt:lpstr>
      <vt:lpstr>3. PEMBAHASAN</vt:lpstr>
      <vt:lpstr>3. PEMBAHASAN</vt:lpstr>
      <vt:lpstr>3. PEMBAHASAN</vt:lpstr>
      <vt:lpstr>4. Penutup</vt:lpstr>
      <vt:lpstr>4. PENUTUP</vt:lpstr>
      <vt:lpstr>Tugas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sigit.tugas@gmail.com</dc:creator>
  <cp:lastModifiedBy>Dina Agustin</cp:lastModifiedBy>
  <cp:revision>34</cp:revision>
  <dcterms:created xsi:type="dcterms:W3CDTF">2024-04-18T07:30:40Z</dcterms:created>
  <dcterms:modified xsi:type="dcterms:W3CDTF">2025-03-21T05:30:11Z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2023-04-06T00:00:00Z</vt:filetime>
  </property>
  <property fmtid="{D5CDD505-2E9C-101B-9397-08002B2CF9AE}" pid="3" name="Creator">
    <vt:lpwstr>Microsoft® PowerPoint® 2013</vt:lpwstr>
  </property>
  <property fmtid="{D5CDD505-2E9C-101B-9397-08002B2CF9AE}" pid="4" name="LastSaved">
    <vt:filetime>2024-04-18T00:00:00Z</vt:filetime>
  </property>
  <property fmtid="{D5CDD505-2E9C-101B-9397-08002B2CF9AE}" pid="5" name="Producer">
    <vt:lpwstr>Microsoft® PowerPoint® 2013</vt:lpwstr>
  </property>
</Properties>
</file>